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93" r:id="rId1"/>
  </p:sldMasterIdLst>
  <p:notesMasterIdLst>
    <p:notesMasterId r:id="rId8"/>
  </p:notesMasterIdLst>
  <p:sldIdLst>
    <p:sldId id="671" r:id="rId2"/>
    <p:sldId id="672" r:id="rId3"/>
    <p:sldId id="673" r:id="rId4"/>
    <p:sldId id="674" r:id="rId5"/>
    <p:sldId id="683" r:id="rId6"/>
    <p:sldId id="684" r:id="rId7"/>
  </p:sldIdLst>
  <p:sldSz cx="9144000" cy="5143500" type="screen16x9"/>
  <p:notesSz cx="6858000" cy="9144000"/>
  <p:custDataLst>
    <p:tags r:id="rId9"/>
  </p:custDataLst>
  <p:defaultTextStyle>
    <a:defPPr>
      <a:defRPr lang="zh-CN"/>
    </a:defPPr>
    <a:lvl1pPr marL="0" algn="l" defTabSz="914130" rtl="0" eaLnBrk="1" latinLnBrk="0" hangingPunct="1">
      <a:defRPr sz="1800" kern="1200">
        <a:solidFill>
          <a:schemeClr val="tx1"/>
        </a:solidFill>
        <a:latin typeface="+mn-lt"/>
        <a:ea typeface="+mn-ea"/>
        <a:cs typeface="+mn-cs"/>
      </a:defRPr>
    </a:lvl1pPr>
    <a:lvl2pPr marL="457058" algn="l" defTabSz="914130" rtl="0" eaLnBrk="1" latinLnBrk="0" hangingPunct="1">
      <a:defRPr sz="1800" kern="1200">
        <a:solidFill>
          <a:schemeClr val="tx1"/>
        </a:solidFill>
        <a:latin typeface="+mn-lt"/>
        <a:ea typeface="+mn-ea"/>
        <a:cs typeface="+mn-cs"/>
      </a:defRPr>
    </a:lvl2pPr>
    <a:lvl3pPr marL="914130" algn="l" defTabSz="914130" rtl="0" eaLnBrk="1" latinLnBrk="0" hangingPunct="1">
      <a:defRPr sz="1800" kern="1200">
        <a:solidFill>
          <a:schemeClr val="tx1"/>
        </a:solidFill>
        <a:latin typeface="+mn-lt"/>
        <a:ea typeface="+mn-ea"/>
        <a:cs typeface="+mn-cs"/>
      </a:defRPr>
    </a:lvl3pPr>
    <a:lvl4pPr marL="1371192" algn="l" defTabSz="914130" rtl="0" eaLnBrk="1" latinLnBrk="0" hangingPunct="1">
      <a:defRPr sz="1800" kern="1200">
        <a:solidFill>
          <a:schemeClr val="tx1"/>
        </a:solidFill>
        <a:latin typeface="+mn-lt"/>
        <a:ea typeface="+mn-ea"/>
        <a:cs typeface="+mn-cs"/>
      </a:defRPr>
    </a:lvl4pPr>
    <a:lvl5pPr marL="1828259" algn="l" defTabSz="914130" rtl="0" eaLnBrk="1" latinLnBrk="0" hangingPunct="1">
      <a:defRPr sz="1800" kern="1200">
        <a:solidFill>
          <a:schemeClr val="tx1"/>
        </a:solidFill>
        <a:latin typeface="+mn-lt"/>
        <a:ea typeface="+mn-ea"/>
        <a:cs typeface="+mn-cs"/>
      </a:defRPr>
    </a:lvl5pPr>
    <a:lvl6pPr marL="2285316" algn="l" defTabSz="914130" rtl="0" eaLnBrk="1" latinLnBrk="0" hangingPunct="1">
      <a:defRPr sz="1800" kern="1200">
        <a:solidFill>
          <a:schemeClr val="tx1"/>
        </a:solidFill>
        <a:latin typeface="+mn-lt"/>
        <a:ea typeface="+mn-ea"/>
        <a:cs typeface="+mn-cs"/>
      </a:defRPr>
    </a:lvl6pPr>
    <a:lvl7pPr marL="2742374" algn="l" defTabSz="914130" rtl="0" eaLnBrk="1" latinLnBrk="0" hangingPunct="1">
      <a:defRPr sz="1800" kern="1200">
        <a:solidFill>
          <a:schemeClr val="tx1"/>
        </a:solidFill>
        <a:latin typeface="+mn-lt"/>
        <a:ea typeface="+mn-ea"/>
        <a:cs typeface="+mn-cs"/>
      </a:defRPr>
    </a:lvl7pPr>
    <a:lvl8pPr marL="3199440" algn="l" defTabSz="914130" rtl="0" eaLnBrk="1" latinLnBrk="0" hangingPunct="1">
      <a:defRPr sz="1800" kern="1200">
        <a:solidFill>
          <a:schemeClr val="tx1"/>
        </a:solidFill>
        <a:latin typeface="+mn-lt"/>
        <a:ea typeface="+mn-ea"/>
        <a:cs typeface="+mn-cs"/>
      </a:defRPr>
    </a:lvl8pPr>
    <a:lvl9pPr marL="3656503" algn="l" defTabSz="91413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p:cViewPr varScale="1">
        <p:scale>
          <a:sx n="115" d="100"/>
          <a:sy n="115" d="100"/>
        </p:scale>
        <p:origin x="-514" y="-67"/>
      </p:cViewPr>
      <p:guideLst>
        <p:guide orient="horz" pos="1620"/>
        <p:guide pos="2880"/>
      </p:guideLst>
    </p:cSldViewPr>
  </p:slideViewPr>
  <p:notesTextViewPr>
    <p:cViewPr>
      <p:scale>
        <a:sx n="1" d="1"/>
        <a:sy n="1" d="1"/>
      </p:scale>
      <p:origin x="0" y="0"/>
    </p:cViewPr>
  </p:notesTextViewPr>
  <p:sorterViewPr>
    <p:cViewPr>
      <p:scale>
        <a:sx n="100" d="100"/>
        <a:sy n="100" d="100"/>
      </p:scale>
      <p:origin x="0" y="180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70B8C8F-90D5-4359-B4E4-CF05FAD63734}" type="doc">
      <dgm:prSet loTypeId="urn:microsoft.com/office/officeart/2005/8/layout/list1" loCatId="list" qsTypeId="urn:microsoft.com/office/officeart/2005/8/quickstyle/simple1" qsCatId="simple" csTypeId="urn:microsoft.com/office/officeart/2005/8/colors/colorful5" csCatId="colorful" phldr="1"/>
      <dgm:spPr/>
      <dgm:t>
        <a:bodyPr/>
        <a:lstStyle/>
        <a:p>
          <a:endParaRPr lang="zh-CN" altLang="en-US"/>
        </a:p>
      </dgm:t>
    </dgm:pt>
    <dgm:pt modelId="{9578FCC7-00BA-44C7-88DE-4024A374348B}">
      <dgm:prSet phldrT="[文本]" custT="1"/>
      <dgm:spPr/>
      <dgm:t>
        <a:bodyPr/>
        <a:lstStyle/>
        <a:p>
          <a:r>
            <a:rPr lang="en-US" altLang="zh-CN"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填充墙砌筑时应上下错缝，搭接长度不宜小于砌块长度的</a:t>
          </a:r>
          <a:r>
            <a:rPr lang="en-US" altLang="zh-CN"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1/3</a:t>
          </a:r>
          <a:r>
            <a:rPr lang="zh-CN" altLang="zh-CN"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，且不应小于</a:t>
          </a:r>
          <a:r>
            <a:rPr lang="en-US" altLang="zh-CN"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150mm</a:t>
          </a:r>
          <a:r>
            <a:rPr lang="zh-CN" altLang="zh-CN"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。当不能满足时，应设置钢筋加强。</a:t>
          </a:r>
          <a:endParaRPr lang="zh-CN" altLang="en-US"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dgm:t>
    </dgm:pt>
    <dgm:pt modelId="{35E7ABE2-D6E4-468C-B6A3-69CEEEF4EB7A}" type="parTrans" cxnId="{E6A7BB15-47F3-4D8C-91FE-641E5DAB82EC}">
      <dgm:prSet/>
      <dgm:spPr/>
      <dgm:t>
        <a:bodyPr/>
        <a:lstStyle/>
        <a:p>
          <a:endParaRPr lang="zh-CN" altLang="en-US" sz="1400" b="1">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dgm:t>
    </dgm:pt>
    <dgm:pt modelId="{D6BC0DCD-24C5-4BDB-9E68-BE79EE19D368}" type="sibTrans" cxnId="{E6A7BB15-47F3-4D8C-91FE-641E5DAB82EC}">
      <dgm:prSet/>
      <dgm:spPr/>
      <dgm:t>
        <a:bodyPr/>
        <a:lstStyle/>
        <a:p>
          <a:endParaRPr lang="zh-CN" altLang="en-US" sz="1400" b="1">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dgm:t>
    </dgm:pt>
    <dgm:pt modelId="{A9EC16D7-6BE3-468C-9E2F-0BE506959C46}">
      <dgm:prSet phldrT="[文本]" custT="1"/>
      <dgm:spPr/>
      <dgm:t>
        <a:bodyPr/>
        <a:lstStyle/>
        <a:p>
          <a:r>
            <a:rPr lang="en-US" altLang="zh-CN"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、蒸压加气混凝土砌块采用薄层砂浆砌筑法砌筑时，应符合下列规定：</a:t>
          </a:r>
        </a:p>
      </dgm:t>
    </dgm:pt>
    <dgm:pt modelId="{4BCCBD7B-84A2-4D04-9ADC-052A409F65E8}" type="parTrans" cxnId="{6E7331E3-9C9B-4100-AA87-A04CF1B655B0}">
      <dgm:prSet/>
      <dgm:spPr/>
      <dgm:t>
        <a:bodyPr/>
        <a:lstStyle/>
        <a:p>
          <a:endParaRPr lang="zh-CN" altLang="en-US" sz="1400" b="1">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dgm:t>
    </dgm:pt>
    <dgm:pt modelId="{13CE03DB-5A27-4146-842E-00FEE968EE0F}" type="sibTrans" cxnId="{6E7331E3-9C9B-4100-AA87-A04CF1B655B0}">
      <dgm:prSet/>
      <dgm:spPr/>
      <dgm:t>
        <a:bodyPr/>
        <a:lstStyle/>
        <a:p>
          <a:endParaRPr lang="zh-CN" altLang="en-US" sz="1400" b="1">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dgm:t>
    </dgm:pt>
    <dgm:pt modelId="{A4FF4B66-CB44-40F8-B9CC-E87266AE1A0A}">
      <dgm:prSet phldrT="[文本]" custT="1"/>
      <dgm:spPr/>
      <dgm:t>
        <a:bodyPr/>
        <a:lstStyle/>
        <a:p>
          <a:r>
            <a:rPr lang="zh-CN" altLang="en-US"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）砌筑砂浆应采用专用粘结砂浆；</a:t>
          </a:r>
        </a:p>
      </dgm:t>
    </dgm:pt>
    <dgm:pt modelId="{CDED41AE-97B4-4285-A27F-11F2C23D8EEC}" type="parTrans" cxnId="{E3E4F867-8088-4C99-946D-FC13490E9757}">
      <dgm:prSet/>
      <dgm:spPr/>
      <dgm:t>
        <a:bodyPr/>
        <a:lstStyle/>
        <a:p>
          <a:endParaRPr lang="zh-CN" altLang="en-US" sz="1400" b="1">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dgm:t>
    </dgm:pt>
    <dgm:pt modelId="{883C3DDA-AFC4-45F0-9D2C-00EA65DE76DC}" type="sibTrans" cxnId="{E3E4F867-8088-4C99-946D-FC13490E9757}">
      <dgm:prSet/>
      <dgm:spPr/>
      <dgm:t>
        <a:bodyPr/>
        <a:lstStyle/>
        <a:p>
          <a:endParaRPr lang="zh-CN" altLang="en-US" sz="1400" b="1">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dgm:t>
    </dgm:pt>
    <dgm:pt modelId="{67F41696-1A2D-4FC1-BD41-9A207FABCF9C}">
      <dgm:prSet phldrT="[文本]" custT="1"/>
      <dgm:spPr/>
      <dgm:t>
        <a:bodyPr/>
        <a:lstStyle/>
        <a:p>
          <a:r>
            <a:rPr lang="zh-CN" altLang="en-US"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）砌块不得用水浇湿，其灰缝厚度宜为</a:t>
          </a:r>
          <a:r>
            <a:rPr lang="en-US" altLang="en-US"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2~4mm</a:t>
          </a:r>
          <a:r>
            <a:rPr lang="zh-CN" altLang="en-US"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p>
      </dgm:t>
    </dgm:pt>
    <dgm:pt modelId="{7CD643C6-2CBD-46DD-9883-753297D4D963}" type="parTrans" cxnId="{2711626E-37BE-4794-AB62-9EB03326ADA0}">
      <dgm:prSet/>
      <dgm:spPr/>
      <dgm:t>
        <a:bodyPr/>
        <a:lstStyle/>
        <a:p>
          <a:endParaRPr lang="zh-CN" altLang="en-US"/>
        </a:p>
      </dgm:t>
    </dgm:pt>
    <dgm:pt modelId="{0F9CEA00-7424-4A94-896E-2330ECA68DA6}" type="sibTrans" cxnId="{2711626E-37BE-4794-AB62-9EB03326ADA0}">
      <dgm:prSet/>
      <dgm:spPr/>
      <dgm:t>
        <a:bodyPr/>
        <a:lstStyle/>
        <a:p>
          <a:endParaRPr lang="zh-CN" altLang="en-US"/>
        </a:p>
      </dgm:t>
    </dgm:pt>
    <dgm:pt modelId="{0F166637-16FF-426B-93A4-9566AF88709B}" type="pres">
      <dgm:prSet presAssocID="{D70B8C8F-90D5-4359-B4E4-CF05FAD63734}" presName="linear" presStyleCnt="0">
        <dgm:presLayoutVars>
          <dgm:dir/>
          <dgm:animLvl val="lvl"/>
          <dgm:resizeHandles val="exact"/>
        </dgm:presLayoutVars>
      </dgm:prSet>
      <dgm:spPr/>
      <dgm:t>
        <a:bodyPr/>
        <a:lstStyle/>
        <a:p>
          <a:endParaRPr lang="zh-CN" altLang="en-US"/>
        </a:p>
      </dgm:t>
    </dgm:pt>
    <dgm:pt modelId="{60DE56EC-D407-43B8-9A03-7BC6D276D3F2}" type="pres">
      <dgm:prSet presAssocID="{9578FCC7-00BA-44C7-88DE-4024A374348B}" presName="parentLin" presStyleCnt="0"/>
      <dgm:spPr/>
    </dgm:pt>
    <dgm:pt modelId="{F564BAB3-708D-4844-81E3-56158949ACD5}" type="pres">
      <dgm:prSet presAssocID="{9578FCC7-00BA-44C7-88DE-4024A374348B}" presName="parentLeftMargin" presStyleLbl="node1" presStyleIdx="0" presStyleCnt="4"/>
      <dgm:spPr/>
      <dgm:t>
        <a:bodyPr/>
        <a:lstStyle/>
        <a:p>
          <a:endParaRPr lang="zh-CN" altLang="en-US"/>
        </a:p>
      </dgm:t>
    </dgm:pt>
    <dgm:pt modelId="{43E9CBED-1BFB-499C-919A-16FC59EDAC36}" type="pres">
      <dgm:prSet presAssocID="{9578FCC7-00BA-44C7-88DE-4024A374348B}" presName="parentText" presStyleLbl="node1" presStyleIdx="0" presStyleCnt="4" custScaleX="142857" custScaleY="137126">
        <dgm:presLayoutVars>
          <dgm:chMax val="0"/>
          <dgm:bulletEnabled val="1"/>
        </dgm:presLayoutVars>
      </dgm:prSet>
      <dgm:spPr/>
      <dgm:t>
        <a:bodyPr/>
        <a:lstStyle/>
        <a:p>
          <a:endParaRPr lang="zh-CN" altLang="en-US"/>
        </a:p>
      </dgm:t>
    </dgm:pt>
    <dgm:pt modelId="{488E4A52-02B2-4E5D-A5FE-3682578F53C3}" type="pres">
      <dgm:prSet presAssocID="{9578FCC7-00BA-44C7-88DE-4024A374348B}" presName="negativeSpace" presStyleCnt="0"/>
      <dgm:spPr/>
    </dgm:pt>
    <dgm:pt modelId="{ACEDE8D5-2CFD-4198-A853-D5A511754CA9}" type="pres">
      <dgm:prSet presAssocID="{9578FCC7-00BA-44C7-88DE-4024A374348B}" presName="childText" presStyleLbl="conFgAcc1" presStyleIdx="0" presStyleCnt="4">
        <dgm:presLayoutVars>
          <dgm:bulletEnabled val="1"/>
        </dgm:presLayoutVars>
      </dgm:prSet>
      <dgm:spPr/>
    </dgm:pt>
    <dgm:pt modelId="{641A65EB-BE6F-411E-A04C-67250E05F196}" type="pres">
      <dgm:prSet presAssocID="{D6BC0DCD-24C5-4BDB-9E68-BE79EE19D368}" presName="spaceBetweenRectangles" presStyleCnt="0"/>
      <dgm:spPr/>
    </dgm:pt>
    <dgm:pt modelId="{2F5B9B59-1BA4-4426-A299-114BB8E91AFE}" type="pres">
      <dgm:prSet presAssocID="{A9EC16D7-6BE3-468C-9E2F-0BE506959C46}" presName="parentLin" presStyleCnt="0"/>
      <dgm:spPr/>
    </dgm:pt>
    <dgm:pt modelId="{9C68FED9-E406-4FA3-A588-11BF8292AE31}" type="pres">
      <dgm:prSet presAssocID="{A9EC16D7-6BE3-468C-9E2F-0BE506959C46}" presName="parentLeftMargin" presStyleLbl="node1" presStyleIdx="0" presStyleCnt="4"/>
      <dgm:spPr/>
      <dgm:t>
        <a:bodyPr/>
        <a:lstStyle/>
        <a:p>
          <a:endParaRPr lang="zh-CN" altLang="en-US"/>
        </a:p>
      </dgm:t>
    </dgm:pt>
    <dgm:pt modelId="{131589C0-0A97-498F-AE74-DA031041C591}" type="pres">
      <dgm:prSet presAssocID="{A9EC16D7-6BE3-468C-9E2F-0BE506959C46}" presName="parentText" presStyleLbl="node1" presStyleIdx="1" presStyleCnt="4" custScaleX="142857" custScaleY="131162">
        <dgm:presLayoutVars>
          <dgm:chMax val="0"/>
          <dgm:bulletEnabled val="1"/>
        </dgm:presLayoutVars>
      </dgm:prSet>
      <dgm:spPr/>
      <dgm:t>
        <a:bodyPr/>
        <a:lstStyle/>
        <a:p>
          <a:endParaRPr lang="zh-CN" altLang="en-US"/>
        </a:p>
      </dgm:t>
    </dgm:pt>
    <dgm:pt modelId="{CE814359-24BE-4DDB-A61B-B44415B75056}" type="pres">
      <dgm:prSet presAssocID="{A9EC16D7-6BE3-468C-9E2F-0BE506959C46}" presName="negativeSpace" presStyleCnt="0"/>
      <dgm:spPr/>
    </dgm:pt>
    <dgm:pt modelId="{C4989AD4-2A09-4FF3-A79B-3880D95F8CD6}" type="pres">
      <dgm:prSet presAssocID="{A9EC16D7-6BE3-468C-9E2F-0BE506959C46}" presName="childText" presStyleLbl="conFgAcc1" presStyleIdx="1" presStyleCnt="4">
        <dgm:presLayoutVars>
          <dgm:bulletEnabled val="1"/>
        </dgm:presLayoutVars>
      </dgm:prSet>
      <dgm:spPr/>
    </dgm:pt>
    <dgm:pt modelId="{F46EF6D0-7FFB-4B7D-84EA-2E95E92461CB}" type="pres">
      <dgm:prSet presAssocID="{13CE03DB-5A27-4146-842E-00FEE968EE0F}" presName="spaceBetweenRectangles" presStyleCnt="0"/>
      <dgm:spPr/>
    </dgm:pt>
    <dgm:pt modelId="{BC961768-DEFA-4E72-B31B-AB46F8C7B472}" type="pres">
      <dgm:prSet presAssocID="{A4FF4B66-CB44-40F8-B9CC-E87266AE1A0A}" presName="parentLin" presStyleCnt="0"/>
      <dgm:spPr/>
    </dgm:pt>
    <dgm:pt modelId="{9F051F5E-A7C2-490B-82A7-AD02594B7BB3}" type="pres">
      <dgm:prSet presAssocID="{A4FF4B66-CB44-40F8-B9CC-E87266AE1A0A}" presName="parentLeftMargin" presStyleLbl="node1" presStyleIdx="1" presStyleCnt="4"/>
      <dgm:spPr/>
      <dgm:t>
        <a:bodyPr/>
        <a:lstStyle/>
        <a:p>
          <a:endParaRPr lang="zh-CN" altLang="en-US"/>
        </a:p>
      </dgm:t>
    </dgm:pt>
    <dgm:pt modelId="{4F33DC97-15C8-445A-8348-314110C7FE35}" type="pres">
      <dgm:prSet presAssocID="{A4FF4B66-CB44-40F8-B9CC-E87266AE1A0A}" presName="parentText" presStyleLbl="node1" presStyleIdx="2" presStyleCnt="4" custScaleX="142857">
        <dgm:presLayoutVars>
          <dgm:chMax val="0"/>
          <dgm:bulletEnabled val="1"/>
        </dgm:presLayoutVars>
      </dgm:prSet>
      <dgm:spPr/>
      <dgm:t>
        <a:bodyPr/>
        <a:lstStyle/>
        <a:p>
          <a:endParaRPr lang="zh-CN" altLang="en-US"/>
        </a:p>
      </dgm:t>
    </dgm:pt>
    <dgm:pt modelId="{45C8CF6C-7336-428E-A761-0E19314B081E}" type="pres">
      <dgm:prSet presAssocID="{A4FF4B66-CB44-40F8-B9CC-E87266AE1A0A}" presName="negativeSpace" presStyleCnt="0"/>
      <dgm:spPr/>
    </dgm:pt>
    <dgm:pt modelId="{ECF1682E-67F2-4F2C-A761-9D012D20BBC0}" type="pres">
      <dgm:prSet presAssocID="{A4FF4B66-CB44-40F8-B9CC-E87266AE1A0A}" presName="childText" presStyleLbl="conFgAcc1" presStyleIdx="2" presStyleCnt="4">
        <dgm:presLayoutVars>
          <dgm:bulletEnabled val="1"/>
        </dgm:presLayoutVars>
      </dgm:prSet>
      <dgm:spPr/>
    </dgm:pt>
    <dgm:pt modelId="{006B652F-8042-49BF-B001-1EFA73A167E1}" type="pres">
      <dgm:prSet presAssocID="{883C3DDA-AFC4-45F0-9D2C-00EA65DE76DC}" presName="spaceBetweenRectangles" presStyleCnt="0"/>
      <dgm:spPr/>
    </dgm:pt>
    <dgm:pt modelId="{5FEBDE51-250C-4E4D-AC7D-E696999CE912}" type="pres">
      <dgm:prSet presAssocID="{67F41696-1A2D-4FC1-BD41-9A207FABCF9C}" presName="parentLin" presStyleCnt="0"/>
      <dgm:spPr/>
    </dgm:pt>
    <dgm:pt modelId="{88EEF83D-0E61-4652-86A5-FA78FA093B71}" type="pres">
      <dgm:prSet presAssocID="{67F41696-1A2D-4FC1-BD41-9A207FABCF9C}" presName="parentLeftMargin" presStyleLbl="node1" presStyleIdx="2" presStyleCnt="4"/>
      <dgm:spPr/>
      <dgm:t>
        <a:bodyPr/>
        <a:lstStyle/>
        <a:p>
          <a:endParaRPr lang="zh-CN" altLang="en-US"/>
        </a:p>
      </dgm:t>
    </dgm:pt>
    <dgm:pt modelId="{AB817A8B-D5AE-4CA4-9661-3644ACAA709B}" type="pres">
      <dgm:prSet presAssocID="{67F41696-1A2D-4FC1-BD41-9A207FABCF9C}" presName="parentText" presStyleLbl="node1" presStyleIdx="3" presStyleCnt="4" custScaleX="142857">
        <dgm:presLayoutVars>
          <dgm:chMax val="0"/>
          <dgm:bulletEnabled val="1"/>
        </dgm:presLayoutVars>
      </dgm:prSet>
      <dgm:spPr/>
      <dgm:t>
        <a:bodyPr/>
        <a:lstStyle/>
        <a:p>
          <a:endParaRPr lang="zh-CN" altLang="en-US"/>
        </a:p>
      </dgm:t>
    </dgm:pt>
    <dgm:pt modelId="{582E968F-5B63-486A-9834-61AE0E9C565F}" type="pres">
      <dgm:prSet presAssocID="{67F41696-1A2D-4FC1-BD41-9A207FABCF9C}" presName="negativeSpace" presStyleCnt="0"/>
      <dgm:spPr/>
    </dgm:pt>
    <dgm:pt modelId="{92B89C56-A4A6-457A-B46D-E904B470838E}" type="pres">
      <dgm:prSet presAssocID="{67F41696-1A2D-4FC1-BD41-9A207FABCF9C}" presName="childText" presStyleLbl="conFgAcc1" presStyleIdx="3" presStyleCnt="4">
        <dgm:presLayoutVars>
          <dgm:bulletEnabled val="1"/>
        </dgm:presLayoutVars>
      </dgm:prSet>
      <dgm:spPr/>
    </dgm:pt>
  </dgm:ptLst>
  <dgm:cxnLst>
    <dgm:cxn modelId="{0B749553-C27A-4F51-9745-973648BB07C8}" type="presOf" srcId="{9578FCC7-00BA-44C7-88DE-4024A374348B}" destId="{43E9CBED-1BFB-499C-919A-16FC59EDAC36}" srcOrd="1" destOrd="0" presId="urn:microsoft.com/office/officeart/2005/8/layout/list1"/>
    <dgm:cxn modelId="{A53F99E0-E359-4FF0-9881-B80AF3F48321}" type="presOf" srcId="{D70B8C8F-90D5-4359-B4E4-CF05FAD63734}" destId="{0F166637-16FF-426B-93A4-9566AF88709B}" srcOrd="0" destOrd="0" presId="urn:microsoft.com/office/officeart/2005/8/layout/list1"/>
    <dgm:cxn modelId="{D556A7A8-7468-43DD-AC8C-BDD5AD7D8269}" type="presOf" srcId="{A9EC16D7-6BE3-468C-9E2F-0BE506959C46}" destId="{9C68FED9-E406-4FA3-A588-11BF8292AE31}" srcOrd="0" destOrd="0" presId="urn:microsoft.com/office/officeart/2005/8/layout/list1"/>
    <dgm:cxn modelId="{E3E4F867-8088-4C99-946D-FC13490E9757}" srcId="{D70B8C8F-90D5-4359-B4E4-CF05FAD63734}" destId="{A4FF4B66-CB44-40F8-B9CC-E87266AE1A0A}" srcOrd="2" destOrd="0" parTransId="{CDED41AE-97B4-4285-A27F-11F2C23D8EEC}" sibTransId="{883C3DDA-AFC4-45F0-9D2C-00EA65DE76DC}"/>
    <dgm:cxn modelId="{1F03317E-011E-4742-8FFC-CE400D81A864}" type="presOf" srcId="{9578FCC7-00BA-44C7-88DE-4024A374348B}" destId="{F564BAB3-708D-4844-81E3-56158949ACD5}" srcOrd="0" destOrd="0" presId="urn:microsoft.com/office/officeart/2005/8/layout/list1"/>
    <dgm:cxn modelId="{E6A7BB15-47F3-4D8C-91FE-641E5DAB82EC}" srcId="{D70B8C8F-90D5-4359-B4E4-CF05FAD63734}" destId="{9578FCC7-00BA-44C7-88DE-4024A374348B}" srcOrd="0" destOrd="0" parTransId="{35E7ABE2-D6E4-468C-B6A3-69CEEEF4EB7A}" sibTransId="{D6BC0DCD-24C5-4BDB-9E68-BE79EE19D368}"/>
    <dgm:cxn modelId="{7E9B5962-DD40-4E0B-8415-23802215F786}" type="presOf" srcId="{A4FF4B66-CB44-40F8-B9CC-E87266AE1A0A}" destId="{9F051F5E-A7C2-490B-82A7-AD02594B7BB3}" srcOrd="0" destOrd="0" presId="urn:microsoft.com/office/officeart/2005/8/layout/list1"/>
    <dgm:cxn modelId="{6E7331E3-9C9B-4100-AA87-A04CF1B655B0}" srcId="{D70B8C8F-90D5-4359-B4E4-CF05FAD63734}" destId="{A9EC16D7-6BE3-468C-9E2F-0BE506959C46}" srcOrd="1" destOrd="0" parTransId="{4BCCBD7B-84A2-4D04-9ADC-052A409F65E8}" sibTransId="{13CE03DB-5A27-4146-842E-00FEE968EE0F}"/>
    <dgm:cxn modelId="{2711626E-37BE-4794-AB62-9EB03326ADA0}" srcId="{D70B8C8F-90D5-4359-B4E4-CF05FAD63734}" destId="{67F41696-1A2D-4FC1-BD41-9A207FABCF9C}" srcOrd="3" destOrd="0" parTransId="{7CD643C6-2CBD-46DD-9883-753297D4D963}" sibTransId="{0F9CEA00-7424-4A94-896E-2330ECA68DA6}"/>
    <dgm:cxn modelId="{4E92A361-A8AE-43A8-A7BF-C00367927420}" type="presOf" srcId="{A4FF4B66-CB44-40F8-B9CC-E87266AE1A0A}" destId="{4F33DC97-15C8-445A-8348-314110C7FE35}" srcOrd="1" destOrd="0" presId="urn:microsoft.com/office/officeart/2005/8/layout/list1"/>
    <dgm:cxn modelId="{E40B9960-506E-4631-A2A1-CDF0B6F91FB9}" type="presOf" srcId="{67F41696-1A2D-4FC1-BD41-9A207FABCF9C}" destId="{88EEF83D-0E61-4652-86A5-FA78FA093B71}" srcOrd="0" destOrd="0" presId="urn:microsoft.com/office/officeart/2005/8/layout/list1"/>
    <dgm:cxn modelId="{DDF97C1F-BC9A-4F55-9A0D-59ADE6B78B3E}" type="presOf" srcId="{67F41696-1A2D-4FC1-BD41-9A207FABCF9C}" destId="{AB817A8B-D5AE-4CA4-9661-3644ACAA709B}" srcOrd="1" destOrd="0" presId="urn:microsoft.com/office/officeart/2005/8/layout/list1"/>
    <dgm:cxn modelId="{BB5728E2-E86E-449B-AE0A-D9FE33C6194A}" type="presOf" srcId="{A9EC16D7-6BE3-468C-9E2F-0BE506959C46}" destId="{131589C0-0A97-498F-AE74-DA031041C591}" srcOrd="1" destOrd="0" presId="urn:microsoft.com/office/officeart/2005/8/layout/list1"/>
    <dgm:cxn modelId="{12A73DB8-0833-4CC6-9B91-8D4AACBA955C}" type="presParOf" srcId="{0F166637-16FF-426B-93A4-9566AF88709B}" destId="{60DE56EC-D407-43B8-9A03-7BC6D276D3F2}" srcOrd="0" destOrd="0" presId="urn:microsoft.com/office/officeart/2005/8/layout/list1"/>
    <dgm:cxn modelId="{93EEB948-8332-4A3F-A755-AB4ED33B5B4D}" type="presParOf" srcId="{60DE56EC-D407-43B8-9A03-7BC6D276D3F2}" destId="{F564BAB3-708D-4844-81E3-56158949ACD5}" srcOrd="0" destOrd="0" presId="urn:microsoft.com/office/officeart/2005/8/layout/list1"/>
    <dgm:cxn modelId="{53E7146A-82A5-4EDB-8E16-1B277DA28193}" type="presParOf" srcId="{60DE56EC-D407-43B8-9A03-7BC6D276D3F2}" destId="{43E9CBED-1BFB-499C-919A-16FC59EDAC36}" srcOrd="1" destOrd="0" presId="urn:microsoft.com/office/officeart/2005/8/layout/list1"/>
    <dgm:cxn modelId="{A9C41651-1EA7-4D36-9A24-46524DC51E2D}" type="presParOf" srcId="{0F166637-16FF-426B-93A4-9566AF88709B}" destId="{488E4A52-02B2-4E5D-A5FE-3682578F53C3}" srcOrd="1" destOrd="0" presId="urn:microsoft.com/office/officeart/2005/8/layout/list1"/>
    <dgm:cxn modelId="{E3DC724D-A0BF-4F2A-AD2B-110A01C4AF94}" type="presParOf" srcId="{0F166637-16FF-426B-93A4-9566AF88709B}" destId="{ACEDE8D5-2CFD-4198-A853-D5A511754CA9}" srcOrd="2" destOrd="0" presId="urn:microsoft.com/office/officeart/2005/8/layout/list1"/>
    <dgm:cxn modelId="{F70C2928-6CDF-432D-BA6D-4CB9CB6202A2}" type="presParOf" srcId="{0F166637-16FF-426B-93A4-9566AF88709B}" destId="{641A65EB-BE6F-411E-A04C-67250E05F196}" srcOrd="3" destOrd="0" presId="urn:microsoft.com/office/officeart/2005/8/layout/list1"/>
    <dgm:cxn modelId="{E5964414-28DF-4785-8B60-462597A01263}" type="presParOf" srcId="{0F166637-16FF-426B-93A4-9566AF88709B}" destId="{2F5B9B59-1BA4-4426-A299-114BB8E91AFE}" srcOrd="4" destOrd="0" presId="urn:microsoft.com/office/officeart/2005/8/layout/list1"/>
    <dgm:cxn modelId="{209501B0-1495-4BED-B53B-F4F5DC514143}" type="presParOf" srcId="{2F5B9B59-1BA4-4426-A299-114BB8E91AFE}" destId="{9C68FED9-E406-4FA3-A588-11BF8292AE31}" srcOrd="0" destOrd="0" presId="urn:microsoft.com/office/officeart/2005/8/layout/list1"/>
    <dgm:cxn modelId="{AE89F9A5-1ED7-443A-909D-A2A594BDE69A}" type="presParOf" srcId="{2F5B9B59-1BA4-4426-A299-114BB8E91AFE}" destId="{131589C0-0A97-498F-AE74-DA031041C591}" srcOrd="1" destOrd="0" presId="urn:microsoft.com/office/officeart/2005/8/layout/list1"/>
    <dgm:cxn modelId="{2D8751E7-F97E-4F15-B7E7-B1ACB623D3C4}" type="presParOf" srcId="{0F166637-16FF-426B-93A4-9566AF88709B}" destId="{CE814359-24BE-4DDB-A61B-B44415B75056}" srcOrd="5" destOrd="0" presId="urn:microsoft.com/office/officeart/2005/8/layout/list1"/>
    <dgm:cxn modelId="{9BAE2F6B-E4F9-476A-8210-326B6318E487}" type="presParOf" srcId="{0F166637-16FF-426B-93A4-9566AF88709B}" destId="{C4989AD4-2A09-4FF3-A79B-3880D95F8CD6}" srcOrd="6" destOrd="0" presId="urn:microsoft.com/office/officeart/2005/8/layout/list1"/>
    <dgm:cxn modelId="{5847CD79-CB6E-4995-A27E-1F0011F84825}" type="presParOf" srcId="{0F166637-16FF-426B-93A4-9566AF88709B}" destId="{F46EF6D0-7FFB-4B7D-84EA-2E95E92461CB}" srcOrd="7" destOrd="0" presId="urn:microsoft.com/office/officeart/2005/8/layout/list1"/>
    <dgm:cxn modelId="{5FBF577C-A13A-4E35-9BB9-B3515D3BB53F}" type="presParOf" srcId="{0F166637-16FF-426B-93A4-9566AF88709B}" destId="{BC961768-DEFA-4E72-B31B-AB46F8C7B472}" srcOrd="8" destOrd="0" presId="urn:microsoft.com/office/officeart/2005/8/layout/list1"/>
    <dgm:cxn modelId="{C430E577-F8CC-426F-B9D7-C959055094C1}" type="presParOf" srcId="{BC961768-DEFA-4E72-B31B-AB46F8C7B472}" destId="{9F051F5E-A7C2-490B-82A7-AD02594B7BB3}" srcOrd="0" destOrd="0" presId="urn:microsoft.com/office/officeart/2005/8/layout/list1"/>
    <dgm:cxn modelId="{B784C452-1E90-444A-93FD-6B41201EECAB}" type="presParOf" srcId="{BC961768-DEFA-4E72-B31B-AB46F8C7B472}" destId="{4F33DC97-15C8-445A-8348-314110C7FE35}" srcOrd="1" destOrd="0" presId="urn:microsoft.com/office/officeart/2005/8/layout/list1"/>
    <dgm:cxn modelId="{90B94F89-D723-4E48-9512-42FB4BA2E3B9}" type="presParOf" srcId="{0F166637-16FF-426B-93A4-9566AF88709B}" destId="{45C8CF6C-7336-428E-A761-0E19314B081E}" srcOrd="9" destOrd="0" presId="urn:microsoft.com/office/officeart/2005/8/layout/list1"/>
    <dgm:cxn modelId="{16FBCF6A-2F11-4EC9-A288-EAECC9DE4800}" type="presParOf" srcId="{0F166637-16FF-426B-93A4-9566AF88709B}" destId="{ECF1682E-67F2-4F2C-A761-9D012D20BBC0}" srcOrd="10" destOrd="0" presId="urn:microsoft.com/office/officeart/2005/8/layout/list1"/>
    <dgm:cxn modelId="{9741F85D-C458-4EA3-B607-E97657EF1A25}" type="presParOf" srcId="{0F166637-16FF-426B-93A4-9566AF88709B}" destId="{006B652F-8042-49BF-B001-1EFA73A167E1}" srcOrd="11" destOrd="0" presId="urn:microsoft.com/office/officeart/2005/8/layout/list1"/>
    <dgm:cxn modelId="{911B31C5-3C5D-46F3-A5C0-9E116031896D}" type="presParOf" srcId="{0F166637-16FF-426B-93A4-9566AF88709B}" destId="{5FEBDE51-250C-4E4D-AC7D-E696999CE912}" srcOrd="12" destOrd="0" presId="urn:microsoft.com/office/officeart/2005/8/layout/list1"/>
    <dgm:cxn modelId="{4D9BBE1E-C629-450A-8818-37838C1E57D9}" type="presParOf" srcId="{5FEBDE51-250C-4E4D-AC7D-E696999CE912}" destId="{88EEF83D-0E61-4652-86A5-FA78FA093B71}" srcOrd="0" destOrd="0" presId="urn:microsoft.com/office/officeart/2005/8/layout/list1"/>
    <dgm:cxn modelId="{F8375215-1F4D-46BF-8335-D9B49E347FA7}" type="presParOf" srcId="{5FEBDE51-250C-4E4D-AC7D-E696999CE912}" destId="{AB817A8B-D5AE-4CA4-9661-3644ACAA709B}" srcOrd="1" destOrd="0" presId="urn:microsoft.com/office/officeart/2005/8/layout/list1"/>
    <dgm:cxn modelId="{4094207C-0308-4F86-B2A5-0BE570B72BE7}" type="presParOf" srcId="{0F166637-16FF-426B-93A4-9566AF88709B}" destId="{582E968F-5B63-486A-9834-61AE0E9C565F}" srcOrd="13" destOrd="0" presId="urn:microsoft.com/office/officeart/2005/8/layout/list1"/>
    <dgm:cxn modelId="{2167B579-597A-4036-9FEB-6B709E9F9835}" type="presParOf" srcId="{0F166637-16FF-426B-93A4-9566AF88709B}" destId="{92B89C56-A4A6-457A-B46D-E904B470838E}"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70B8C8F-90D5-4359-B4E4-CF05FAD63734}" type="doc">
      <dgm:prSet loTypeId="urn:microsoft.com/office/officeart/2005/8/layout/list1" loCatId="list" qsTypeId="urn:microsoft.com/office/officeart/2005/8/quickstyle/simple1" qsCatId="simple" csTypeId="urn:microsoft.com/office/officeart/2005/8/colors/colorful5" csCatId="colorful" phldr="1"/>
      <dgm:spPr/>
      <dgm:t>
        <a:bodyPr/>
        <a:lstStyle/>
        <a:p>
          <a:endParaRPr lang="zh-CN" altLang="en-US"/>
        </a:p>
      </dgm:t>
    </dgm:pt>
    <dgm:pt modelId="{9578FCC7-00BA-44C7-88DE-4024A374348B}">
      <dgm:prSet phldrT="[文本]" custT="1"/>
      <dgm:spPr/>
      <dgm:t>
        <a:bodyPr/>
        <a:lstStyle/>
        <a:p>
          <a:r>
            <a:rPr lang="zh-CN" altLang="en-US"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3</a:t>
          </a:r>
          <a:r>
            <a:rPr lang="zh-CN" altLang="en-US"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）砌块与拉结筋的连接，应预先在相应位置的砌块上表面开设凹槽；砌筑时，钢筋应居中放置在凹槽砂浆内；</a:t>
          </a:r>
        </a:p>
      </dgm:t>
    </dgm:pt>
    <dgm:pt modelId="{35E7ABE2-D6E4-468C-B6A3-69CEEEF4EB7A}" type="parTrans" cxnId="{E6A7BB15-47F3-4D8C-91FE-641E5DAB82EC}">
      <dgm:prSet/>
      <dgm:spPr/>
      <dgm:t>
        <a:bodyPr/>
        <a:lstStyle/>
        <a:p>
          <a:endParaRPr lang="zh-CN" altLang="en-US" sz="1400" b="1">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dgm:t>
    </dgm:pt>
    <dgm:pt modelId="{D6BC0DCD-24C5-4BDB-9E68-BE79EE19D368}" type="sibTrans" cxnId="{E6A7BB15-47F3-4D8C-91FE-641E5DAB82EC}">
      <dgm:prSet/>
      <dgm:spPr/>
      <dgm:t>
        <a:bodyPr/>
        <a:lstStyle/>
        <a:p>
          <a:endParaRPr lang="zh-CN" altLang="en-US" sz="1400" b="1">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dgm:t>
    </dgm:pt>
    <dgm:pt modelId="{A9EC16D7-6BE3-468C-9E2F-0BE506959C46}">
      <dgm:prSet phldrT="[文本]" custT="1"/>
      <dgm:spPr/>
      <dgm:t>
        <a:bodyPr/>
        <a:lstStyle/>
        <a:p>
          <a:r>
            <a:rPr lang="zh-CN" altLang="en-US"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4</a:t>
          </a:r>
          <a:r>
            <a:rPr lang="zh-CN" altLang="en-US"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）砌块砌筑过程中，当在水平面和垂直面上有超过</a:t>
          </a:r>
          <a:r>
            <a:rPr lang="en-US" altLang="en-US"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2mm</a:t>
          </a:r>
          <a:r>
            <a:rPr lang="zh-CN" altLang="en-US"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的错边量时，应采用钢齿磨板和磨砂板磨平，方可进行下道工序施工。</a:t>
          </a:r>
        </a:p>
      </dgm:t>
    </dgm:pt>
    <dgm:pt modelId="{4BCCBD7B-84A2-4D04-9ADC-052A409F65E8}" type="parTrans" cxnId="{6E7331E3-9C9B-4100-AA87-A04CF1B655B0}">
      <dgm:prSet/>
      <dgm:spPr/>
      <dgm:t>
        <a:bodyPr/>
        <a:lstStyle/>
        <a:p>
          <a:endParaRPr lang="zh-CN" altLang="en-US" sz="1400" b="1">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dgm:t>
    </dgm:pt>
    <dgm:pt modelId="{13CE03DB-5A27-4146-842E-00FEE968EE0F}" type="sibTrans" cxnId="{6E7331E3-9C9B-4100-AA87-A04CF1B655B0}">
      <dgm:prSet/>
      <dgm:spPr/>
      <dgm:t>
        <a:bodyPr/>
        <a:lstStyle/>
        <a:p>
          <a:endParaRPr lang="zh-CN" altLang="en-US" sz="1400" b="1">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dgm:t>
    </dgm:pt>
    <dgm:pt modelId="{A4FF4B66-CB44-40F8-B9CC-E87266AE1A0A}">
      <dgm:prSet phldrT="[文本]" custT="1"/>
      <dgm:spPr/>
      <dgm:t>
        <a:bodyPr/>
        <a:lstStyle/>
        <a:p>
          <a:r>
            <a:rPr lang="en-US" altLang="zh-CN"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3</a:t>
          </a:r>
          <a:r>
            <a:rPr lang="zh-CN" altLang="en-US"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、采用非专用粘结砂浆砌筑时，水平灰缝厚度和竖向灰缝宽度不应超过</a:t>
          </a:r>
          <a:r>
            <a:rPr lang="en-US" altLang="en-US"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15mm</a:t>
          </a:r>
          <a:r>
            <a:rPr lang="zh-CN" altLang="en-US"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p>
      </dgm:t>
    </dgm:pt>
    <dgm:pt modelId="{CDED41AE-97B4-4285-A27F-11F2C23D8EEC}" type="parTrans" cxnId="{E3E4F867-8088-4C99-946D-FC13490E9757}">
      <dgm:prSet/>
      <dgm:spPr/>
      <dgm:t>
        <a:bodyPr/>
        <a:lstStyle/>
        <a:p>
          <a:endParaRPr lang="zh-CN" altLang="en-US" sz="1400" b="1">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dgm:t>
    </dgm:pt>
    <dgm:pt modelId="{883C3DDA-AFC4-45F0-9D2C-00EA65DE76DC}" type="sibTrans" cxnId="{E3E4F867-8088-4C99-946D-FC13490E9757}">
      <dgm:prSet/>
      <dgm:spPr/>
      <dgm:t>
        <a:bodyPr/>
        <a:lstStyle/>
        <a:p>
          <a:endParaRPr lang="zh-CN" altLang="en-US" sz="1400" b="1">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dgm:t>
    </dgm:pt>
    <dgm:pt modelId="{0F166637-16FF-426B-93A4-9566AF88709B}" type="pres">
      <dgm:prSet presAssocID="{D70B8C8F-90D5-4359-B4E4-CF05FAD63734}" presName="linear" presStyleCnt="0">
        <dgm:presLayoutVars>
          <dgm:dir/>
          <dgm:animLvl val="lvl"/>
          <dgm:resizeHandles val="exact"/>
        </dgm:presLayoutVars>
      </dgm:prSet>
      <dgm:spPr/>
      <dgm:t>
        <a:bodyPr/>
        <a:lstStyle/>
        <a:p>
          <a:endParaRPr lang="zh-CN" altLang="en-US"/>
        </a:p>
      </dgm:t>
    </dgm:pt>
    <dgm:pt modelId="{60DE56EC-D407-43B8-9A03-7BC6D276D3F2}" type="pres">
      <dgm:prSet presAssocID="{9578FCC7-00BA-44C7-88DE-4024A374348B}" presName="parentLin" presStyleCnt="0"/>
      <dgm:spPr/>
    </dgm:pt>
    <dgm:pt modelId="{F564BAB3-708D-4844-81E3-56158949ACD5}" type="pres">
      <dgm:prSet presAssocID="{9578FCC7-00BA-44C7-88DE-4024A374348B}" presName="parentLeftMargin" presStyleLbl="node1" presStyleIdx="0" presStyleCnt="3"/>
      <dgm:spPr/>
      <dgm:t>
        <a:bodyPr/>
        <a:lstStyle/>
        <a:p>
          <a:endParaRPr lang="zh-CN" altLang="en-US"/>
        </a:p>
      </dgm:t>
    </dgm:pt>
    <dgm:pt modelId="{43E9CBED-1BFB-499C-919A-16FC59EDAC36}" type="pres">
      <dgm:prSet presAssocID="{9578FCC7-00BA-44C7-88DE-4024A374348B}" presName="parentText" presStyleLbl="node1" presStyleIdx="0" presStyleCnt="3" custScaleX="142857" custScaleY="137126">
        <dgm:presLayoutVars>
          <dgm:chMax val="0"/>
          <dgm:bulletEnabled val="1"/>
        </dgm:presLayoutVars>
      </dgm:prSet>
      <dgm:spPr/>
      <dgm:t>
        <a:bodyPr/>
        <a:lstStyle/>
        <a:p>
          <a:endParaRPr lang="zh-CN" altLang="en-US"/>
        </a:p>
      </dgm:t>
    </dgm:pt>
    <dgm:pt modelId="{488E4A52-02B2-4E5D-A5FE-3682578F53C3}" type="pres">
      <dgm:prSet presAssocID="{9578FCC7-00BA-44C7-88DE-4024A374348B}" presName="negativeSpace" presStyleCnt="0"/>
      <dgm:spPr/>
    </dgm:pt>
    <dgm:pt modelId="{ACEDE8D5-2CFD-4198-A853-D5A511754CA9}" type="pres">
      <dgm:prSet presAssocID="{9578FCC7-00BA-44C7-88DE-4024A374348B}" presName="childText" presStyleLbl="conFgAcc1" presStyleIdx="0" presStyleCnt="3">
        <dgm:presLayoutVars>
          <dgm:bulletEnabled val="1"/>
        </dgm:presLayoutVars>
      </dgm:prSet>
      <dgm:spPr/>
    </dgm:pt>
    <dgm:pt modelId="{641A65EB-BE6F-411E-A04C-67250E05F196}" type="pres">
      <dgm:prSet presAssocID="{D6BC0DCD-24C5-4BDB-9E68-BE79EE19D368}" presName="spaceBetweenRectangles" presStyleCnt="0"/>
      <dgm:spPr/>
    </dgm:pt>
    <dgm:pt modelId="{2F5B9B59-1BA4-4426-A299-114BB8E91AFE}" type="pres">
      <dgm:prSet presAssocID="{A9EC16D7-6BE3-468C-9E2F-0BE506959C46}" presName="parentLin" presStyleCnt="0"/>
      <dgm:spPr/>
    </dgm:pt>
    <dgm:pt modelId="{9C68FED9-E406-4FA3-A588-11BF8292AE31}" type="pres">
      <dgm:prSet presAssocID="{A9EC16D7-6BE3-468C-9E2F-0BE506959C46}" presName="parentLeftMargin" presStyleLbl="node1" presStyleIdx="0" presStyleCnt="3"/>
      <dgm:spPr/>
      <dgm:t>
        <a:bodyPr/>
        <a:lstStyle/>
        <a:p>
          <a:endParaRPr lang="zh-CN" altLang="en-US"/>
        </a:p>
      </dgm:t>
    </dgm:pt>
    <dgm:pt modelId="{131589C0-0A97-498F-AE74-DA031041C591}" type="pres">
      <dgm:prSet presAssocID="{A9EC16D7-6BE3-468C-9E2F-0BE506959C46}" presName="parentText" presStyleLbl="node1" presStyleIdx="1" presStyleCnt="3" custScaleX="142857" custScaleY="131162">
        <dgm:presLayoutVars>
          <dgm:chMax val="0"/>
          <dgm:bulletEnabled val="1"/>
        </dgm:presLayoutVars>
      </dgm:prSet>
      <dgm:spPr/>
      <dgm:t>
        <a:bodyPr/>
        <a:lstStyle/>
        <a:p>
          <a:endParaRPr lang="zh-CN" altLang="en-US"/>
        </a:p>
      </dgm:t>
    </dgm:pt>
    <dgm:pt modelId="{CE814359-24BE-4DDB-A61B-B44415B75056}" type="pres">
      <dgm:prSet presAssocID="{A9EC16D7-6BE3-468C-9E2F-0BE506959C46}" presName="negativeSpace" presStyleCnt="0"/>
      <dgm:spPr/>
    </dgm:pt>
    <dgm:pt modelId="{C4989AD4-2A09-4FF3-A79B-3880D95F8CD6}" type="pres">
      <dgm:prSet presAssocID="{A9EC16D7-6BE3-468C-9E2F-0BE506959C46}" presName="childText" presStyleLbl="conFgAcc1" presStyleIdx="1" presStyleCnt="3">
        <dgm:presLayoutVars>
          <dgm:bulletEnabled val="1"/>
        </dgm:presLayoutVars>
      </dgm:prSet>
      <dgm:spPr/>
    </dgm:pt>
    <dgm:pt modelId="{F46EF6D0-7FFB-4B7D-84EA-2E95E92461CB}" type="pres">
      <dgm:prSet presAssocID="{13CE03DB-5A27-4146-842E-00FEE968EE0F}" presName="spaceBetweenRectangles" presStyleCnt="0"/>
      <dgm:spPr/>
    </dgm:pt>
    <dgm:pt modelId="{BC961768-DEFA-4E72-B31B-AB46F8C7B472}" type="pres">
      <dgm:prSet presAssocID="{A4FF4B66-CB44-40F8-B9CC-E87266AE1A0A}" presName="parentLin" presStyleCnt="0"/>
      <dgm:spPr/>
    </dgm:pt>
    <dgm:pt modelId="{9F051F5E-A7C2-490B-82A7-AD02594B7BB3}" type="pres">
      <dgm:prSet presAssocID="{A4FF4B66-CB44-40F8-B9CC-E87266AE1A0A}" presName="parentLeftMargin" presStyleLbl="node1" presStyleIdx="1" presStyleCnt="3"/>
      <dgm:spPr/>
      <dgm:t>
        <a:bodyPr/>
        <a:lstStyle/>
        <a:p>
          <a:endParaRPr lang="zh-CN" altLang="en-US"/>
        </a:p>
      </dgm:t>
    </dgm:pt>
    <dgm:pt modelId="{4F33DC97-15C8-445A-8348-314110C7FE35}" type="pres">
      <dgm:prSet presAssocID="{A4FF4B66-CB44-40F8-B9CC-E87266AE1A0A}" presName="parentText" presStyleLbl="node1" presStyleIdx="2" presStyleCnt="3" custScaleX="142857">
        <dgm:presLayoutVars>
          <dgm:chMax val="0"/>
          <dgm:bulletEnabled val="1"/>
        </dgm:presLayoutVars>
      </dgm:prSet>
      <dgm:spPr/>
      <dgm:t>
        <a:bodyPr/>
        <a:lstStyle/>
        <a:p>
          <a:endParaRPr lang="zh-CN" altLang="en-US"/>
        </a:p>
      </dgm:t>
    </dgm:pt>
    <dgm:pt modelId="{45C8CF6C-7336-428E-A761-0E19314B081E}" type="pres">
      <dgm:prSet presAssocID="{A4FF4B66-CB44-40F8-B9CC-E87266AE1A0A}" presName="negativeSpace" presStyleCnt="0"/>
      <dgm:spPr/>
    </dgm:pt>
    <dgm:pt modelId="{ECF1682E-67F2-4F2C-A761-9D012D20BBC0}" type="pres">
      <dgm:prSet presAssocID="{A4FF4B66-CB44-40F8-B9CC-E87266AE1A0A}" presName="childText" presStyleLbl="conFgAcc1" presStyleIdx="2" presStyleCnt="3">
        <dgm:presLayoutVars>
          <dgm:bulletEnabled val="1"/>
        </dgm:presLayoutVars>
      </dgm:prSet>
      <dgm:spPr/>
    </dgm:pt>
  </dgm:ptLst>
  <dgm:cxnLst>
    <dgm:cxn modelId="{7E9B5962-DD40-4E0B-8415-23802215F786}" type="presOf" srcId="{A4FF4B66-CB44-40F8-B9CC-E87266AE1A0A}" destId="{9F051F5E-A7C2-490B-82A7-AD02594B7BB3}" srcOrd="0" destOrd="0" presId="urn:microsoft.com/office/officeart/2005/8/layout/list1"/>
    <dgm:cxn modelId="{1F03317E-011E-4742-8FFC-CE400D81A864}" type="presOf" srcId="{9578FCC7-00BA-44C7-88DE-4024A374348B}" destId="{F564BAB3-708D-4844-81E3-56158949ACD5}" srcOrd="0" destOrd="0" presId="urn:microsoft.com/office/officeart/2005/8/layout/list1"/>
    <dgm:cxn modelId="{6E7331E3-9C9B-4100-AA87-A04CF1B655B0}" srcId="{D70B8C8F-90D5-4359-B4E4-CF05FAD63734}" destId="{A9EC16D7-6BE3-468C-9E2F-0BE506959C46}" srcOrd="1" destOrd="0" parTransId="{4BCCBD7B-84A2-4D04-9ADC-052A409F65E8}" sibTransId="{13CE03DB-5A27-4146-842E-00FEE968EE0F}"/>
    <dgm:cxn modelId="{A53F99E0-E359-4FF0-9881-B80AF3F48321}" type="presOf" srcId="{D70B8C8F-90D5-4359-B4E4-CF05FAD63734}" destId="{0F166637-16FF-426B-93A4-9566AF88709B}" srcOrd="0" destOrd="0" presId="urn:microsoft.com/office/officeart/2005/8/layout/list1"/>
    <dgm:cxn modelId="{D556A7A8-7468-43DD-AC8C-BDD5AD7D8269}" type="presOf" srcId="{A9EC16D7-6BE3-468C-9E2F-0BE506959C46}" destId="{9C68FED9-E406-4FA3-A588-11BF8292AE31}" srcOrd="0" destOrd="0" presId="urn:microsoft.com/office/officeart/2005/8/layout/list1"/>
    <dgm:cxn modelId="{E6A7BB15-47F3-4D8C-91FE-641E5DAB82EC}" srcId="{D70B8C8F-90D5-4359-B4E4-CF05FAD63734}" destId="{9578FCC7-00BA-44C7-88DE-4024A374348B}" srcOrd="0" destOrd="0" parTransId="{35E7ABE2-D6E4-468C-B6A3-69CEEEF4EB7A}" sibTransId="{D6BC0DCD-24C5-4BDB-9E68-BE79EE19D368}"/>
    <dgm:cxn modelId="{BB5728E2-E86E-449B-AE0A-D9FE33C6194A}" type="presOf" srcId="{A9EC16D7-6BE3-468C-9E2F-0BE506959C46}" destId="{131589C0-0A97-498F-AE74-DA031041C591}" srcOrd="1" destOrd="0" presId="urn:microsoft.com/office/officeart/2005/8/layout/list1"/>
    <dgm:cxn modelId="{0B749553-C27A-4F51-9745-973648BB07C8}" type="presOf" srcId="{9578FCC7-00BA-44C7-88DE-4024A374348B}" destId="{43E9CBED-1BFB-499C-919A-16FC59EDAC36}" srcOrd="1" destOrd="0" presId="urn:microsoft.com/office/officeart/2005/8/layout/list1"/>
    <dgm:cxn modelId="{4E92A361-A8AE-43A8-A7BF-C00367927420}" type="presOf" srcId="{A4FF4B66-CB44-40F8-B9CC-E87266AE1A0A}" destId="{4F33DC97-15C8-445A-8348-314110C7FE35}" srcOrd="1" destOrd="0" presId="urn:microsoft.com/office/officeart/2005/8/layout/list1"/>
    <dgm:cxn modelId="{E3E4F867-8088-4C99-946D-FC13490E9757}" srcId="{D70B8C8F-90D5-4359-B4E4-CF05FAD63734}" destId="{A4FF4B66-CB44-40F8-B9CC-E87266AE1A0A}" srcOrd="2" destOrd="0" parTransId="{CDED41AE-97B4-4285-A27F-11F2C23D8EEC}" sibTransId="{883C3DDA-AFC4-45F0-9D2C-00EA65DE76DC}"/>
    <dgm:cxn modelId="{12A73DB8-0833-4CC6-9B91-8D4AACBA955C}" type="presParOf" srcId="{0F166637-16FF-426B-93A4-9566AF88709B}" destId="{60DE56EC-D407-43B8-9A03-7BC6D276D3F2}" srcOrd="0" destOrd="0" presId="urn:microsoft.com/office/officeart/2005/8/layout/list1"/>
    <dgm:cxn modelId="{93EEB948-8332-4A3F-A755-AB4ED33B5B4D}" type="presParOf" srcId="{60DE56EC-D407-43B8-9A03-7BC6D276D3F2}" destId="{F564BAB3-708D-4844-81E3-56158949ACD5}" srcOrd="0" destOrd="0" presId="urn:microsoft.com/office/officeart/2005/8/layout/list1"/>
    <dgm:cxn modelId="{53E7146A-82A5-4EDB-8E16-1B277DA28193}" type="presParOf" srcId="{60DE56EC-D407-43B8-9A03-7BC6D276D3F2}" destId="{43E9CBED-1BFB-499C-919A-16FC59EDAC36}" srcOrd="1" destOrd="0" presId="urn:microsoft.com/office/officeart/2005/8/layout/list1"/>
    <dgm:cxn modelId="{A9C41651-1EA7-4D36-9A24-46524DC51E2D}" type="presParOf" srcId="{0F166637-16FF-426B-93A4-9566AF88709B}" destId="{488E4A52-02B2-4E5D-A5FE-3682578F53C3}" srcOrd="1" destOrd="0" presId="urn:microsoft.com/office/officeart/2005/8/layout/list1"/>
    <dgm:cxn modelId="{E3DC724D-A0BF-4F2A-AD2B-110A01C4AF94}" type="presParOf" srcId="{0F166637-16FF-426B-93A4-9566AF88709B}" destId="{ACEDE8D5-2CFD-4198-A853-D5A511754CA9}" srcOrd="2" destOrd="0" presId="urn:microsoft.com/office/officeart/2005/8/layout/list1"/>
    <dgm:cxn modelId="{F70C2928-6CDF-432D-BA6D-4CB9CB6202A2}" type="presParOf" srcId="{0F166637-16FF-426B-93A4-9566AF88709B}" destId="{641A65EB-BE6F-411E-A04C-67250E05F196}" srcOrd="3" destOrd="0" presId="urn:microsoft.com/office/officeart/2005/8/layout/list1"/>
    <dgm:cxn modelId="{E5964414-28DF-4785-8B60-462597A01263}" type="presParOf" srcId="{0F166637-16FF-426B-93A4-9566AF88709B}" destId="{2F5B9B59-1BA4-4426-A299-114BB8E91AFE}" srcOrd="4" destOrd="0" presId="urn:microsoft.com/office/officeart/2005/8/layout/list1"/>
    <dgm:cxn modelId="{209501B0-1495-4BED-B53B-F4F5DC514143}" type="presParOf" srcId="{2F5B9B59-1BA4-4426-A299-114BB8E91AFE}" destId="{9C68FED9-E406-4FA3-A588-11BF8292AE31}" srcOrd="0" destOrd="0" presId="urn:microsoft.com/office/officeart/2005/8/layout/list1"/>
    <dgm:cxn modelId="{AE89F9A5-1ED7-443A-909D-A2A594BDE69A}" type="presParOf" srcId="{2F5B9B59-1BA4-4426-A299-114BB8E91AFE}" destId="{131589C0-0A97-498F-AE74-DA031041C591}" srcOrd="1" destOrd="0" presId="urn:microsoft.com/office/officeart/2005/8/layout/list1"/>
    <dgm:cxn modelId="{2D8751E7-F97E-4F15-B7E7-B1ACB623D3C4}" type="presParOf" srcId="{0F166637-16FF-426B-93A4-9566AF88709B}" destId="{CE814359-24BE-4DDB-A61B-B44415B75056}" srcOrd="5" destOrd="0" presId="urn:microsoft.com/office/officeart/2005/8/layout/list1"/>
    <dgm:cxn modelId="{9BAE2F6B-E4F9-476A-8210-326B6318E487}" type="presParOf" srcId="{0F166637-16FF-426B-93A4-9566AF88709B}" destId="{C4989AD4-2A09-4FF3-A79B-3880D95F8CD6}" srcOrd="6" destOrd="0" presId="urn:microsoft.com/office/officeart/2005/8/layout/list1"/>
    <dgm:cxn modelId="{5847CD79-CB6E-4995-A27E-1F0011F84825}" type="presParOf" srcId="{0F166637-16FF-426B-93A4-9566AF88709B}" destId="{F46EF6D0-7FFB-4B7D-84EA-2E95E92461CB}" srcOrd="7" destOrd="0" presId="urn:microsoft.com/office/officeart/2005/8/layout/list1"/>
    <dgm:cxn modelId="{5FBF577C-A13A-4E35-9BB9-B3515D3BB53F}" type="presParOf" srcId="{0F166637-16FF-426B-93A4-9566AF88709B}" destId="{BC961768-DEFA-4E72-B31B-AB46F8C7B472}" srcOrd="8" destOrd="0" presId="urn:microsoft.com/office/officeart/2005/8/layout/list1"/>
    <dgm:cxn modelId="{C430E577-F8CC-426F-B9D7-C959055094C1}" type="presParOf" srcId="{BC961768-DEFA-4E72-B31B-AB46F8C7B472}" destId="{9F051F5E-A7C2-490B-82A7-AD02594B7BB3}" srcOrd="0" destOrd="0" presId="urn:microsoft.com/office/officeart/2005/8/layout/list1"/>
    <dgm:cxn modelId="{B784C452-1E90-444A-93FD-6B41201EECAB}" type="presParOf" srcId="{BC961768-DEFA-4E72-B31B-AB46F8C7B472}" destId="{4F33DC97-15C8-445A-8348-314110C7FE35}" srcOrd="1" destOrd="0" presId="urn:microsoft.com/office/officeart/2005/8/layout/list1"/>
    <dgm:cxn modelId="{90B94F89-D723-4E48-9512-42FB4BA2E3B9}" type="presParOf" srcId="{0F166637-16FF-426B-93A4-9566AF88709B}" destId="{45C8CF6C-7336-428E-A761-0E19314B081E}" srcOrd="9" destOrd="0" presId="urn:microsoft.com/office/officeart/2005/8/layout/list1"/>
    <dgm:cxn modelId="{16FBCF6A-2F11-4EC9-A288-EAECC9DE4800}" type="presParOf" srcId="{0F166637-16FF-426B-93A4-9566AF88709B}" destId="{ECF1682E-67F2-4F2C-A761-9D012D20BBC0}"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EDE8D5-2CFD-4198-A853-D5A511754CA9}">
      <dsp:nvSpPr>
        <dsp:cNvPr id="0" name=""/>
        <dsp:cNvSpPr/>
      </dsp:nvSpPr>
      <dsp:spPr>
        <a:xfrm>
          <a:off x="0" y="586968"/>
          <a:ext cx="7920880" cy="5292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3E9CBED-1BFB-499C-919A-16FC59EDAC36}">
      <dsp:nvSpPr>
        <dsp:cNvPr id="0" name=""/>
        <dsp:cNvSpPr/>
      </dsp:nvSpPr>
      <dsp:spPr>
        <a:xfrm>
          <a:off x="377092" y="46856"/>
          <a:ext cx="7541845" cy="850071"/>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73" tIns="0" rIns="209573" bIns="0" numCol="1" spcCol="1270" anchor="ctr" anchorCtr="0">
          <a:noAutofit/>
        </a:bodyPr>
        <a:lstStyle/>
        <a:p>
          <a:pPr lvl="0" algn="l" defTabSz="889000">
            <a:lnSpc>
              <a:spcPct val="90000"/>
            </a:lnSpc>
            <a:spcBef>
              <a:spcPct val="0"/>
            </a:spcBef>
            <a:spcAft>
              <a:spcPct val="35000"/>
            </a:spcAft>
          </a:pPr>
          <a:r>
            <a:rPr lang="en-US" altLang="zh-CN" sz="2000" b="1"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000" b="1"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2000" b="1"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填充墙砌筑时应上下错缝，搭接长度不宜小于砌块长度的</a:t>
          </a:r>
          <a:r>
            <a:rPr lang="en-US" altLang="zh-CN" sz="2000" b="1"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1/3</a:t>
          </a:r>
          <a:r>
            <a:rPr lang="zh-CN" altLang="zh-CN" sz="2000" b="1"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，且不应小于</a:t>
          </a:r>
          <a:r>
            <a:rPr lang="en-US" altLang="zh-CN" sz="2000" b="1"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150mm</a:t>
          </a:r>
          <a:r>
            <a:rPr lang="zh-CN" altLang="zh-CN" sz="2000" b="1"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。当不能满足时，应设置钢筋加强。</a:t>
          </a:r>
          <a:endParaRPr lang="zh-CN" altLang="en-US" sz="2000" b="1"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dsp:txBody>
      <dsp:txXfrm>
        <a:off x="418589" y="88353"/>
        <a:ext cx="7458851" cy="767077"/>
      </dsp:txXfrm>
    </dsp:sp>
    <dsp:sp modelId="{C4989AD4-2A09-4FF3-A79B-3880D95F8CD6}">
      <dsp:nvSpPr>
        <dsp:cNvPr id="0" name=""/>
        <dsp:cNvSpPr/>
      </dsp:nvSpPr>
      <dsp:spPr>
        <a:xfrm>
          <a:off x="0" y="1732707"/>
          <a:ext cx="7920880" cy="529200"/>
        </a:xfrm>
        <a:prstGeom prst="rect">
          <a:avLst/>
        </a:prstGeom>
        <a:solidFill>
          <a:schemeClr val="lt1">
            <a:alpha val="90000"/>
            <a:hueOff val="0"/>
            <a:satOff val="0"/>
            <a:lumOff val="0"/>
            <a:alphaOff val="0"/>
          </a:schemeClr>
        </a:solidFill>
        <a:ln w="12700" cap="flat" cmpd="sng" algn="ctr">
          <a:solidFill>
            <a:schemeClr val="accent5">
              <a:hueOff val="-2842414"/>
              <a:satOff val="12778"/>
              <a:lumOff val="-981"/>
              <a:alphaOff val="0"/>
            </a:schemeClr>
          </a:solidFill>
          <a:prstDash val="solid"/>
          <a:miter lim="800000"/>
        </a:ln>
        <a:effectLst/>
      </dsp:spPr>
      <dsp:style>
        <a:lnRef idx="2">
          <a:scrgbClr r="0" g="0" b="0"/>
        </a:lnRef>
        <a:fillRef idx="1">
          <a:scrgbClr r="0" g="0" b="0"/>
        </a:fillRef>
        <a:effectRef idx="0">
          <a:scrgbClr r="0" g="0" b="0"/>
        </a:effectRef>
        <a:fontRef idx="minor"/>
      </dsp:style>
    </dsp:sp>
    <dsp:sp modelId="{131589C0-0A97-498F-AE74-DA031041C591}">
      <dsp:nvSpPr>
        <dsp:cNvPr id="0" name=""/>
        <dsp:cNvSpPr/>
      </dsp:nvSpPr>
      <dsp:spPr>
        <a:xfrm>
          <a:off x="377092" y="1229568"/>
          <a:ext cx="7541845" cy="813099"/>
        </a:xfrm>
        <a:prstGeom prst="roundRect">
          <a:avLst/>
        </a:prstGeom>
        <a:solidFill>
          <a:schemeClr val="accent5">
            <a:hueOff val="-2842414"/>
            <a:satOff val="12778"/>
            <a:lumOff val="-98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73" tIns="0" rIns="209573" bIns="0" numCol="1" spcCol="1270" anchor="ctr" anchorCtr="0">
          <a:noAutofit/>
        </a:bodyPr>
        <a:lstStyle/>
        <a:p>
          <a:pPr lvl="0" algn="l" defTabSz="889000">
            <a:lnSpc>
              <a:spcPct val="90000"/>
            </a:lnSpc>
            <a:spcBef>
              <a:spcPct val="0"/>
            </a:spcBef>
            <a:spcAft>
              <a:spcPct val="35000"/>
            </a:spcAft>
          </a:pPr>
          <a:r>
            <a:rPr lang="en-US" altLang="zh-CN" sz="2000" b="1"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2000" b="1"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、蒸压加气混凝土砌块采用薄层砂浆砌筑法砌筑时，应符合下列规定：</a:t>
          </a:r>
        </a:p>
      </dsp:txBody>
      <dsp:txXfrm>
        <a:off x="416784" y="1269260"/>
        <a:ext cx="7462461" cy="733715"/>
      </dsp:txXfrm>
    </dsp:sp>
    <dsp:sp modelId="{ECF1682E-67F2-4F2C-A761-9D012D20BBC0}">
      <dsp:nvSpPr>
        <dsp:cNvPr id="0" name=""/>
        <dsp:cNvSpPr/>
      </dsp:nvSpPr>
      <dsp:spPr>
        <a:xfrm>
          <a:off x="0" y="2685267"/>
          <a:ext cx="7920880" cy="529200"/>
        </a:xfrm>
        <a:prstGeom prst="rect">
          <a:avLst/>
        </a:prstGeom>
        <a:solidFill>
          <a:schemeClr val="lt1">
            <a:alpha val="90000"/>
            <a:hueOff val="0"/>
            <a:satOff val="0"/>
            <a:lumOff val="0"/>
            <a:alphaOff val="0"/>
          </a:schemeClr>
        </a:solidFill>
        <a:ln w="12700" cap="flat" cmpd="sng" algn="ctr">
          <a:solidFill>
            <a:schemeClr val="accent5">
              <a:hueOff val="-5684827"/>
              <a:satOff val="25556"/>
              <a:lumOff val="-1961"/>
              <a:alphaOff val="0"/>
            </a:schemeClr>
          </a:solidFill>
          <a:prstDash val="solid"/>
          <a:miter lim="800000"/>
        </a:ln>
        <a:effectLst/>
      </dsp:spPr>
      <dsp:style>
        <a:lnRef idx="2">
          <a:scrgbClr r="0" g="0" b="0"/>
        </a:lnRef>
        <a:fillRef idx="1">
          <a:scrgbClr r="0" g="0" b="0"/>
        </a:fillRef>
        <a:effectRef idx="0">
          <a:scrgbClr r="0" g="0" b="0"/>
        </a:effectRef>
        <a:fontRef idx="minor"/>
      </dsp:style>
    </dsp:sp>
    <dsp:sp modelId="{4F33DC97-15C8-445A-8348-314110C7FE35}">
      <dsp:nvSpPr>
        <dsp:cNvPr id="0" name=""/>
        <dsp:cNvSpPr/>
      </dsp:nvSpPr>
      <dsp:spPr>
        <a:xfrm>
          <a:off x="377092" y="2375307"/>
          <a:ext cx="7541845" cy="619920"/>
        </a:xfrm>
        <a:prstGeom prst="roundRect">
          <a:avLst/>
        </a:prstGeom>
        <a:solidFill>
          <a:schemeClr val="accent5">
            <a:hueOff val="-5684827"/>
            <a:satOff val="25556"/>
            <a:lumOff val="-19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73" tIns="0" rIns="209573" bIns="0" numCol="1" spcCol="1270" anchor="ctr" anchorCtr="0">
          <a:noAutofit/>
        </a:bodyPr>
        <a:lstStyle/>
        <a:p>
          <a:pPr lvl="0" algn="l" defTabSz="889000">
            <a:lnSpc>
              <a:spcPct val="90000"/>
            </a:lnSpc>
            <a:spcBef>
              <a:spcPct val="0"/>
            </a:spcBef>
            <a:spcAft>
              <a:spcPct val="35000"/>
            </a:spcAft>
          </a:pPr>
          <a:r>
            <a:rPr lang="zh-CN" altLang="en-US" sz="2000" b="1"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000" b="1"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）砌筑砂浆应采用专用粘结砂浆；</a:t>
          </a:r>
        </a:p>
      </dsp:txBody>
      <dsp:txXfrm>
        <a:off x="407354" y="2405569"/>
        <a:ext cx="7481321" cy="559396"/>
      </dsp:txXfrm>
    </dsp:sp>
    <dsp:sp modelId="{92B89C56-A4A6-457A-B46D-E904B470838E}">
      <dsp:nvSpPr>
        <dsp:cNvPr id="0" name=""/>
        <dsp:cNvSpPr/>
      </dsp:nvSpPr>
      <dsp:spPr>
        <a:xfrm>
          <a:off x="0" y="3637827"/>
          <a:ext cx="7920880" cy="529200"/>
        </a:xfrm>
        <a:prstGeom prst="rect">
          <a:avLst/>
        </a:prstGeom>
        <a:solidFill>
          <a:schemeClr val="lt1">
            <a:alpha val="90000"/>
            <a:hueOff val="0"/>
            <a:satOff val="0"/>
            <a:lumOff val="0"/>
            <a:alphaOff val="0"/>
          </a:schemeClr>
        </a:solidFill>
        <a:ln w="12700" cap="flat" cmpd="sng" algn="ctr">
          <a:solidFill>
            <a:schemeClr val="accent5">
              <a:hueOff val="-8527241"/>
              <a:satOff val="38334"/>
              <a:lumOff val="-2942"/>
              <a:alphaOff val="0"/>
            </a:schemeClr>
          </a:solidFill>
          <a:prstDash val="solid"/>
          <a:miter lim="800000"/>
        </a:ln>
        <a:effectLst/>
      </dsp:spPr>
      <dsp:style>
        <a:lnRef idx="2">
          <a:scrgbClr r="0" g="0" b="0"/>
        </a:lnRef>
        <a:fillRef idx="1">
          <a:scrgbClr r="0" g="0" b="0"/>
        </a:fillRef>
        <a:effectRef idx="0">
          <a:scrgbClr r="0" g="0" b="0"/>
        </a:effectRef>
        <a:fontRef idx="minor"/>
      </dsp:style>
    </dsp:sp>
    <dsp:sp modelId="{AB817A8B-D5AE-4CA4-9661-3644ACAA709B}">
      <dsp:nvSpPr>
        <dsp:cNvPr id="0" name=""/>
        <dsp:cNvSpPr/>
      </dsp:nvSpPr>
      <dsp:spPr>
        <a:xfrm>
          <a:off x="377092" y="3327867"/>
          <a:ext cx="7541845" cy="619920"/>
        </a:xfrm>
        <a:prstGeom prst="roundRect">
          <a:avLst/>
        </a:prstGeom>
        <a:solidFill>
          <a:schemeClr val="accent5">
            <a:hueOff val="-8527241"/>
            <a:satOff val="38334"/>
            <a:lumOff val="-294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73" tIns="0" rIns="209573" bIns="0" numCol="1" spcCol="1270" anchor="ctr" anchorCtr="0">
          <a:noAutofit/>
        </a:bodyPr>
        <a:lstStyle/>
        <a:p>
          <a:pPr lvl="0" algn="l" defTabSz="889000">
            <a:lnSpc>
              <a:spcPct val="90000"/>
            </a:lnSpc>
            <a:spcBef>
              <a:spcPct val="0"/>
            </a:spcBef>
            <a:spcAft>
              <a:spcPct val="35000"/>
            </a:spcAft>
          </a:pPr>
          <a:r>
            <a:rPr lang="zh-CN" altLang="en-US" sz="2000" b="1"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2000" b="1"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）砌块不得用水浇湿，其灰缝厚度宜为</a:t>
          </a:r>
          <a:r>
            <a:rPr lang="en-US" altLang="en-US" sz="2000" b="1"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2~4mm</a:t>
          </a:r>
          <a:r>
            <a:rPr lang="zh-CN" altLang="en-US" sz="2000" b="1"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p>
      </dsp:txBody>
      <dsp:txXfrm>
        <a:off x="407354" y="3358129"/>
        <a:ext cx="7481321" cy="5593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EDE8D5-2CFD-4198-A853-D5A511754CA9}">
      <dsp:nvSpPr>
        <dsp:cNvPr id="0" name=""/>
        <dsp:cNvSpPr/>
      </dsp:nvSpPr>
      <dsp:spPr>
        <a:xfrm>
          <a:off x="0" y="827860"/>
          <a:ext cx="7920880" cy="7812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3E9CBED-1BFB-499C-919A-16FC59EDAC36}">
      <dsp:nvSpPr>
        <dsp:cNvPr id="0" name=""/>
        <dsp:cNvSpPr/>
      </dsp:nvSpPr>
      <dsp:spPr>
        <a:xfrm>
          <a:off x="377092" y="30553"/>
          <a:ext cx="7541845" cy="1254867"/>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73" tIns="0" rIns="209573" bIns="0" numCol="1" spcCol="1270" anchor="ctr" anchorCtr="0">
          <a:noAutofit/>
        </a:bodyPr>
        <a:lstStyle/>
        <a:p>
          <a:pPr lvl="0" algn="l" defTabSz="889000">
            <a:lnSpc>
              <a:spcPct val="90000"/>
            </a:lnSpc>
            <a:spcBef>
              <a:spcPct val="0"/>
            </a:spcBef>
            <a:spcAft>
              <a:spcPct val="35000"/>
            </a:spcAft>
          </a:pPr>
          <a:r>
            <a:rPr lang="zh-CN" altLang="en-US" sz="2000" b="1"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3</a:t>
          </a:r>
          <a:r>
            <a:rPr lang="zh-CN" altLang="en-US" sz="2000" b="1"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）砌块与拉结筋的连接，应预先在相应位置的砌块上表面开设凹槽；砌筑时，钢筋应居中放置在凹槽砂浆内；</a:t>
          </a:r>
        </a:p>
      </dsp:txBody>
      <dsp:txXfrm>
        <a:off x="438350" y="91811"/>
        <a:ext cx="7419329" cy="1132351"/>
      </dsp:txXfrm>
    </dsp:sp>
    <dsp:sp modelId="{C4989AD4-2A09-4FF3-A79B-3880D95F8CD6}">
      <dsp:nvSpPr>
        <dsp:cNvPr id="0" name=""/>
        <dsp:cNvSpPr/>
      </dsp:nvSpPr>
      <dsp:spPr>
        <a:xfrm>
          <a:off x="0" y="2519190"/>
          <a:ext cx="7920880" cy="781200"/>
        </a:xfrm>
        <a:prstGeom prst="rect">
          <a:avLst/>
        </a:prstGeom>
        <a:solidFill>
          <a:schemeClr val="lt1">
            <a:alpha val="90000"/>
            <a:hueOff val="0"/>
            <a:satOff val="0"/>
            <a:lumOff val="0"/>
            <a:alphaOff val="0"/>
          </a:schemeClr>
        </a:solidFill>
        <a:ln w="12700" cap="flat" cmpd="sng" algn="ctr">
          <a:solidFill>
            <a:schemeClr val="accent5">
              <a:hueOff val="-4263620"/>
              <a:satOff val="19167"/>
              <a:lumOff val="-1471"/>
              <a:alphaOff val="0"/>
            </a:schemeClr>
          </a:solidFill>
          <a:prstDash val="solid"/>
          <a:miter lim="800000"/>
        </a:ln>
        <a:effectLst/>
      </dsp:spPr>
      <dsp:style>
        <a:lnRef idx="2">
          <a:scrgbClr r="0" g="0" b="0"/>
        </a:lnRef>
        <a:fillRef idx="1">
          <a:scrgbClr r="0" g="0" b="0"/>
        </a:fillRef>
        <a:effectRef idx="0">
          <a:scrgbClr r="0" g="0" b="0"/>
        </a:effectRef>
        <a:fontRef idx="minor"/>
      </dsp:style>
    </dsp:sp>
    <dsp:sp modelId="{131589C0-0A97-498F-AE74-DA031041C591}">
      <dsp:nvSpPr>
        <dsp:cNvPr id="0" name=""/>
        <dsp:cNvSpPr/>
      </dsp:nvSpPr>
      <dsp:spPr>
        <a:xfrm>
          <a:off x="377092" y="1776460"/>
          <a:ext cx="7541845" cy="1200289"/>
        </a:xfrm>
        <a:prstGeom prst="roundRect">
          <a:avLst/>
        </a:prstGeom>
        <a:solidFill>
          <a:schemeClr val="accent5">
            <a:hueOff val="-4263620"/>
            <a:satOff val="19167"/>
            <a:lumOff val="-147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73" tIns="0" rIns="209573" bIns="0" numCol="1" spcCol="1270" anchor="ctr" anchorCtr="0">
          <a:noAutofit/>
        </a:bodyPr>
        <a:lstStyle/>
        <a:p>
          <a:pPr lvl="0" algn="l" defTabSz="889000">
            <a:lnSpc>
              <a:spcPct val="90000"/>
            </a:lnSpc>
            <a:spcBef>
              <a:spcPct val="0"/>
            </a:spcBef>
            <a:spcAft>
              <a:spcPct val="35000"/>
            </a:spcAft>
          </a:pPr>
          <a:r>
            <a:rPr lang="zh-CN" altLang="en-US" sz="2000" b="1"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4</a:t>
          </a:r>
          <a:r>
            <a:rPr lang="zh-CN" altLang="en-US" sz="2000" b="1"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）砌块砌筑过程中，当在水平面和垂直面上有超过</a:t>
          </a:r>
          <a:r>
            <a:rPr lang="en-US" altLang="en-US" sz="2000" b="1"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2mm</a:t>
          </a:r>
          <a:r>
            <a:rPr lang="zh-CN" altLang="en-US" sz="2000" b="1"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的错边量时，应采用钢齿磨板和磨砂板磨平，方可进行下道工序施工。</a:t>
          </a:r>
        </a:p>
      </dsp:txBody>
      <dsp:txXfrm>
        <a:off x="435685" y="1835053"/>
        <a:ext cx="7424659" cy="1083103"/>
      </dsp:txXfrm>
    </dsp:sp>
    <dsp:sp modelId="{ECF1682E-67F2-4F2C-A761-9D012D20BBC0}">
      <dsp:nvSpPr>
        <dsp:cNvPr id="0" name=""/>
        <dsp:cNvSpPr/>
      </dsp:nvSpPr>
      <dsp:spPr>
        <a:xfrm>
          <a:off x="0" y="3925350"/>
          <a:ext cx="7920880" cy="781200"/>
        </a:xfrm>
        <a:prstGeom prst="rect">
          <a:avLst/>
        </a:prstGeom>
        <a:solidFill>
          <a:schemeClr val="lt1">
            <a:alpha val="90000"/>
            <a:hueOff val="0"/>
            <a:satOff val="0"/>
            <a:lumOff val="0"/>
            <a:alphaOff val="0"/>
          </a:schemeClr>
        </a:solidFill>
        <a:ln w="12700" cap="flat" cmpd="sng" algn="ctr">
          <a:solidFill>
            <a:schemeClr val="accent5">
              <a:hueOff val="-8527241"/>
              <a:satOff val="38334"/>
              <a:lumOff val="-2942"/>
              <a:alphaOff val="0"/>
            </a:schemeClr>
          </a:solidFill>
          <a:prstDash val="solid"/>
          <a:miter lim="800000"/>
        </a:ln>
        <a:effectLst/>
      </dsp:spPr>
      <dsp:style>
        <a:lnRef idx="2">
          <a:scrgbClr r="0" g="0" b="0"/>
        </a:lnRef>
        <a:fillRef idx="1">
          <a:scrgbClr r="0" g="0" b="0"/>
        </a:fillRef>
        <a:effectRef idx="0">
          <a:scrgbClr r="0" g="0" b="0"/>
        </a:effectRef>
        <a:fontRef idx="minor"/>
      </dsp:style>
    </dsp:sp>
    <dsp:sp modelId="{4F33DC97-15C8-445A-8348-314110C7FE35}">
      <dsp:nvSpPr>
        <dsp:cNvPr id="0" name=""/>
        <dsp:cNvSpPr/>
      </dsp:nvSpPr>
      <dsp:spPr>
        <a:xfrm>
          <a:off x="377092" y="3467790"/>
          <a:ext cx="7541845" cy="915120"/>
        </a:xfrm>
        <a:prstGeom prst="roundRect">
          <a:avLst/>
        </a:prstGeom>
        <a:solidFill>
          <a:schemeClr val="accent5">
            <a:hueOff val="-8527241"/>
            <a:satOff val="38334"/>
            <a:lumOff val="-294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73" tIns="0" rIns="209573" bIns="0" numCol="1" spcCol="1270" anchor="ctr" anchorCtr="0">
          <a:noAutofit/>
        </a:bodyPr>
        <a:lstStyle/>
        <a:p>
          <a:pPr lvl="0" algn="l" defTabSz="889000">
            <a:lnSpc>
              <a:spcPct val="90000"/>
            </a:lnSpc>
            <a:spcBef>
              <a:spcPct val="0"/>
            </a:spcBef>
            <a:spcAft>
              <a:spcPct val="35000"/>
            </a:spcAft>
          </a:pPr>
          <a:r>
            <a:rPr lang="en-US" altLang="zh-CN" sz="2000" b="1"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3</a:t>
          </a:r>
          <a:r>
            <a:rPr lang="zh-CN" altLang="en-US" sz="2000" b="1"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、采用非专用粘结砂浆砌筑时，水平灰缝厚度和竖向灰缝宽度不应超过</a:t>
          </a:r>
          <a:r>
            <a:rPr lang="en-US" altLang="en-US" sz="2000" b="1"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15mm</a:t>
          </a:r>
          <a:r>
            <a:rPr lang="zh-CN" altLang="en-US" sz="2000" b="1"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p>
      </dsp:txBody>
      <dsp:txXfrm>
        <a:off x="421764" y="3512462"/>
        <a:ext cx="7452501" cy="82577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0417AAB-FCBD-40B2-B028-268332E93037}" type="datetimeFigureOut">
              <a:rPr lang="zh-CN" altLang="en-US" smtClean="0"/>
              <a:t>2024/11/30</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303F446-A760-4077-983F-8A30C4399FE6}" type="slidenum">
              <a:rPr lang="zh-CN" altLang="en-US" smtClean="0"/>
              <a:t>‹#›</a:t>
            </a:fld>
            <a:endParaRPr lang="zh-CN" altLang="en-US"/>
          </a:p>
        </p:txBody>
      </p:sp>
    </p:spTree>
    <p:extLst>
      <p:ext uri="{BB962C8B-B14F-4D97-AF65-F5344CB8AC3E}">
        <p14:creationId xmlns:p14="http://schemas.microsoft.com/office/powerpoint/2010/main" val="1005467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标题幻灯片">
    <p:bg>
      <p:bgPr>
        <a:solidFill>
          <a:schemeClr val="bg1"/>
        </a:solid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rotWithShape="1">
          <a:blip r:embed="rId2">
            <a:extLst>
              <a:ext uri="{28A0092B-C50C-407E-A947-70E740481C1C}">
                <a14:useLocalDpi xmlns:a14="http://schemas.microsoft.com/office/drawing/2010/main" val="0"/>
              </a:ext>
            </a:extLst>
          </a:blip>
          <a:srcRect l="233" t="12301" r="1751" b="16008"/>
          <a:stretch/>
        </p:blipFill>
        <p:spPr>
          <a:xfrm>
            <a:off x="0" y="0"/>
            <a:ext cx="9144000" cy="5143500"/>
          </a:xfrm>
          <a:prstGeom prst="rect">
            <a:avLst/>
          </a:prstGeom>
        </p:spPr>
      </p:pic>
      <p:sp>
        <p:nvSpPr>
          <p:cNvPr id="4" name="KSO_FD"/>
          <p:cNvSpPr>
            <a:spLocks noGrp="1"/>
          </p:cNvSpPr>
          <p:nvPr>
            <p:ph type="dt" sz="half" idx="10"/>
          </p:nvPr>
        </p:nvSpPr>
        <p:spPr/>
        <p:txBody>
          <a:bodyPr/>
          <a:lstStyle/>
          <a:p>
            <a:fld id="{C9E60F58-3108-4415-857A-6D0360DF626E}" type="datetimeFigureOut">
              <a:rPr lang="zh-CN" altLang="en-US" smtClean="0"/>
              <a:t>2024/11/30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4AE85CE2-CEAD-46BB-861E-7D62265DC969}" type="slidenum">
              <a:rPr lang="zh-CN" altLang="en-US" smtClean="0"/>
              <a:t>‹#›</a:t>
            </a:fld>
            <a:endParaRPr lang="zh-CN" altLang="en-US"/>
          </a:p>
        </p:txBody>
      </p:sp>
      <p:sp>
        <p:nvSpPr>
          <p:cNvPr id="3" name="KSO_CT2"/>
          <p:cNvSpPr>
            <a:spLocks noGrp="1"/>
          </p:cNvSpPr>
          <p:nvPr>
            <p:ph type="subTitle" idx="1" hasCustomPrompt="1"/>
          </p:nvPr>
        </p:nvSpPr>
        <p:spPr>
          <a:xfrm>
            <a:off x="5133793" y="1806593"/>
            <a:ext cx="2945922" cy="303719"/>
          </a:xfrm>
          <a:prstGeom prst="roundRect">
            <a:avLst>
              <a:gd name="adj" fmla="val 50000"/>
            </a:avLst>
          </a:prstGeom>
          <a:noFill/>
          <a:ln>
            <a:noFill/>
          </a:ln>
        </p:spPr>
        <p:txBody>
          <a:bodyPr vert="horz" anchor="ctr">
            <a:noAutofit/>
          </a:bodyPr>
          <a:lstStyle>
            <a:lvl1pPr marL="0" indent="0" algn="ctr">
              <a:buNone/>
              <a:defRPr sz="1400" b="0">
                <a:solidFill>
                  <a:schemeClr val="tx1"/>
                </a:solidFill>
                <a:effectLst/>
                <a:latin typeface="+mn-ea"/>
                <a:ea typeface="+mn-ea"/>
              </a:defRPr>
            </a:lvl1pPr>
            <a:lvl2pPr marL="257175" indent="0" algn="ctr">
              <a:buNone/>
              <a:defRPr sz="1100"/>
            </a:lvl2pPr>
            <a:lvl3pPr marL="514350" indent="0" algn="ctr">
              <a:buNone/>
              <a:defRPr sz="1000"/>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zh-CN" altLang="en-US" dirty="0"/>
              <a:t>单击此处添加您的副标题</a:t>
            </a:r>
          </a:p>
        </p:txBody>
      </p:sp>
      <p:sp>
        <p:nvSpPr>
          <p:cNvPr id="7" name="KSO_CT1"/>
          <p:cNvSpPr>
            <a:spLocks noGrp="1"/>
          </p:cNvSpPr>
          <p:nvPr>
            <p:ph type="title" hasCustomPrompt="1"/>
          </p:nvPr>
        </p:nvSpPr>
        <p:spPr>
          <a:xfrm>
            <a:off x="4822164" y="983400"/>
            <a:ext cx="3727691" cy="805914"/>
          </a:xfrm>
        </p:spPr>
        <p:txBody>
          <a:bodyPr vert="horz" anchor="b">
            <a:noAutofit/>
          </a:bodyPr>
          <a:lstStyle>
            <a:lvl1pPr algn="ctr">
              <a:lnSpc>
                <a:spcPct val="100000"/>
              </a:lnSpc>
              <a:defRPr sz="2400" b="1" kern="1000" baseline="0">
                <a:solidFill>
                  <a:schemeClr val="accent1"/>
                </a:solidFill>
                <a:effectLst/>
                <a:latin typeface="+mj-ea"/>
                <a:ea typeface="+mj-ea"/>
              </a:defRPr>
            </a:lvl1pPr>
          </a:lstStyle>
          <a:p>
            <a:r>
              <a:rPr lang="zh-CN" altLang="en-US" dirty="0"/>
              <a:t>单击此处添加您的标题文字</a:t>
            </a:r>
          </a:p>
        </p:txBody>
      </p:sp>
    </p:spTree>
    <p:extLst>
      <p:ext uri="{BB962C8B-B14F-4D97-AF65-F5344CB8AC3E}">
        <p14:creationId xmlns:p14="http://schemas.microsoft.com/office/powerpoint/2010/main" val="489679569"/>
      </p:ext>
    </p:extLst>
  </p:cSld>
  <p:clrMapOvr>
    <a:masterClrMapping/>
  </p:clrMapOvr>
  <p:extLst>
    <p:ext uri="{DCECCB84-F9BA-43D5-87BE-67443E8EF086}">
      <p15:sldGuideLst xmlns:p15="http://schemas.microsoft.com/office/powerpoint/2012/main" xmlns="">
        <p15:guide id="1" pos="4967">
          <p15:clr>
            <a:srgbClr val="FBAE40"/>
          </p15:clr>
        </p15:guide>
        <p15:guide id="0" orient="horz" pos="2160" userDrawn="1">
          <p15:clr>
            <a:srgbClr val="FBAE40"/>
          </p15:clr>
        </p15:guide>
        <p15:guide id="2" pos="662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KSO_BT1"/>
          <p:cNvSpPr>
            <a:spLocks noGrp="1"/>
          </p:cNvSpPr>
          <p:nvPr>
            <p:ph type="title"/>
          </p:nvPr>
        </p:nvSpPr>
        <p:spPr/>
        <p:txBody>
          <a:bodyPr>
            <a:normAutofit/>
          </a:bodyPr>
          <a:lstStyle>
            <a:lvl1pPr algn="ctr">
              <a:defRPr sz="3200" b="1">
                <a:latin typeface="+mn-ea"/>
                <a:ea typeface="+mn-ea"/>
              </a:defRPr>
            </a:lvl1pPr>
          </a:lstStyle>
          <a:p>
            <a:r>
              <a:rPr lang="zh-CN" altLang="en-US" dirty="0"/>
              <a:t>单击此处编辑母版标题样式</a:t>
            </a:r>
            <a:endParaRPr lang="en-US" dirty="0"/>
          </a:p>
        </p:txBody>
      </p:sp>
      <p:sp>
        <p:nvSpPr>
          <p:cNvPr id="3" name="KSO_BC1"/>
          <p:cNvSpPr>
            <a:spLocks noGrp="1"/>
          </p:cNvSpPr>
          <p:nvPr>
            <p:ph idx="1"/>
          </p:nvPr>
        </p:nvSpPr>
        <p:spPr/>
        <p:txBody>
          <a:bodyPr>
            <a:normAutofit/>
          </a:bodyPr>
          <a:lstStyle>
            <a:lvl1pPr>
              <a:defRPr sz="2400" b="1">
                <a:solidFill>
                  <a:schemeClr val="tx1">
                    <a:lumMod val="50000"/>
                  </a:schemeClr>
                </a:solidFill>
                <a:latin typeface="+mj-ea"/>
                <a:ea typeface="+mj-ea"/>
              </a:defRPr>
            </a:lvl1pPr>
            <a:lvl2pPr>
              <a:defRPr sz="1400" b="1">
                <a:latin typeface="+mj-ea"/>
                <a:ea typeface="+mj-ea"/>
              </a:defRPr>
            </a:lvl2pPr>
          </a:lstStyle>
          <a:p>
            <a:pPr lvl="0"/>
            <a:r>
              <a:rPr lang="zh-CN" altLang="en-US" dirty="0"/>
              <a:t>单击此处编辑母版文本样式</a:t>
            </a:r>
          </a:p>
          <a:p>
            <a:pPr lvl="1"/>
            <a:r>
              <a:rPr lang="zh-CN" altLang="en-US" dirty="0"/>
              <a:t>第二级</a:t>
            </a:r>
          </a:p>
        </p:txBody>
      </p:sp>
      <p:sp>
        <p:nvSpPr>
          <p:cNvPr id="4" name="KSO_FD"/>
          <p:cNvSpPr>
            <a:spLocks noGrp="1"/>
          </p:cNvSpPr>
          <p:nvPr>
            <p:ph type="dt" sz="half" idx="10"/>
          </p:nvPr>
        </p:nvSpPr>
        <p:spPr/>
        <p:txBody>
          <a:bodyPr/>
          <a:lstStyle/>
          <a:p>
            <a:fld id="{1FE7BD1D-B284-4506-85BF-D02BB5BA5E47}" type="datetimeFigureOut">
              <a:rPr lang="zh-CN" altLang="en-US" smtClean="0"/>
              <a:t>2024/11/30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3171050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KSO_ST1"/>
          <p:cNvSpPr>
            <a:spLocks noGrp="1"/>
          </p:cNvSpPr>
          <p:nvPr>
            <p:ph type="title" hasCustomPrompt="1"/>
          </p:nvPr>
        </p:nvSpPr>
        <p:spPr>
          <a:xfrm>
            <a:off x="1574008" y="1581152"/>
            <a:ext cx="5995988" cy="926306"/>
          </a:xfrm>
        </p:spPr>
        <p:txBody>
          <a:bodyPr anchor="b">
            <a:normAutofit/>
          </a:bodyPr>
          <a:lstStyle>
            <a:lvl1pPr algn="ctr">
              <a:defRPr sz="2000">
                <a:solidFill>
                  <a:schemeClr val="tx1">
                    <a:lumMod val="50000"/>
                  </a:schemeClr>
                </a:solidFill>
                <a:effectLst/>
              </a:defRPr>
            </a:lvl1pPr>
          </a:lstStyle>
          <a:p>
            <a:r>
              <a:rPr lang="zh-CN" altLang="en-US" dirty="0"/>
              <a:t>此处添加您的标题</a:t>
            </a:r>
            <a:endParaRPr lang="en-US" dirty="0"/>
          </a:p>
        </p:txBody>
      </p:sp>
      <p:sp>
        <p:nvSpPr>
          <p:cNvPr id="3" name="KSO_ST2"/>
          <p:cNvSpPr>
            <a:spLocks noGrp="1"/>
          </p:cNvSpPr>
          <p:nvPr>
            <p:ph type="body" idx="1" hasCustomPrompt="1"/>
          </p:nvPr>
        </p:nvSpPr>
        <p:spPr>
          <a:xfrm>
            <a:off x="3038171" y="2550318"/>
            <a:ext cx="3067663" cy="268109"/>
          </a:xfrm>
          <a:prstGeom prst="roundRect">
            <a:avLst>
              <a:gd name="adj" fmla="val 50000"/>
            </a:avLst>
          </a:prstGeom>
          <a:noFill/>
        </p:spPr>
        <p:txBody>
          <a:bodyPr anchor="ctr">
            <a:normAutofit/>
          </a:bodyPr>
          <a:lstStyle>
            <a:lvl1pPr marL="0" indent="0" algn="ctr">
              <a:buNone/>
              <a:defRPr sz="900">
                <a:solidFill>
                  <a:schemeClr val="tx1"/>
                </a:solidFill>
              </a:defRPr>
            </a:lvl1pPr>
            <a:lvl2pPr marL="257175" indent="0">
              <a:buNone/>
              <a:defRPr sz="1100">
                <a:solidFill>
                  <a:schemeClr val="tx1">
                    <a:tint val="75000"/>
                  </a:schemeClr>
                </a:solidFill>
              </a:defRPr>
            </a:lvl2pPr>
            <a:lvl3pPr marL="514350" indent="0">
              <a:buNone/>
              <a:defRPr sz="1000">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r>
              <a:rPr lang="zh-CN" altLang="en-US" dirty="0"/>
              <a:t>单击此处添加您的副标题</a:t>
            </a:r>
            <a:endParaRPr lang="en-US" altLang="zh-CN" dirty="0"/>
          </a:p>
        </p:txBody>
      </p:sp>
      <p:sp>
        <p:nvSpPr>
          <p:cNvPr id="4" name="KSO_FD"/>
          <p:cNvSpPr>
            <a:spLocks noGrp="1"/>
          </p:cNvSpPr>
          <p:nvPr>
            <p:ph type="dt" sz="half" idx="10"/>
          </p:nvPr>
        </p:nvSpPr>
        <p:spPr/>
        <p:txBody>
          <a:bodyPr/>
          <a:lstStyle/>
          <a:p>
            <a:fld id="{1FE7BD1D-B284-4506-85BF-D02BB5BA5E47}" type="datetimeFigureOut">
              <a:rPr lang="zh-CN" altLang="en-US" smtClean="0"/>
              <a:t>2024/11/30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3173341061"/>
      </p:ext>
    </p:extLst>
  </p:cSld>
  <p:clrMapOvr>
    <a:masterClrMapping/>
  </p:clrMapOvr>
  <p:extLst>
    <p:ext uri="{DCECCB84-F9BA-43D5-87BE-67443E8EF086}">
      <p15:sldGuideLst xmlns:p15="http://schemas.microsoft.com/office/powerpoint/2012/main" xmlns=""/>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sz="half" idx="1"/>
          </p:nvPr>
        </p:nvSpPr>
        <p:spPr>
          <a:xfrm>
            <a:off x="1049867" y="933453"/>
            <a:ext cx="3810000" cy="3699272"/>
          </a:xfrm>
        </p:spPr>
        <p:txBody>
          <a:bodyPr/>
          <a:lstStyle>
            <a:lvl1pPr>
              <a:defRPr>
                <a:solidFill>
                  <a:schemeClr val="tx1">
                    <a:lumMod val="50000"/>
                  </a:schemeClr>
                </a:solidFill>
              </a:defRPr>
            </a:lvl1pPr>
          </a:lstStyle>
          <a:p>
            <a:pPr lvl="0"/>
            <a:r>
              <a:rPr lang="zh-CN" altLang="en-US" dirty="0"/>
              <a:t>单击此处编辑母版文本样式</a:t>
            </a:r>
          </a:p>
          <a:p>
            <a:pPr lvl="1"/>
            <a:r>
              <a:rPr lang="zh-CN" altLang="en-US" dirty="0"/>
              <a:t>第二级</a:t>
            </a:r>
          </a:p>
        </p:txBody>
      </p:sp>
      <p:sp>
        <p:nvSpPr>
          <p:cNvPr id="4" name="KSO_BC2"/>
          <p:cNvSpPr>
            <a:spLocks noGrp="1"/>
          </p:cNvSpPr>
          <p:nvPr>
            <p:ph sz="half" idx="2"/>
          </p:nvPr>
        </p:nvSpPr>
        <p:spPr>
          <a:xfrm>
            <a:off x="4889501" y="933453"/>
            <a:ext cx="3820587" cy="3699272"/>
          </a:xfrm>
        </p:spPr>
        <p:txBody>
          <a:bodyPr/>
          <a:lstStyle>
            <a:lvl1pPr>
              <a:defRPr>
                <a:solidFill>
                  <a:schemeClr val="tx1">
                    <a:lumMod val="50000"/>
                  </a:schemeClr>
                </a:solidFill>
              </a:defRPr>
            </a:lvl1pPr>
          </a:lstStyle>
          <a:p>
            <a:pPr lvl="0"/>
            <a:r>
              <a:rPr lang="zh-CN" altLang="en-US" dirty="0"/>
              <a:t>单击此处编辑母版文本样式</a:t>
            </a:r>
          </a:p>
          <a:p>
            <a:pPr lvl="1"/>
            <a:r>
              <a:rPr lang="zh-CN" altLang="en-US" dirty="0"/>
              <a:t>第二级</a:t>
            </a:r>
          </a:p>
        </p:txBody>
      </p:sp>
      <p:sp>
        <p:nvSpPr>
          <p:cNvPr id="5" name="KSO_FD"/>
          <p:cNvSpPr>
            <a:spLocks noGrp="1"/>
          </p:cNvSpPr>
          <p:nvPr>
            <p:ph type="dt" sz="half" idx="10"/>
          </p:nvPr>
        </p:nvSpPr>
        <p:spPr/>
        <p:txBody>
          <a:bodyPr/>
          <a:lstStyle/>
          <a:p>
            <a:fld id="{1FE7BD1D-B284-4506-85BF-D02BB5BA5E47}" type="datetimeFigureOut">
              <a:rPr lang="zh-CN" altLang="en-US" smtClean="0"/>
              <a:t>2024/11/30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1572907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KSO_BT1"/>
          <p:cNvSpPr>
            <a:spLocks noGrp="1"/>
          </p:cNvSpPr>
          <p:nvPr>
            <p:ph type="title"/>
          </p:nvPr>
        </p:nvSpPr>
        <p:spPr>
          <a:xfrm>
            <a:off x="1727199" y="88899"/>
            <a:ext cx="6984076" cy="53776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24578" y="1032272"/>
            <a:ext cx="3868340" cy="617934"/>
          </a:xfrm>
        </p:spPr>
        <p:txBody>
          <a:bodyPr anchor="b">
            <a:normAutofit/>
          </a:bodyPr>
          <a:lstStyle>
            <a:lvl1pPr marL="0" indent="0">
              <a:buNone/>
              <a:defRPr sz="1000" b="1"/>
            </a:lvl1pPr>
            <a:lvl2pPr marL="257175" indent="0">
              <a:buNone/>
              <a:defRPr sz="1100" b="1"/>
            </a:lvl2pPr>
            <a:lvl3pPr marL="514350" indent="0">
              <a:buNone/>
              <a:defRPr sz="1000"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zh-CN" altLang="en-US"/>
              <a:t>单击此处编辑母版文本样式</a:t>
            </a:r>
          </a:p>
        </p:txBody>
      </p:sp>
      <p:sp>
        <p:nvSpPr>
          <p:cNvPr id="4" name="KSO_BC1"/>
          <p:cNvSpPr>
            <a:spLocks noGrp="1"/>
          </p:cNvSpPr>
          <p:nvPr>
            <p:ph sz="half" idx="2"/>
          </p:nvPr>
        </p:nvSpPr>
        <p:spPr>
          <a:xfrm>
            <a:off x="824578" y="1650206"/>
            <a:ext cx="3868340" cy="2763441"/>
          </a:xfrm>
        </p:spPr>
        <p:txBody>
          <a:bodyPr/>
          <a:lstStyle/>
          <a:p>
            <a:pPr lvl="0"/>
            <a:r>
              <a:rPr lang="zh-CN" altLang="en-US"/>
              <a:t>单击此处编辑母版文本样式</a:t>
            </a:r>
          </a:p>
          <a:p>
            <a:pPr lvl="1"/>
            <a:r>
              <a:rPr lang="zh-CN" altLang="en-US"/>
              <a:t>第二级</a:t>
            </a:r>
          </a:p>
        </p:txBody>
      </p:sp>
      <p:sp>
        <p:nvSpPr>
          <p:cNvPr id="5" name="Text Placeholder 4"/>
          <p:cNvSpPr>
            <a:spLocks noGrp="1"/>
          </p:cNvSpPr>
          <p:nvPr>
            <p:ph type="body" sz="quarter" idx="3"/>
          </p:nvPr>
        </p:nvSpPr>
        <p:spPr>
          <a:xfrm>
            <a:off x="4823885" y="1032272"/>
            <a:ext cx="3887391" cy="617934"/>
          </a:xfrm>
        </p:spPr>
        <p:txBody>
          <a:bodyPr anchor="b">
            <a:normAutofit/>
          </a:bodyPr>
          <a:lstStyle>
            <a:lvl1pPr marL="0" indent="0">
              <a:buNone/>
              <a:defRPr sz="1000" b="1"/>
            </a:lvl1pPr>
            <a:lvl2pPr marL="257175" indent="0">
              <a:buNone/>
              <a:defRPr sz="1100" b="1"/>
            </a:lvl2pPr>
            <a:lvl3pPr marL="514350" indent="0">
              <a:buNone/>
              <a:defRPr sz="1000"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zh-CN" altLang="en-US"/>
              <a:t>单击此处编辑母版文本样式</a:t>
            </a:r>
          </a:p>
        </p:txBody>
      </p:sp>
      <p:sp>
        <p:nvSpPr>
          <p:cNvPr id="6" name="KSO_BC2"/>
          <p:cNvSpPr>
            <a:spLocks noGrp="1"/>
          </p:cNvSpPr>
          <p:nvPr>
            <p:ph sz="quarter" idx="4"/>
          </p:nvPr>
        </p:nvSpPr>
        <p:spPr>
          <a:xfrm>
            <a:off x="4823885" y="1650206"/>
            <a:ext cx="3887391" cy="2763441"/>
          </a:xfrm>
        </p:spPr>
        <p:txBody>
          <a:bodyPr/>
          <a:lstStyle/>
          <a:p>
            <a:pPr lvl="0"/>
            <a:r>
              <a:rPr lang="zh-CN" altLang="en-US"/>
              <a:t>单击此处编辑母版文本样式</a:t>
            </a:r>
          </a:p>
          <a:p>
            <a:pPr lvl="1"/>
            <a:r>
              <a:rPr lang="zh-CN" altLang="en-US"/>
              <a:t>第二级</a:t>
            </a:r>
          </a:p>
        </p:txBody>
      </p:sp>
      <p:sp>
        <p:nvSpPr>
          <p:cNvPr id="7" name="KSO_FD"/>
          <p:cNvSpPr>
            <a:spLocks noGrp="1"/>
          </p:cNvSpPr>
          <p:nvPr>
            <p:ph type="dt" sz="half" idx="10"/>
          </p:nvPr>
        </p:nvSpPr>
        <p:spPr/>
        <p:txBody>
          <a:bodyPr/>
          <a:lstStyle/>
          <a:p>
            <a:fld id="{1FE7BD1D-B284-4506-85BF-D02BB5BA5E47}" type="datetimeFigureOut">
              <a:rPr lang="zh-CN" altLang="en-US" smtClean="0"/>
              <a:t>2024/11/30</a:t>
            </a:fld>
            <a:endParaRPr lang="zh-CN" altLang="en-US"/>
          </a:p>
        </p:txBody>
      </p:sp>
      <p:sp>
        <p:nvSpPr>
          <p:cNvPr id="8" name="KSO_FT"/>
          <p:cNvSpPr>
            <a:spLocks noGrp="1"/>
          </p:cNvSpPr>
          <p:nvPr>
            <p:ph type="ftr" sz="quarter" idx="11"/>
          </p:nvPr>
        </p:nvSpPr>
        <p:spPr/>
        <p:txBody>
          <a:bodyPr/>
          <a:lstStyle/>
          <a:p>
            <a:endParaRPr lang="zh-CN" altLang="en-US"/>
          </a:p>
        </p:txBody>
      </p:sp>
      <p:sp>
        <p:nvSpPr>
          <p:cNvPr id="9"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2395082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FD"/>
          <p:cNvSpPr>
            <a:spLocks noGrp="1"/>
          </p:cNvSpPr>
          <p:nvPr>
            <p:ph type="dt" sz="half" idx="10"/>
          </p:nvPr>
        </p:nvSpPr>
        <p:spPr/>
        <p:txBody>
          <a:bodyPr/>
          <a:lstStyle/>
          <a:p>
            <a:fld id="{1FE7BD1D-B284-4506-85BF-D02BB5BA5E47}" type="datetimeFigureOut">
              <a:rPr lang="zh-CN" altLang="en-US" smtClean="0"/>
              <a:t>2024/11/30</a:t>
            </a:fld>
            <a:endParaRPr lang="zh-CN" altLang="en-US"/>
          </a:p>
        </p:txBody>
      </p:sp>
      <p:sp>
        <p:nvSpPr>
          <p:cNvPr id="4" name="KSO_FT"/>
          <p:cNvSpPr>
            <a:spLocks noGrp="1"/>
          </p:cNvSpPr>
          <p:nvPr>
            <p:ph type="ftr" sz="quarter" idx="11"/>
          </p:nvPr>
        </p:nvSpPr>
        <p:spPr/>
        <p:txBody>
          <a:bodyPr/>
          <a:lstStyle/>
          <a:p>
            <a:endParaRPr lang="zh-CN" altLang="en-US"/>
          </a:p>
        </p:txBody>
      </p:sp>
      <p:sp>
        <p:nvSpPr>
          <p:cNvPr id="5"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975767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KSO_FD"/>
          <p:cNvSpPr>
            <a:spLocks noGrp="1"/>
          </p:cNvSpPr>
          <p:nvPr>
            <p:ph type="dt" sz="half" idx="10"/>
          </p:nvPr>
        </p:nvSpPr>
        <p:spPr/>
        <p:txBody>
          <a:bodyPr/>
          <a:lstStyle/>
          <a:p>
            <a:fld id="{1FE7BD1D-B284-4506-85BF-D02BB5BA5E47}" type="datetimeFigureOut">
              <a:rPr lang="zh-CN" altLang="en-US" smtClean="0"/>
              <a:t>2024/11/30</a:t>
            </a:fld>
            <a:endParaRPr lang="zh-CN" altLang="en-US"/>
          </a:p>
        </p:txBody>
      </p:sp>
      <p:sp>
        <p:nvSpPr>
          <p:cNvPr id="3" name="KSO_FT"/>
          <p:cNvSpPr>
            <a:spLocks noGrp="1"/>
          </p:cNvSpPr>
          <p:nvPr>
            <p:ph type="ftr" sz="quarter" idx="11"/>
          </p:nvPr>
        </p:nvSpPr>
        <p:spPr/>
        <p:txBody>
          <a:bodyPr/>
          <a:lstStyle/>
          <a:p>
            <a:endParaRPr lang="zh-CN" altLang="en-US"/>
          </a:p>
        </p:txBody>
      </p:sp>
      <p:sp>
        <p:nvSpPr>
          <p:cNvPr id="4"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3825798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KSO_BT1"/>
          <p:cNvSpPr>
            <a:spLocks noGrp="1"/>
          </p:cNvSpPr>
          <p:nvPr>
            <p:ph type="title"/>
          </p:nvPr>
        </p:nvSpPr>
        <p:spPr>
          <a:xfrm>
            <a:off x="858444" y="400052"/>
            <a:ext cx="2949178" cy="1200150"/>
          </a:xfrm>
        </p:spPr>
        <p:txBody>
          <a:bodyPr anchor="b"/>
          <a:lstStyle>
            <a:lvl1pPr>
              <a:defRPr sz="1800"/>
            </a:lvl1pPr>
          </a:lstStyle>
          <a:p>
            <a:r>
              <a:rPr lang="zh-CN" altLang="en-US"/>
              <a:t>单击此处编辑母版标题样式</a:t>
            </a:r>
            <a:endParaRPr lang="en-US" dirty="0"/>
          </a:p>
        </p:txBody>
      </p:sp>
      <p:sp>
        <p:nvSpPr>
          <p:cNvPr id="3" name="KSO_BC1"/>
          <p:cNvSpPr>
            <a:spLocks noGrp="1"/>
          </p:cNvSpPr>
          <p:nvPr>
            <p:ph idx="1"/>
          </p:nvPr>
        </p:nvSpPr>
        <p:spPr>
          <a:xfrm>
            <a:off x="4115992" y="797724"/>
            <a:ext cx="4629150" cy="3655219"/>
          </a:xfrm>
        </p:spPr>
        <p:txBody>
          <a:bodyPr>
            <a:normAutofit/>
          </a:bodyPr>
          <a:lstStyle>
            <a:lvl1pPr>
              <a:defRPr sz="1100"/>
            </a:lvl1pPr>
            <a:lvl2pPr>
              <a:defRPr sz="1000"/>
            </a:lvl2pPr>
            <a:lvl3pPr>
              <a:defRPr sz="900"/>
            </a:lvl3pPr>
            <a:lvl4pPr>
              <a:defRPr sz="800"/>
            </a:lvl4pPr>
            <a:lvl5pPr>
              <a:defRPr sz="800"/>
            </a:lvl5pPr>
            <a:lvl6pPr>
              <a:defRPr sz="1100"/>
            </a:lvl6pPr>
            <a:lvl7pPr>
              <a:defRPr sz="1100"/>
            </a:lvl7pPr>
            <a:lvl8pPr>
              <a:defRPr sz="1100"/>
            </a:lvl8pPr>
            <a:lvl9pPr>
              <a:defRPr sz="1100"/>
            </a:lvl9pPr>
          </a:lstStyle>
          <a:p>
            <a:pPr lvl="0"/>
            <a:r>
              <a:rPr lang="zh-CN" altLang="en-US"/>
              <a:t>单击此处编辑母版文本样式</a:t>
            </a:r>
          </a:p>
          <a:p>
            <a:pPr lvl="1"/>
            <a:r>
              <a:rPr lang="zh-CN" altLang="en-US"/>
              <a:t>第二级</a:t>
            </a:r>
          </a:p>
        </p:txBody>
      </p:sp>
      <p:sp>
        <p:nvSpPr>
          <p:cNvPr id="4" name="KSO_BC2"/>
          <p:cNvSpPr>
            <a:spLocks noGrp="1"/>
          </p:cNvSpPr>
          <p:nvPr>
            <p:ph type="body" sz="half" idx="2"/>
          </p:nvPr>
        </p:nvSpPr>
        <p:spPr>
          <a:xfrm>
            <a:off x="858444" y="1600202"/>
            <a:ext cx="2949178" cy="2858691"/>
          </a:xfrm>
        </p:spPr>
        <p:txBody>
          <a:bodyPr/>
          <a:lstStyle>
            <a:lvl1pPr marL="0" indent="0">
              <a:buNone/>
              <a:defRPr sz="900"/>
            </a:lvl1pPr>
            <a:lvl2pPr marL="257175" indent="0">
              <a:buNone/>
              <a:defRPr sz="800"/>
            </a:lvl2pPr>
            <a:lvl3pPr marL="514350" indent="0">
              <a:buNone/>
              <a:defRPr sz="700"/>
            </a:lvl3pPr>
            <a:lvl4pPr marL="771525" indent="0">
              <a:buNone/>
              <a:defRPr sz="600"/>
            </a:lvl4pPr>
            <a:lvl5pPr marL="1028700" indent="0">
              <a:buNone/>
              <a:defRPr sz="600"/>
            </a:lvl5pPr>
            <a:lvl6pPr marL="1285875" indent="0">
              <a:buNone/>
              <a:defRPr sz="600"/>
            </a:lvl6pPr>
            <a:lvl7pPr marL="1543050" indent="0">
              <a:buNone/>
              <a:defRPr sz="600"/>
            </a:lvl7pPr>
            <a:lvl8pPr marL="1800225" indent="0">
              <a:buNone/>
              <a:defRPr sz="600"/>
            </a:lvl8pPr>
            <a:lvl9pPr marL="2057400" indent="0">
              <a:buNone/>
              <a:defRPr sz="600"/>
            </a:lvl9pPr>
          </a:lstStyle>
          <a:p>
            <a:pPr lvl="0"/>
            <a:r>
              <a:rPr lang="zh-CN" altLang="en-US"/>
              <a:t>单击此处编辑母版文本样式</a:t>
            </a:r>
          </a:p>
        </p:txBody>
      </p:sp>
      <p:sp>
        <p:nvSpPr>
          <p:cNvPr id="5" name="KSO_FD"/>
          <p:cNvSpPr>
            <a:spLocks noGrp="1"/>
          </p:cNvSpPr>
          <p:nvPr>
            <p:ph type="dt" sz="half" idx="10"/>
          </p:nvPr>
        </p:nvSpPr>
        <p:spPr/>
        <p:txBody>
          <a:bodyPr/>
          <a:lstStyle/>
          <a:p>
            <a:fld id="{1FE7BD1D-B284-4506-85BF-D02BB5BA5E47}" type="datetimeFigureOut">
              <a:rPr lang="zh-CN" altLang="en-US" smtClean="0"/>
              <a:t>2024/11/30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2702485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KSO_BT1"/>
          <p:cNvSpPr>
            <a:spLocks noGrp="1"/>
          </p:cNvSpPr>
          <p:nvPr>
            <p:ph type="title"/>
          </p:nvPr>
        </p:nvSpPr>
        <p:spPr>
          <a:xfrm>
            <a:off x="934644" y="342900"/>
            <a:ext cx="2949178" cy="1200150"/>
          </a:xfrm>
        </p:spPr>
        <p:txBody>
          <a:bodyPr anchor="b"/>
          <a:lstStyle>
            <a:lvl1pPr>
              <a:defRPr sz="1800"/>
            </a:lvl1pPr>
          </a:lstStyle>
          <a:p>
            <a:r>
              <a:rPr lang="zh-CN" altLang="en-US"/>
              <a:t>单击此处编辑母版标题样式</a:t>
            </a:r>
            <a:endParaRPr lang="en-US" dirty="0"/>
          </a:p>
        </p:txBody>
      </p:sp>
      <p:sp>
        <p:nvSpPr>
          <p:cNvPr id="3" name="KSO_BC1"/>
          <p:cNvSpPr>
            <a:spLocks noGrp="1" noChangeAspect="1"/>
          </p:cNvSpPr>
          <p:nvPr>
            <p:ph type="pic" idx="1"/>
          </p:nvPr>
        </p:nvSpPr>
        <p:spPr>
          <a:xfrm>
            <a:off x="4082125" y="740572"/>
            <a:ext cx="4629150" cy="3655219"/>
          </a:xfrm>
        </p:spPr>
        <p:txBody>
          <a:bodyPr anchor="t"/>
          <a:lstStyle>
            <a:lvl1pPr marL="0" indent="0">
              <a:buNone/>
              <a:defRPr sz="1800"/>
            </a:lvl1pPr>
            <a:lvl2pPr marL="257175" indent="0">
              <a:buNone/>
              <a:defRPr sz="1600"/>
            </a:lvl2pPr>
            <a:lvl3pPr marL="514350" indent="0">
              <a:buNone/>
              <a:defRPr sz="1400"/>
            </a:lvl3pPr>
            <a:lvl4pPr marL="771525" indent="0">
              <a:buNone/>
              <a:defRPr sz="1100"/>
            </a:lvl4pPr>
            <a:lvl5pPr marL="1028700" indent="0">
              <a:buNone/>
              <a:defRPr sz="1100"/>
            </a:lvl5pPr>
            <a:lvl6pPr marL="1285875" indent="0">
              <a:buNone/>
              <a:defRPr sz="1100"/>
            </a:lvl6pPr>
            <a:lvl7pPr marL="1543050" indent="0">
              <a:buNone/>
              <a:defRPr sz="1100"/>
            </a:lvl7pPr>
            <a:lvl8pPr marL="1800225" indent="0">
              <a:buNone/>
              <a:defRPr sz="1100"/>
            </a:lvl8pPr>
            <a:lvl9pPr marL="2057400" indent="0">
              <a:buNone/>
              <a:defRPr sz="1100"/>
            </a:lvl9pPr>
          </a:lstStyle>
          <a:p>
            <a:r>
              <a:rPr lang="zh-CN" altLang="en-US"/>
              <a:t>单击图标添加图片</a:t>
            </a:r>
            <a:endParaRPr lang="en-US" dirty="0"/>
          </a:p>
        </p:txBody>
      </p:sp>
      <p:sp>
        <p:nvSpPr>
          <p:cNvPr id="4" name="KSO_BC2"/>
          <p:cNvSpPr>
            <a:spLocks noGrp="1"/>
          </p:cNvSpPr>
          <p:nvPr>
            <p:ph type="body" sz="half" idx="2"/>
          </p:nvPr>
        </p:nvSpPr>
        <p:spPr>
          <a:xfrm>
            <a:off x="934644" y="1543050"/>
            <a:ext cx="2949178" cy="2858691"/>
          </a:xfrm>
        </p:spPr>
        <p:txBody>
          <a:bodyPr/>
          <a:lstStyle>
            <a:lvl1pPr marL="0" indent="0">
              <a:buNone/>
              <a:defRPr sz="900"/>
            </a:lvl1pPr>
            <a:lvl2pPr marL="257175" indent="0">
              <a:buNone/>
              <a:defRPr sz="800"/>
            </a:lvl2pPr>
            <a:lvl3pPr marL="514350" indent="0">
              <a:buNone/>
              <a:defRPr sz="700"/>
            </a:lvl3pPr>
            <a:lvl4pPr marL="771525" indent="0">
              <a:buNone/>
              <a:defRPr sz="600"/>
            </a:lvl4pPr>
            <a:lvl5pPr marL="1028700" indent="0">
              <a:buNone/>
              <a:defRPr sz="600"/>
            </a:lvl5pPr>
            <a:lvl6pPr marL="1285875" indent="0">
              <a:buNone/>
              <a:defRPr sz="600"/>
            </a:lvl6pPr>
            <a:lvl7pPr marL="1543050" indent="0">
              <a:buNone/>
              <a:defRPr sz="600"/>
            </a:lvl7pPr>
            <a:lvl8pPr marL="1800225" indent="0">
              <a:buNone/>
              <a:defRPr sz="600"/>
            </a:lvl8pPr>
            <a:lvl9pPr marL="2057400" indent="0">
              <a:buNone/>
              <a:defRPr sz="600"/>
            </a:lvl9pPr>
          </a:lstStyle>
          <a:p>
            <a:pPr lvl="0"/>
            <a:r>
              <a:rPr lang="zh-CN" altLang="en-US"/>
              <a:t>单击此处编辑母版文本样式</a:t>
            </a:r>
          </a:p>
        </p:txBody>
      </p:sp>
      <p:sp>
        <p:nvSpPr>
          <p:cNvPr id="5" name="KSO_FD"/>
          <p:cNvSpPr>
            <a:spLocks noGrp="1"/>
          </p:cNvSpPr>
          <p:nvPr>
            <p:ph type="dt" sz="half" idx="10"/>
          </p:nvPr>
        </p:nvSpPr>
        <p:spPr/>
        <p:txBody>
          <a:bodyPr/>
          <a:lstStyle/>
          <a:p>
            <a:fld id="{1FE7BD1D-B284-4506-85BF-D02BB5BA5E47}" type="datetimeFigureOut">
              <a:rPr lang="zh-CN" altLang="en-US" smtClean="0"/>
              <a:t>2024/11/30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3494004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type="body" orient="vert" idx="1"/>
          </p:nvPr>
        </p:nvSpPr>
        <p:spPr/>
        <p:txBody>
          <a:bodyPr vert="eaVert"/>
          <a:lstStyle/>
          <a:p>
            <a:pPr lvl="0"/>
            <a:r>
              <a:rPr lang="zh-CN" altLang="en-US"/>
              <a:t>单击此处编辑母版文本样式</a:t>
            </a:r>
          </a:p>
          <a:p>
            <a:pPr lvl="1"/>
            <a:r>
              <a:rPr lang="zh-CN" altLang="en-US"/>
              <a:t>第二级</a:t>
            </a:r>
          </a:p>
        </p:txBody>
      </p:sp>
      <p:sp>
        <p:nvSpPr>
          <p:cNvPr id="4" name="KSO_FD"/>
          <p:cNvSpPr>
            <a:spLocks noGrp="1"/>
          </p:cNvSpPr>
          <p:nvPr>
            <p:ph type="dt" sz="half" idx="10"/>
          </p:nvPr>
        </p:nvSpPr>
        <p:spPr/>
        <p:txBody>
          <a:bodyPr/>
          <a:lstStyle/>
          <a:p>
            <a:fld id="{1FE7BD1D-B284-4506-85BF-D02BB5BA5E47}" type="datetimeFigureOut">
              <a:rPr lang="zh-CN" altLang="en-US" smtClean="0"/>
              <a:t>2024/11/30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769067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KSO_BT1"/>
          <p:cNvSpPr>
            <a:spLocks noGrp="1"/>
          </p:cNvSpPr>
          <p:nvPr>
            <p:ph type="title" orient="vert"/>
          </p:nvPr>
        </p:nvSpPr>
        <p:spPr>
          <a:xfrm>
            <a:off x="7628469" y="273844"/>
            <a:ext cx="886883" cy="4358879"/>
          </a:xfrm>
        </p:spPr>
        <p:txBody>
          <a:bodyPr vert="eaVert"/>
          <a:lstStyle/>
          <a:p>
            <a:r>
              <a:rPr lang="zh-CN" altLang="en-US"/>
              <a:t>单击此处编辑母版标题样式</a:t>
            </a:r>
            <a:endParaRPr lang="en-US" dirty="0"/>
          </a:p>
        </p:txBody>
      </p:sp>
      <p:sp>
        <p:nvSpPr>
          <p:cNvPr id="3" name="KSO_BC1"/>
          <p:cNvSpPr>
            <a:spLocks noGrp="1"/>
          </p:cNvSpPr>
          <p:nvPr>
            <p:ph type="body" orient="vert" idx="1"/>
          </p:nvPr>
        </p:nvSpPr>
        <p:spPr>
          <a:xfrm>
            <a:off x="1585383" y="273844"/>
            <a:ext cx="5949952" cy="4358879"/>
          </a:xfrm>
        </p:spPr>
        <p:txBody>
          <a:bodyPr vert="eaVert"/>
          <a:lstStyle/>
          <a:p>
            <a:pPr lvl="0"/>
            <a:r>
              <a:rPr lang="zh-CN" altLang="en-US"/>
              <a:t>单击此处编辑母版文本样式</a:t>
            </a:r>
          </a:p>
          <a:p>
            <a:pPr lvl="1"/>
            <a:r>
              <a:rPr lang="zh-CN" altLang="en-US"/>
              <a:t>第二级</a:t>
            </a:r>
          </a:p>
        </p:txBody>
      </p:sp>
      <p:sp>
        <p:nvSpPr>
          <p:cNvPr id="4" name="KSO_FD"/>
          <p:cNvSpPr>
            <a:spLocks noGrp="1"/>
          </p:cNvSpPr>
          <p:nvPr>
            <p:ph type="dt" sz="half" idx="10"/>
          </p:nvPr>
        </p:nvSpPr>
        <p:spPr/>
        <p:txBody>
          <a:bodyPr/>
          <a:lstStyle/>
          <a:p>
            <a:fld id="{1FE7BD1D-B284-4506-85BF-D02BB5BA5E47}" type="datetimeFigureOut">
              <a:rPr lang="zh-CN" altLang="en-US" smtClean="0"/>
              <a:t>2024/11/30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2612963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13">
            <a:extLst>
              <a:ext uri="{28A0092B-C50C-407E-A947-70E740481C1C}">
                <a14:useLocalDpi xmlns:a14="http://schemas.microsoft.com/office/drawing/2010/main" val="0"/>
              </a:ext>
            </a:extLst>
          </a:blip>
          <a:srcRect l="1474" t="26028" r="6166" b="4484"/>
          <a:stretch/>
        </p:blipFill>
        <p:spPr>
          <a:xfrm>
            <a:off x="-2" y="1753372"/>
            <a:ext cx="5924552" cy="3390128"/>
          </a:xfrm>
          <a:prstGeom prst="rect">
            <a:avLst/>
          </a:prstGeom>
        </p:spPr>
      </p:pic>
      <p:sp>
        <p:nvSpPr>
          <p:cNvPr id="4" name="KSO_FD"/>
          <p:cNvSpPr>
            <a:spLocks noGrp="1"/>
          </p:cNvSpPr>
          <p:nvPr>
            <p:ph type="dt" sz="half" idx="2"/>
          </p:nvPr>
        </p:nvSpPr>
        <p:spPr>
          <a:xfrm>
            <a:off x="628650" y="4838703"/>
            <a:ext cx="2057400" cy="273844"/>
          </a:xfrm>
          <a:prstGeom prst="rect">
            <a:avLst/>
          </a:prstGeom>
        </p:spPr>
        <p:txBody>
          <a:bodyPr vert="horz" lIns="68580" tIns="34290" rIns="68580" bIns="34290" rtlCol="0" anchor="ctr"/>
          <a:lstStyle>
            <a:lvl1pPr algn="l">
              <a:defRPr sz="900">
                <a:solidFill>
                  <a:schemeClr val="tx1"/>
                </a:solidFill>
              </a:defRPr>
            </a:lvl1pPr>
          </a:lstStyle>
          <a:p>
            <a:fld id="{1FE7BD1D-B284-4506-85BF-D02BB5BA5E47}" type="datetimeFigureOut">
              <a:rPr lang="zh-CN" altLang="en-US" smtClean="0"/>
              <a:t>2024/11/30</a:t>
            </a:fld>
            <a:endParaRPr lang="zh-CN" altLang="en-US"/>
          </a:p>
        </p:txBody>
      </p:sp>
      <p:sp>
        <p:nvSpPr>
          <p:cNvPr id="5" name="KSO_FT"/>
          <p:cNvSpPr>
            <a:spLocks noGrp="1"/>
          </p:cNvSpPr>
          <p:nvPr>
            <p:ph type="ftr" sz="quarter" idx="3"/>
          </p:nvPr>
        </p:nvSpPr>
        <p:spPr>
          <a:xfrm>
            <a:off x="3028950" y="4838703"/>
            <a:ext cx="3086100" cy="273844"/>
          </a:xfrm>
          <a:prstGeom prst="rect">
            <a:avLst/>
          </a:prstGeom>
        </p:spPr>
        <p:txBody>
          <a:bodyPr vert="horz" lIns="68580" tIns="34290" rIns="68580" bIns="34290" rtlCol="0" anchor="ctr"/>
          <a:lstStyle>
            <a:lvl1pPr algn="ctr">
              <a:defRPr sz="900">
                <a:solidFill>
                  <a:schemeClr val="tx1"/>
                </a:solidFill>
              </a:defRPr>
            </a:lvl1pPr>
          </a:lstStyle>
          <a:p>
            <a:endParaRPr lang="zh-CN" altLang="en-US"/>
          </a:p>
        </p:txBody>
      </p:sp>
      <p:sp>
        <p:nvSpPr>
          <p:cNvPr id="6" name="KSO_FN"/>
          <p:cNvSpPr>
            <a:spLocks noGrp="1"/>
          </p:cNvSpPr>
          <p:nvPr>
            <p:ph type="sldNum" sz="quarter" idx="4"/>
          </p:nvPr>
        </p:nvSpPr>
        <p:spPr>
          <a:xfrm>
            <a:off x="6457950" y="4838703"/>
            <a:ext cx="2057400" cy="273844"/>
          </a:xfrm>
          <a:prstGeom prst="rect">
            <a:avLst/>
          </a:prstGeom>
        </p:spPr>
        <p:txBody>
          <a:bodyPr vert="horz" lIns="68580" tIns="34290" rIns="68580" bIns="34290" rtlCol="0" anchor="ctr"/>
          <a:lstStyle>
            <a:lvl1pPr algn="r">
              <a:defRPr sz="900">
                <a:solidFill>
                  <a:schemeClr val="tx1"/>
                </a:solidFill>
              </a:defRPr>
            </a:lvl1pPr>
          </a:lstStyle>
          <a:p>
            <a:fld id="{B175336B-BC74-4DD6-BD11-FD15792EF55D}" type="slidenum">
              <a:rPr lang="zh-CN" altLang="en-US" smtClean="0"/>
              <a:t>‹#›</a:t>
            </a:fld>
            <a:endParaRPr lang="zh-CN" altLang="en-US"/>
          </a:p>
        </p:txBody>
      </p:sp>
      <p:sp>
        <p:nvSpPr>
          <p:cNvPr id="3" name="KSO_BC1"/>
          <p:cNvSpPr>
            <a:spLocks noGrp="1"/>
          </p:cNvSpPr>
          <p:nvPr>
            <p:ph type="body" idx="1"/>
          </p:nvPr>
        </p:nvSpPr>
        <p:spPr>
          <a:xfrm>
            <a:off x="854015" y="850107"/>
            <a:ext cx="7866654" cy="3825107"/>
          </a:xfrm>
          <a:prstGeom prst="rect">
            <a:avLst/>
          </a:prstGeom>
        </p:spPr>
        <p:txBody>
          <a:bodyPr vert="horz" lIns="68580" tIns="34290" rIns="68580" bIns="34290" rtlCol="0">
            <a:normAutofit/>
          </a:bodyPr>
          <a:lstStyle/>
          <a:p>
            <a:pPr lvl="0"/>
            <a:r>
              <a:rPr lang="zh-CN" altLang="en-US" dirty="0"/>
              <a:t>单击此处编辑母版文本样式</a:t>
            </a:r>
          </a:p>
          <a:p>
            <a:pPr lvl="1"/>
            <a:r>
              <a:rPr lang="zh-CN" altLang="en-US" dirty="0"/>
              <a:t>第二级</a:t>
            </a:r>
          </a:p>
        </p:txBody>
      </p:sp>
      <p:sp>
        <p:nvSpPr>
          <p:cNvPr id="2" name="KSO_BT1"/>
          <p:cNvSpPr>
            <a:spLocks noGrp="1"/>
          </p:cNvSpPr>
          <p:nvPr>
            <p:ph type="title"/>
          </p:nvPr>
        </p:nvSpPr>
        <p:spPr>
          <a:xfrm>
            <a:off x="504826" y="160440"/>
            <a:ext cx="8215844" cy="597008"/>
          </a:xfrm>
          <a:prstGeom prst="rect">
            <a:avLst/>
          </a:prstGeom>
        </p:spPr>
        <p:txBody>
          <a:bodyPr vert="horz" lIns="68580" tIns="34290" rIns="68580" bIns="34290" rtlCol="0" anchor="ctr">
            <a:normAutofit/>
          </a:bodyPr>
          <a:lstStyle/>
          <a:p>
            <a:r>
              <a:rPr lang="zh-CN" altLang="en-US" dirty="0"/>
              <a:t>单击此处编辑母版标题样式</a:t>
            </a:r>
            <a:endParaRPr lang="en-US" dirty="0"/>
          </a:p>
        </p:txBody>
      </p:sp>
    </p:spTree>
    <p:extLst>
      <p:ext uri="{BB962C8B-B14F-4D97-AF65-F5344CB8AC3E}">
        <p14:creationId xmlns:p14="http://schemas.microsoft.com/office/powerpoint/2010/main" val="2821067487"/>
      </p:ext>
    </p:extLst>
  </p:cSld>
  <p:clrMap bg1="lt1" tx1="dk1" bg2="lt2" tx2="dk2" accent1="accent1" accent2="accent2" accent3="accent3" accent4="accent4" accent5="accent5" accent6="accent6" hlink="hlink" folHlink="folHlink"/>
  <p:sldLayoutIdLst>
    <p:sldLayoutId id="2147484094" r:id="rId1"/>
    <p:sldLayoutId id="2147484095" r:id="rId2"/>
    <p:sldLayoutId id="2147484096" r:id="rId3"/>
    <p:sldLayoutId id="2147484097" r:id="rId4"/>
    <p:sldLayoutId id="2147484098" r:id="rId5"/>
    <p:sldLayoutId id="2147484099" r:id="rId6"/>
    <p:sldLayoutId id="2147484100" r:id="rId7"/>
    <p:sldLayoutId id="2147484101" r:id="rId8"/>
    <p:sldLayoutId id="2147484102" r:id="rId9"/>
    <p:sldLayoutId id="2147484103" r:id="rId10"/>
    <p:sldLayoutId id="2147484104" r:id="rId11"/>
  </p:sldLayoutIdLst>
  <p:txStyles>
    <p:titleStyle>
      <a:lvl1pPr algn="ctr" defTabSz="514350" rtl="0" eaLnBrk="1" latinLnBrk="0" hangingPunct="1">
        <a:lnSpc>
          <a:spcPct val="90000"/>
        </a:lnSpc>
        <a:spcBef>
          <a:spcPct val="0"/>
        </a:spcBef>
        <a:buNone/>
        <a:defRPr sz="2400" b="0" i="0" kern="1200" baseline="0">
          <a:solidFill>
            <a:schemeClr val="tx1">
              <a:lumMod val="50000"/>
            </a:schemeClr>
          </a:solidFill>
          <a:effectLst/>
          <a:latin typeface="+mj-ea"/>
          <a:ea typeface="+mj-ea"/>
          <a:cs typeface="+mj-cs"/>
        </a:defRPr>
      </a:lvl1pPr>
    </p:titleStyle>
    <p:bodyStyle>
      <a:lvl1pPr marL="271463" indent="-271463" algn="just" defTabSz="514350" rtl="0" eaLnBrk="1" latinLnBrk="0" hangingPunct="1">
        <a:lnSpc>
          <a:spcPct val="110000"/>
        </a:lnSpc>
        <a:spcBef>
          <a:spcPts val="900"/>
        </a:spcBef>
        <a:spcAft>
          <a:spcPts val="0"/>
        </a:spcAft>
        <a:buClr>
          <a:schemeClr val="accent2"/>
        </a:buClr>
        <a:buSzPct val="50000"/>
        <a:buFont typeface="Wingdings 2" panose="05020102010507070707" pitchFamily="18" charset="2"/>
        <a:buChar char=""/>
        <a:defRPr lang="zh-CN" altLang="en-US" sz="1800" b="1" kern="1200" baseline="0" dirty="0" smtClean="0">
          <a:solidFill>
            <a:schemeClr val="accent1"/>
          </a:solidFill>
          <a:latin typeface="+mn-ea"/>
          <a:ea typeface="+mn-ea"/>
          <a:cs typeface="+mn-cs"/>
        </a:defRPr>
      </a:lvl1pPr>
      <a:lvl2pPr marL="271463" indent="-271463" algn="just" defTabSz="514350" rtl="0" eaLnBrk="1" latinLnBrk="0" hangingPunct="1">
        <a:lnSpc>
          <a:spcPct val="120000"/>
        </a:lnSpc>
        <a:spcBef>
          <a:spcPts val="0"/>
        </a:spcBef>
        <a:spcAft>
          <a:spcPts val="900"/>
        </a:spcAft>
        <a:buClr>
          <a:schemeClr val="accent2">
            <a:lumMod val="60000"/>
            <a:lumOff val="40000"/>
          </a:schemeClr>
        </a:buClr>
        <a:buFont typeface="幼圆" panose="02010509060101010101" pitchFamily="49" charset="-122"/>
        <a:buChar char=" "/>
        <a:defRPr sz="1400" b="0" kern="1200" baseline="0">
          <a:solidFill>
            <a:schemeClr val="tx1"/>
          </a:solidFill>
          <a:latin typeface="+mn-ea"/>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00"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9pPr>
    </p:bodyStyle>
    <p:otherStyle>
      <a:defPPr>
        <a:defRPr lang="en-US"/>
      </a:defPPr>
      <a:lvl1pPr marL="0" algn="l" defTabSz="514350" rtl="0" eaLnBrk="1" latinLnBrk="0" hangingPunct="1">
        <a:defRPr sz="1000" kern="1200">
          <a:solidFill>
            <a:schemeClr val="tx1"/>
          </a:solidFill>
          <a:latin typeface="+mn-lt"/>
          <a:ea typeface="+mn-ea"/>
          <a:cs typeface="+mn-cs"/>
        </a:defRPr>
      </a:lvl1pPr>
      <a:lvl2pPr marL="257175" algn="l" defTabSz="514350" rtl="0" eaLnBrk="1" latinLnBrk="0" hangingPunct="1">
        <a:defRPr sz="1000" kern="1200">
          <a:solidFill>
            <a:schemeClr val="tx1"/>
          </a:solidFill>
          <a:latin typeface="+mn-lt"/>
          <a:ea typeface="+mn-ea"/>
          <a:cs typeface="+mn-cs"/>
        </a:defRPr>
      </a:lvl2pPr>
      <a:lvl3pPr marL="514350" algn="l" defTabSz="514350" rtl="0" eaLnBrk="1" latinLnBrk="0" hangingPunct="1">
        <a:defRPr sz="1000" kern="1200">
          <a:solidFill>
            <a:schemeClr val="tx1"/>
          </a:solidFill>
          <a:latin typeface="+mn-lt"/>
          <a:ea typeface="+mn-ea"/>
          <a:cs typeface="+mn-cs"/>
        </a:defRPr>
      </a:lvl3pPr>
      <a:lvl4pPr marL="771525" algn="l" defTabSz="514350" rtl="0" eaLnBrk="1" latinLnBrk="0" hangingPunct="1">
        <a:defRPr sz="1000" kern="1200">
          <a:solidFill>
            <a:schemeClr val="tx1"/>
          </a:solidFill>
          <a:latin typeface="+mn-lt"/>
          <a:ea typeface="+mn-ea"/>
          <a:cs typeface="+mn-cs"/>
        </a:defRPr>
      </a:lvl4pPr>
      <a:lvl5pPr marL="1028700" algn="l" defTabSz="514350" rtl="0" eaLnBrk="1" latinLnBrk="0" hangingPunct="1">
        <a:defRPr sz="1000" kern="1200">
          <a:solidFill>
            <a:schemeClr val="tx1"/>
          </a:solidFill>
          <a:latin typeface="+mn-lt"/>
          <a:ea typeface="+mn-ea"/>
          <a:cs typeface="+mn-cs"/>
        </a:defRPr>
      </a:lvl5pPr>
      <a:lvl6pPr marL="1285875" algn="l" defTabSz="514350" rtl="0" eaLnBrk="1" latinLnBrk="0" hangingPunct="1">
        <a:defRPr sz="1000" kern="1200">
          <a:solidFill>
            <a:schemeClr val="tx1"/>
          </a:solidFill>
          <a:latin typeface="+mn-lt"/>
          <a:ea typeface="+mn-ea"/>
          <a:cs typeface="+mn-cs"/>
        </a:defRPr>
      </a:lvl6pPr>
      <a:lvl7pPr marL="1543050" algn="l" defTabSz="514350" rtl="0" eaLnBrk="1" latinLnBrk="0" hangingPunct="1">
        <a:defRPr sz="1000" kern="1200">
          <a:solidFill>
            <a:schemeClr val="tx1"/>
          </a:solidFill>
          <a:latin typeface="+mn-lt"/>
          <a:ea typeface="+mn-ea"/>
          <a:cs typeface="+mn-cs"/>
        </a:defRPr>
      </a:lvl7pPr>
      <a:lvl8pPr marL="1800225" algn="l" defTabSz="514350" rtl="0" eaLnBrk="1" latinLnBrk="0" hangingPunct="1">
        <a:defRPr sz="1000" kern="1200">
          <a:solidFill>
            <a:schemeClr val="tx1"/>
          </a:solidFill>
          <a:latin typeface="+mn-lt"/>
          <a:ea typeface="+mn-ea"/>
          <a:cs typeface="+mn-cs"/>
        </a:defRPr>
      </a:lvl8pPr>
      <a:lvl9pPr marL="2057400" algn="l" defTabSz="514350" rtl="0" eaLnBrk="1" latinLnBrk="0" hangingPunct="1">
        <a:defRPr sz="1000" kern="1200">
          <a:solidFill>
            <a:schemeClr val="tx1"/>
          </a:solidFill>
          <a:latin typeface="+mn-lt"/>
          <a:ea typeface="+mn-ea"/>
          <a:cs typeface="+mn-cs"/>
        </a:defRPr>
      </a:lvl9pPr>
    </p:otherStyle>
  </p:txStyles>
  <p:extLst>
    <p:ext uri="{27BBF7A9-308A-43DC-89C8-2F10F3537804}">
      <p15:sldGuideLst xmlns:p15="http://schemas.microsoft.com/office/powerpoint/2012/main" xmlns=""/>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xmlns=""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4" name="TextBox 3"/>
          <p:cNvSpPr txBox="1"/>
          <p:nvPr/>
        </p:nvSpPr>
        <p:spPr>
          <a:xfrm>
            <a:off x="115463" y="368964"/>
            <a:ext cx="8928992" cy="523220"/>
          </a:xfrm>
          <a:prstGeom prst="rect">
            <a:avLst/>
          </a:prstGeom>
          <a:noFill/>
        </p:spPr>
        <p:txBody>
          <a:bodyPr wrap="square" rtlCol="0">
            <a:spAutoFit/>
          </a:bodyPr>
          <a:lstStyle/>
          <a:p>
            <a:r>
              <a:rPr lang="zh-CN" altLang="en-US" sz="2800" b="1" dirty="0">
                <a:latin typeface="Times New Roman" pitchFamily="18" charset="0"/>
                <a:ea typeface="宋体" pitchFamily="2" charset="-122"/>
                <a:cs typeface="Times New Roman" pitchFamily="18" charset="0"/>
              </a:rPr>
              <a:t>四、填充墙砌体工程</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608" y="892184"/>
            <a:ext cx="4464496" cy="4199846"/>
          </a:xfrm>
          <a:prstGeom prst="rect">
            <a:avLst/>
          </a:prstGeom>
        </p:spPr>
      </p:pic>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08103" y="892184"/>
            <a:ext cx="3536351" cy="4199846"/>
          </a:xfrm>
          <a:prstGeom prst="rect">
            <a:avLst/>
          </a:prstGeom>
        </p:spPr>
      </p:pic>
    </p:spTree>
    <p:extLst>
      <p:ext uri="{BB962C8B-B14F-4D97-AF65-F5344CB8AC3E}">
        <p14:creationId xmlns:p14="http://schemas.microsoft.com/office/powerpoint/2010/main" val="764727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arn(inVertical)">
                                      <p:cBhvr>
                                        <p:cTn id="14" dur="500"/>
                                        <p:tgtEl>
                                          <p:spTgt spid="2"/>
                                        </p:tgtEl>
                                      </p:cBhvr>
                                    </p:animEffect>
                                  </p:childTnLst>
                                </p:cTn>
                              </p:par>
                              <p:par>
                                <p:cTn id="15" presetID="16" presetClass="entr" presetSubtype="21"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arn(inVertic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xmlns=""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graphicFrame>
        <p:nvGraphicFramePr>
          <p:cNvPr id="2" name="表格 1"/>
          <p:cNvGraphicFramePr>
            <a:graphicFrameLocks noGrp="1"/>
          </p:cNvGraphicFramePr>
          <p:nvPr>
            <p:extLst>
              <p:ext uri="{D42A27DB-BD31-4B8C-83A1-F6EECF244321}">
                <p14:modId xmlns:p14="http://schemas.microsoft.com/office/powerpoint/2010/main" val="1765455379"/>
              </p:ext>
            </p:extLst>
          </p:nvPr>
        </p:nvGraphicFramePr>
        <p:xfrm>
          <a:off x="1043607" y="368963"/>
          <a:ext cx="7992889" cy="4723066"/>
        </p:xfrm>
        <a:graphic>
          <a:graphicData uri="http://schemas.openxmlformats.org/drawingml/2006/table">
            <a:tbl>
              <a:tblPr firstRow="1" firstCol="1" bandRow="1">
                <a:tableStyleId>{22838BEF-8BB2-4498-84A7-C5851F593DF1}</a:tableStyleId>
              </a:tblPr>
              <a:tblGrid>
                <a:gridCol w="485265">
                  <a:extLst>
                    <a:ext uri="{9D8B030D-6E8A-4147-A177-3AD203B41FA5}">
                      <a16:colId xmlns:a16="http://schemas.microsoft.com/office/drawing/2014/main" xmlns="" val="20000"/>
                    </a:ext>
                  </a:extLst>
                </a:gridCol>
                <a:gridCol w="7507624">
                  <a:extLst>
                    <a:ext uri="{9D8B030D-6E8A-4147-A177-3AD203B41FA5}">
                      <a16:colId xmlns:a16="http://schemas.microsoft.com/office/drawing/2014/main" xmlns="" val="20001"/>
                    </a:ext>
                  </a:extLst>
                </a:gridCol>
              </a:tblGrid>
              <a:tr h="1049570">
                <a:tc rowSpan="4">
                  <a:txBody>
                    <a:bodyPr/>
                    <a:lstStyle/>
                    <a:p>
                      <a:pPr algn="ctr">
                        <a:lnSpc>
                          <a:spcPct val="150000"/>
                        </a:lnSpc>
                        <a:spcAft>
                          <a:spcPts val="0"/>
                        </a:spcAft>
                      </a:pPr>
                      <a:r>
                        <a:rPr lang="zh-CN" sz="1600" b="1" kern="100" dirty="0">
                          <a:effectLst/>
                          <a:latin typeface="Times New Roman" pitchFamily="18" charset="0"/>
                          <a:ea typeface="宋体" pitchFamily="2" charset="-122"/>
                          <a:cs typeface="Times New Roman" pitchFamily="18" charset="0"/>
                        </a:rPr>
                        <a:t>填充墙砌体工程</a:t>
                      </a:r>
                    </a:p>
                  </a:txBody>
                  <a:tcPr marL="54131" marR="54131" marT="0" marB="0" anchor="ctr"/>
                </a:tc>
                <a:tc>
                  <a:txBody>
                    <a:bodyPr/>
                    <a:lstStyle/>
                    <a:p>
                      <a:pPr algn="just">
                        <a:lnSpc>
                          <a:spcPct val="150000"/>
                        </a:lnSpc>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1</a:t>
                      </a:r>
                      <a:r>
                        <a:rPr lang="zh-CN" sz="1600" b="1" kern="100" dirty="0">
                          <a:effectLst/>
                          <a:latin typeface="Times New Roman" pitchFamily="18" charset="0"/>
                          <a:ea typeface="宋体" pitchFamily="2" charset="-122"/>
                          <a:cs typeface="Times New Roman" pitchFamily="18" charset="0"/>
                        </a:rPr>
                        <a:t>）填充墙砌体工程通常采用烧结空心砖、蒸压加气混凝土砌块、轻骨料混凝土小型空心砌块等。</a:t>
                      </a:r>
                    </a:p>
                  </a:txBody>
                  <a:tcPr marL="54131" marR="54131" marT="0" marB="0" anchor="ctr"/>
                </a:tc>
                <a:extLst>
                  <a:ext uri="{0D108BD9-81ED-4DB2-BD59-A6C34878D82A}">
                    <a16:rowId xmlns:a16="http://schemas.microsoft.com/office/drawing/2014/main" xmlns="" val="10000"/>
                  </a:ext>
                </a:extLst>
              </a:tr>
              <a:tr h="1049570">
                <a:tc vMerge="1">
                  <a:txBody>
                    <a:bodyPr/>
                    <a:lstStyle/>
                    <a:p>
                      <a:endParaRPr lang="zh-CN" altLang="en-US"/>
                    </a:p>
                  </a:txBody>
                  <a:tcP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）砌筑填充墙时，轻骨料混凝土小型空心砌块和蒸压加气混凝土砌块的产品龄期不应＜</a:t>
                      </a:r>
                      <a:r>
                        <a:rPr lang="en-US" sz="1600" b="1" kern="100">
                          <a:effectLst/>
                          <a:latin typeface="Times New Roman" pitchFamily="18" charset="0"/>
                          <a:ea typeface="宋体" pitchFamily="2" charset="-122"/>
                          <a:cs typeface="Times New Roman" pitchFamily="18" charset="0"/>
                        </a:rPr>
                        <a:t>28d</a:t>
                      </a:r>
                      <a:r>
                        <a:rPr lang="zh-CN" sz="1600" b="1" kern="100">
                          <a:effectLst/>
                          <a:latin typeface="Times New Roman" pitchFamily="18" charset="0"/>
                          <a:ea typeface="宋体" pitchFamily="2" charset="-122"/>
                          <a:cs typeface="Times New Roman" pitchFamily="18" charset="0"/>
                        </a:rPr>
                        <a:t>，蒸压加气混凝土砌块的含水率宜＜</a:t>
                      </a:r>
                      <a:r>
                        <a:rPr lang="en-US" sz="1600" b="1" kern="100">
                          <a:effectLst/>
                          <a:latin typeface="Times New Roman" pitchFamily="18" charset="0"/>
                          <a:ea typeface="宋体" pitchFamily="2" charset="-122"/>
                          <a:cs typeface="Times New Roman" pitchFamily="18" charset="0"/>
                        </a:rPr>
                        <a:t>30%</a:t>
                      </a:r>
                      <a:r>
                        <a:rPr lang="zh-CN" sz="1600" b="1" kern="100">
                          <a:effectLst/>
                          <a:latin typeface="Times New Roman" pitchFamily="18" charset="0"/>
                          <a:ea typeface="宋体" pitchFamily="2" charset="-122"/>
                          <a:cs typeface="Times New Roman" pitchFamily="18" charset="0"/>
                        </a:rPr>
                        <a:t>。</a:t>
                      </a:r>
                    </a:p>
                  </a:txBody>
                  <a:tcPr marL="54131" marR="54131" marT="0" marB="0" anchor="ctr"/>
                </a:tc>
                <a:extLst>
                  <a:ext uri="{0D108BD9-81ED-4DB2-BD59-A6C34878D82A}">
                    <a16:rowId xmlns:a16="http://schemas.microsoft.com/office/drawing/2014/main" xmlns="" val="10001"/>
                  </a:ext>
                </a:extLst>
              </a:tr>
              <a:tr h="1574356">
                <a:tc vMerge="1">
                  <a:txBody>
                    <a:bodyPr/>
                    <a:lstStyle/>
                    <a:p>
                      <a:endParaRPr lang="zh-CN" altLang="en-US"/>
                    </a:p>
                  </a:txBody>
                  <a:tcP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）烧结空心砖、蒸压加气混凝土砌块、轻骨料混凝土小型空心砌块等在运输、装卸过程中，严禁抛掷和倾倒。进场后应按品种、规格堆放整齐，堆置高度不宜超过</a:t>
                      </a:r>
                      <a:r>
                        <a:rPr lang="en-US" sz="1600" b="1" kern="100">
                          <a:effectLst/>
                          <a:latin typeface="Times New Roman" pitchFamily="18" charset="0"/>
                          <a:ea typeface="宋体" pitchFamily="2" charset="-122"/>
                          <a:cs typeface="Times New Roman" pitchFamily="18" charset="0"/>
                        </a:rPr>
                        <a:t>2m</a:t>
                      </a:r>
                      <a:r>
                        <a:rPr lang="zh-CN" sz="1600" b="1" kern="100">
                          <a:effectLst/>
                          <a:latin typeface="Times New Roman" pitchFamily="18" charset="0"/>
                          <a:ea typeface="宋体" pitchFamily="2" charset="-122"/>
                          <a:cs typeface="Times New Roman" pitchFamily="18" charset="0"/>
                        </a:rPr>
                        <a:t>。蒸压加气混凝土砌块在运输及堆放中应防止雨淋。</a:t>
                      </a:r>
                    </a:p>
                  </a:txBody>
                  <a:tcPr marL="54131" marR="54131" marT="0" marB="0" anchor="ctr"/>
                </a:tc>
                <a:extLst>
                  <a:ext uri="{0D108BD9-81ED-4DB2-BD59-A6C34878D82A}">
                    <a16:rowId xmlns:a16="http://schemas.microsoft.com/office/drawing/2014/main" xmlns="" val="10002"/>
                  </a:ext>
                </a:extLst>
              </a:tr>
              <a:tr h="1049570">
                <a:tc vMerge="1">
                  <a:txBody>
                    <a:bodyPr/>
                    <a:lstStyle/>
                    <a:p>
                      <a:endParaRPr lang="zh-CN" altLang="en-US"/>
                    </a:p>
                  </a:txBody>
                  <a:tcPr/>
                </a:tc>
                <a:tc>
                  <a:txBody>
                    <a:bodyPr/>
                    <a:lstStyle/>
                    <a:p>
                      <a:pPr algn="just">
                        <a:lnSpc>
                          <a:spcPct val="150000"/>
                        </a:lnSpc>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4</a:t>
                      </a:r>
                      <a:r>
                        <a:rPr lang="zh-CN" sz="1600" b="1" kern="100" dirty="0">
                          <a:effectLst/>
                          <a:latin typeface="Times New Roman" pitchFamily="18" charset="0"/>
                          <a:ea typeface="宋体" pitchFamily="2" charset="-122"/>
                          <a:cs typeface="Times New Roman" pitchFamily="18" charset="0"/>
                        </a:rPr>
                        <a:t>）吸水率较小的轻骨料混凝土小型空心砌块及采用薄灰砌筑法施工的蒸压加气混凝土砌块，砌筑前不应对其浇（喷）水湿润。</a:t>
                      </a:r>
                    </a:p>
                  </a:txBody>
                  <a:tcPr marL="54131" marR="54131" marT="0" marB="0" anchor="ctr"/>
                </a:tc>
                <a:extLst>
                  <a:ext uri="{0D108BD9-81ED-4DB2-BD59-A6C34878D82A}">
                    <a16:rowId xmlns:a16="http://schemas.microsoft.com/office/drawing/2014/main" xmlns="" val="10003"/>
                  </a:ext>
                </a:extLst>
              </a:tr>
            </a:tbl>
          </a:graphicData>
        </a:graphic>
      </p:graphicFrame>
    </p:spTree>
    <p:extLst>
      <p:ext uri="{BB962C8B-B14F-4D97-AF65-F5344CB8AC3E}">
        <p14:creationId xmlns:p14="http://schemas.microsoft.com/office/powerpoint/2010/main" val="764727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xmlns=""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graphicFrame>
        <p:nvGraphicFramePr>
          <p:cNvPr id="2" name="表格 1"/>
          <p:cNvGraphicFramePr>
            <a:graphicFrameLocks noGrp="1"/>
          </p:cNvGraphicFramePr>
          <p:nvPr>
            <p:extLst>
              <p:ext uri="{D42A27DB-BD31-4B8C-83A1-F6EECF244321}">
                <p14:modId xmlns:p14="http://schemas.microsoft.com/office/powerpoint/2010/main" val="1053384302"/>
              </p:ext>
            </p:extLst>
          </p:nvPr>
        </p:nvGraphicFramePr>
        <p:xfrm>
          <a:off x="1043607" y="368962"/>
          <a:ext cx="7992889" cy="4723067"/>
        </p:xfrm>
        <a:graphic>
          <a:graphicData uri="http://schemas.openxmlformats.org/drawingml/2006/table">
            <a:tbl>
              <a:tblPr firstRow="1" firstCol="1" bandRow="1">
                <a:tableStyleId>{16D9F66E-5EB9-4882-86FB-DCBF35E3C3E4}</a:tableStyleId>
              </a:tblPr>
              <a:tblGrid>
                <a:gridCol w="631603">
                  <a:extLst>
                    <a:ext uri="{9D8B030D-6E8A-4147-A177-3AD203B41FA5}">
                      <a16:colId xmlns:a16="http://schemas.microsoft.com/office/drawing/2014/main" xmlns="" val="20000"/>
                    </a:ext>
                  </a:extLst>
                </a:gridCol>
                <a:gridCol w="7361286">
                  <a:extLst>
                    <a:ext uri="{9D8B030D-6E8A-4147-A177-3AD203B41FA5}">
                      <a16:colId xmlns:a16="http://schemas.microsoft.com/office/drawing/2014/main" xmlns="" val="20001"/>
                    </a:ext>
                  </a:extLst>
                </a:gridCol>
              </a:tblGrid>
              <a:tr h="858739">
                <a:tc rowSpan="7">
                  <a:txBody>
                    <a:bodyPr/>
                    <a:lstStyle/>
                    <a:p>
                      <a:pPr algn="ctr">
                        <a:lnSpc>
                          <a:spcPct val="150000"/>
                        </a:lnSpc>
                        <a:spcAft>
                          <a:spcPts val="0"/>
                        </a:spcAft>
                      </a:pPr>
                      <a:r>
                        <a:rPr lang="zh-CN" sz="1600" b="1" kern="100">
                          <a:effectLst/>
                          <a:latin typeface="Times New Roman" pitchFamily="18" charset="0"/>
                          <a:ea typeface="宋体" pitchFamily="2" charset="-122"/>
                          <a:cs typeface="Times New Roman" pitchFamily="18" charset="0"/>
                        </a:rPr>
                        <a:t>填充墙砌体工程</a:t>
                      </a:r>
                    </a:p>
                  </a:txBody>
                  <a:tcPr marL="54131" marR="54131" marT="0" marB="0" anchor="ct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5</a:t>
                      </a:r>
                      <a:r>
                        <a:rPr lang="zh-CN" sz="1600" b="1" kern="100">
                          <a:effectLst/>
                          <a:latin typeface="Times New Roman" pitchFamily="18" charset="0"/>
                          <a:ea typeface="宋体" pitchFamily="2" charset="-122"/>
                          <a:cs typeface="Times New Roman" pitchFamily="18" charset="0"/>
                        </a:rPr>
                        <a:t>）轻骨料混凝土小型空心砌块或加气混凝土砌块墙如无切实有效措施，不得使用于下列部位：</a:t>
                      </a:r>
                    </a:p>
                  </a:txBody>
                  <a:tcPr marL="54131" marR="54131" marT="0" marB="0" anchor="ctr"/>
                </a:tc>
                <a:extLst>
                  <a:ext uri="{0D108BD9-81ED-4DB2-BD59-A6C34878D82A}">
                    <a16:rowId xmlns:a16="http://schemas.microsoft.com/office/drawing/2014/main" xmlns="" val="10000"/>
                  </a:ext>
                </a:extLst>
              </a:tr>
              <a:tr h="429370">
                <a:tc vMerge="1">
                  <a:txBody>
                    <a:bodyPr/>
                    <a:lstStyle/>
                    <a:p>
                      <a:endParaRPr lang="zh-CN" altLang="en-US"/>
                    </a:p>
                  </a:txBody>
                  <a:tcPr/>
                </a:tc>
                <a:tc>
                  <a:txBody>
                    <a:bodyPr/>
                    <a:lstStyle/>
                    <a:p>
                      <a:pPr algn="just">
                        <a:lnSpc>
                          <a:spcPct val="150000"/>
                        </a:lnSpc>
                        <a:spcAft>
                          <a:spcPts val="0"/>
                        </a:spcAft>
                      </a:pP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）建筑物防潮层以下部位；</a:t>
                      </a:r>
                    </a:p>
                  </a:txBody>
                  <a:tcPr marL="54131" marR="54131" marT="0" marB="0" anchor="ctr"/>
                </a:tc>
                <a:extLst>
                  <a:ext uri="{0D108BD9-81ED-4DB2-BD59-A6C34878D82A}">
                    <a16:rowId xmlns:a16="http://schemas.microsoft.com/office/drawing/2014/main" xmlns="" val="10001"/>
                  </a:ext>
                </a:extLst>
              </a:tr>
              <a:tr h="429370">
                <a:tc vMerge="1">
                  <a:txBody>
                    <a:bodyPr/>
                    <a:lstStyle/>
                    <a:p>
                      <a:endParaRPr lang="zh-CN" altLang="en-US"/>
                    </a:p>
                  </a:txBody>
                  <a:tcPr/>
                </a:tc>
                <a:tc>
                  <a:txBody>
                    <a:bodyPr/>
                    <a:lstStyle/>
                    <a:p>
                      <a:pPr algn="just">
                        <a:lnSpc>
                          <a:spcPct val="150000"/>
                        </a:lnSpc>
                        <a:spcAft>
                          <a:spcPts val="0"/>
                        </a:spcAft>
                      </a:pP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）长期浸水或化学侵蚀环境；</a:t>
                      </a:r>
                    </a:p>
                  </a:txBody>
                  <a:tcPr marL="54131" marR="54131" marT="0" marB="0" anchor="ctr"/>
                </a:tc>
                <a:extLst>
                  <a:ext uri="{0D108BD9-81ED-4DB2-BD59-A6C34878D82A}">
                    <a16:rowId xmlns:a16="http://schemas.microsoft.com/office/drawing/2014/main" xmlns="" val="10002"/>
                  </a:ext>
                </a:extLst>
              </a:tr>
              <a:tr h="429370">
                <a:tc vMerge="1">
                  <a:txBody>
                    <a:bodyPr/>
                    <a:lstStyle/>
                    <a:p>
                      <a:endParaRPr lang="zh-CN" altLang="en-US"/>
                    </a:p>
                  </a:txBody>
                  <a:tcPr/>
                </a:tc>
                <a:tc>
                  <a:txBody>
                    <a:bodyPr/>
                    <a:lstStyle/>
                    <a:p>
                      <a:pPr algn="just">
                        <a:lnSpc>
                          <a:spcPct val="150000"/>
                        </a:lnSpc>
                        <a:spcAft>
                          <a:spcPts val="0"/>
                        </a:spcAft>
                      </a:pPr>
                      <a:r>
                        <a:rPr lang="en-US" sz="1600" b="1" kern="1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）长期处于有振动源环境的墙体；</a:t>
                      </a:r>
                    </a:p>
                  </a:txBody>
                  <a:tcPr marL="54131" marR="54131" marT="0" marB="0" anchor="ctr"/>
                </a:tc>
                <a:extLst>
                  <a:ext uri="{0D108BD9-81ED-4DB2-BD59-A6C34878D82A}">
                    <a16:rowId xmlns:a16="http://schemas.microsoft.com/office/drawing/2014/main" xmlns="" val="10003"/>
                  </a:ext>
                </a:extLst>
              </a:tr>
              <a:tr h="429370">
                <a:tc vMerge="1">
                  <a:txBody>
                    <a:bodyPr/>
                    <a:lstStyle/>
                    <a:p>
                      <a:endParaRPr lang="zh-CN" altLang="en-US"/>
                    </a:p>
                  </a:txBody>
                  <a:tcPr/>
                </a:tc>
                <a:tc>
                  <a:txBody>
                    <a:bodyPr/>
                    <a:lstStyle/>
                    <a:p>
                      <a:pPr algn="just">
                        <a:lnSpc>
                          <a:spcPct val="150000"/>
                        </a:lnSpc>
                        <a:spcAft>
                          <a:spcPts val="0"/>
                        </a:spcAft>
                      </a:pPr>
                      <a:r>
                        <a:rPr lang="en-US" sz="1600" b="1" kern="100">
                          <a:effectLst/>
                          <a:latin typeface="Times New Roman" pitchFamily="18" charset="0"/>
                          <a:ea typeface="宋体" pitchFamily="2" charset="-122"/>
                          <a:cs typeface="Times New Roman" pitchFamily="18" charset="0"/>
                        </a:rPr>
                        <a:t>4</a:t>
                      </a:r>
                      <a:r>
                        <a:rPr lang="zh-CN" sz="1600" b="1" kern="100">
                          <a:effectLst/>
                          <a:latin typeface="Times New Roman" pitchFamily="18" charset="0"/>
                          <a:ea typeface="宋体" pitchFamily="2" charset="-122"/>
                          <a:cs typeface="Times New Roman" pitchFamily="18" charset="0"/>
                        </a:rPr>
                        <a:t>）砌块表面经常处于</a:t>
                      </a:r>
                      <a:r>
                        <a:rPr lang="en-US" sz="1600" b="1" kern="100">
                          <a:effectLst/>
                          <a:latin typeface="Times New Roman" pitchFamily="18" charset="0"/>
                          <a:ea typeface="宋体" pitchFamily="2" charset="-122"/>
                          <a:cs typeface="Times New Roman" pitchFamily="18" charset="0"/>
                        </a:rPr>
                        <a:t>80</a:t>
                      </a:r>
                      <a:r>
                        <a:rPr lang="zh-CN" sz="1600" b="1" kern="100">
                          <a:effectLst/>
                          <a:latin typeface="Times New Roman" pitchFamily="18" charset="0"/>
                          <a:ea typeface="宋体" pitchFamily="2" charset="-122"/>
                          <a:cs typeface="Times New Roman" pitchFamily="18" charset="0"/>
                        </a:rPr>
                        <a:t>℃以上的高温环境。</a:t>
                      </a:r>
                    </a:p>
                  </a:txBody>
                  <a:tcPr marL="54131" marR="54131" marT="0" marB="0" anchor="ctr"/>
                </a:tc>
                <a:extLst>
                  <a:ext uri="{0D108BD9-81ED-4DB2-BD59-A6C34878D82A}">
                    <a16:rowId xmlns:a16="http://schemas.microsoft.com/office/drawing/2014/main" xmlns="" val="10004"/>
                  </a:ext>
                </a:extLst>
              </a:tr>
              <a:tr h="858739">
                <a:tc vMerge="1">
                  <a:txBody>
                    <a:bodyPr/>
                    <a:lstStyle/>
                    <a:p>
                      <a:endParaRPr lang="zh-CN" altLang="en-US"/>
                    </a:p>
                  </a:txBody>
                  <a:tcP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6</a:t>
                      </a:r>
                      <a:r>
                        <a:rPr lang="zh-CN" sz="1600" b="1" kern="100">
                          <a:effectLst/>
                          <a:latin typeface="Times New Roman" pitchFamily="18" charset="0"/>
                          <a:ea typeface="宋体" pitchFamily="2" charset="-122"/>
                          <a:cs typeface="Times New Roman" pitchFamily="18" charset="0"/>
                        </a:rPr>
                        <a:t>）在 厨房、卫生间、浴室等处采用轻骨料混凝土小型空心砌块、蒸压加气混凝土砌块砌筑墙体时，墙底部宜现浇混凝土坎台，其高度应为</a:t>
                      </a:r>
                      <a:r>
                        <a:rPr lang="en-US" sz="1600" b="1" kern="100">
                          <a:effectLst/>
                          <a:latin typeface="Times New Roman" pitchFamily="18" charset="0"/>
                          <a:ea typeface="宋体" pitchFamily="2" charset="-122"/>
                          <a:cs typeface="Times New Roman" pitchFamily="18" charset="0"/>
                        </a:rPr>
                        <a:t>150mm</a:t>
                      </a:r>
                      <a:r>
                        <a:rPr lang="zh-CN" sz="1600" b="1" kern="100">
                          <a:effectLst/>
                          <a:latin typeface="Times New Roman" pitchFamily="18" charset="0"/>
                          <a:ea typeface="宋体" pitchFamily="2" charset="-122"/>
                          <a:cs typeface="Times New Roman" pitchFamily="18" charset="0"/>
                        </a:rPr>
                        <a:t>。</a:t>
                      </a:r>
                    </a:p>
                  </a:txBody>
                  <a:tcPr marL="54131" marR="54131" marT="0" marB="0" anchor="ctr"/>
                </a:tc>
                <a:extLst>
                  <a:ext uri="{0D108BD9-81ED-4DB2-BD59-A6C34878D82A}">
                    <a16:rowId xmlns:a16="http://schemas.microsoft.com/office/drawing/2014/main" xmlns="" val="10005"/>
                  </a:ext>
                </a:extLst>
              </a:tr>
              <a:tr h="1288109">
                <a:tc vMerge="1">
                  <a:txBody>
                    <a:bodyPr/>
                    <a:lstStyle/>
                    <a:p>
                      <a:endParaRPr lang="zh-CN" altLang="en-US"/>
                    </a:p>
                  </a:txBody>
                  <a:tcPr/>
                </a:tc>
                <a:tc>
                  <a:txBody>
                    <a:bodyPr/>
                    <a:lstStyle/>
                    <a:p>
                      <a:pPr algn="just">
                        <a:lnSpc>
                          <a:spcPct val="150000"/>
                        </a:lnSpc>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7</a:t>
                      </a:r>
                      <a:r>
                        <a:rPr lang="zh-CN" sz="1600" b="1" kern="100" dirty="0">
                          <a:effectLst/>
                          <a:latin typeface="Times New Roman" pitchFamily="18" charset="0"/>
                          <a:ea typeface="宋体" pitchFamily="2" charset="-122"/>
                          <a:cs typeface="Times New Roman" pitchFamily="18" charset="0"/>
                        </a:rPr>
                        <a:t>）填充墙拉结筋处的下皮小砌块宜用 半盲孔小砌块或用混凝土灌实孔洞的小砌块。薄灰砌筑法施工的蒸压加气混凝土砌块砌体，拉结筋应放置在砌块上表面设置的沟槽内。</a:t>
                      </a:r>
                    </a:p>
                  </a:txBody>
                  <a:tcPr marL="54131" marR="54131" marT="0" marB="0" anchor="ctr"/>
                </a:tc>
                <a:extLst>
                  <a:ext uri="{0D108BD9-81ED-4DB2-BD59-A6C34878D82A}">
                    <a16:rowId xmlns:a16="http://schemas.microsoft.com/office/drawing/2014/main" xmlns="" val="10006"/>
                  </a:ext>
                </a:extLst>
              </a:tr>
            </a:tbl>
          </a:graphicData>
        </a:graphic>
      </p:graphicFrame>
    </p:spTree>
    <p:extLst>
      <p:ext uri="{BB962C8B-B14F-4D97-AF65-F5344CB8AC3E}">
        <p14:creationId xmlns:p14="http://schemas.microsoft.com/office/powerpoint/2010/main" val="764727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xmlns=""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graphicFrame>
        <p:nvGraphicFramePr>
          <p:cNvPr id="2" name="表格 1"/>
          <p:cNvGraphicFramePr>
            <a:graphicFrameLocks noGrp="1"/>
          </p:cNvGraphicFramePr>
          <p:nvPr>
            <p:extLst>
              <p:ext uri="{D42A27DB-BD31-4B8C-83A1-F6EECF244321}">
                <p14:modId xmlns:p14="http://schemas.microsoft.com/office/powerpoint/2010/main" val="3895911596"/>
              </p:ext>
            </p:extLst>
          </p:nvPr>
        </p:nvGraphicFramePr>
        <p:xfrm>
          <a:off x="1043607" y="411509"/>
          <a:ext cx="7920881" cy="4608513"/>
        </p:xfrm>
        <a:graphic>
          <a:graphicData uri="http://schemas.openxmlformats.org/drawingml/2006/table">
            <a:tbl>
              <a:tblPr firstRow="1" firstCol="1" bandRow="1">
                <a:tableStyleId>{69CF1AB2-1976-4502-BF36-3FF5EA218861}</a:tableStyleId>
              </a:tblPr>
              <a:tblGrid>
                <a:gridCol w="698423">
                  <a:extLst>
                    <a:ext uri="{9D8B030D-6E8A-4147-A177-3AD203B41FA5}">
                      <a16:colId xmlns:a16="http://schemas.microsoft.com/office/drawing/2014/main" xmlns="" val="20000"/>
                    </a:ext>
                  </a:extLst>
                </a:gridCol>
                <a:gridCol w="7222458">
                  <a:extLst>
                    <a:ext uri="{9D8B030D-6E8A-4147-A177-3AD203B41FA5}">
                      <a16:colId xmlns:a16="http://schemas.microsoft.com/office/drawing/2014/main" xmlns="" val="20001"/>
                    </a:ext>
                  </a:extLst>
                </a:gridCol>
              </a:tblGrid>
              <a:tr h="1536171">
                <a:tc rowSpan="3">
                  <a:txBody>
                    <a:bodyPr/>
                    <a:lstStyle/>
                    <a:p>
                      <a:pPr algn="ctr">
                        <a:lnSpc>
                          <a:spcPct val="150000"/>
                        </a:lnSpc>
                        <a:spcAft>
                          <a:spcPts val="0"/>
                        </a:spcAft>
                      </a:pPr>
                      <a:r>
                        <a:rPr lang="zh-CN" sz="1600" b="1" kern="100">
                          <a:effectLst/>
                          <a:latin typeface="Times New Roman" pitchFamily="18" charset="0"/>
                          <a:ea typeface="宋体" pitchFamily="2" charset="-122"/>
                          <a:cs typeface="Times New Roman" pitchFamily="18" charset="0"/>
                        </a:rPr>
                        <a:t>填充墙砌体工程</a:t>
                      </a:r>
                    </a:p>
                  </a:txBody>
                  <a:tcPr marL="54131" marR="54131" marT="0" marB="0" anchor="ct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8</a:t>
                      </a:r>
                      <a:r>
                        <a:rPr lang="zh-CN" sz="1600" b="1" kern="100">
                          <a:effectLst/>
                          <a:latin typeface="Times New Roman" pitchFamily="18" charset="0"/>
                          <a:ea typeface="宋体" pitchFamily="2" charset="-122"/>
                          <a:cs typeface="Times New Roman" pitchFamily="18" charset="0"/>
                        </a:rPr>
                        <a:t>）蒸压加气混凝土砌块、轻骨料混凝土小型空心砌块不应与其他块体混砌，不同强度等级的同类块体也不得混砌。</a:t>
                      </a:r>
                    </a:p>
                  </a:txBody>
                  <a:tcPr marL="54131" marR="54131" marT="0" marB="0" anchor="ctr"/>
                </a:tc>
                <a:extLst>
                  <a:ext uri="{0D108BD9-81ED-4DB2-BD59-A6C34878D82A}">
                    <a16:rowId xmlns:a16="http://schemas.microsoft.com/office/drawing/2014/main" xmlns="" val="10000"/>
                  </a:ext>
                </a:extLst>
              </a:tr>
              <a:tr h="1536171">
                <a:tc vMerge="1">
                  <a:txBody>
                    <a:bodyPr/>
                    <a:lstStyle/>
                    <a:p>
                      <a:endParaRPr lang="zh-CN" altLang="en-US"/>
                    </a:p>
                  </a:txBody>
                  <a:tcPr/>
                </a:tc>
                <a:tc>
                  <a:txBody>
                    <a:bodyPr/>
                    <a:lstStyle/>
                    <a:p>
                      <a:pPr algn="just">
                        <a:lnSpc>
                          <a:spcPct val="150000"/>
                        </a:lnSpc>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9</a:t>
                      </a:r>
                      <a:r>
                        <a:rPr lang="zh-CN" sz="1600" b="1" kern="100" dirty="0">
                          <a:effectLst/>
                          <a:latin typeface="Times New Roman" pitchFamily="18" charset="0"/>
                          <a:ea typeface="宋体" pitchFamily="2" charset="-122"/>
                          <a:cs typeface="Times New Roman" pitchFamily="18" charset="0"/>
                        </a:rPr>
                        <a:t>）加气混凝土墙上不得留设脚手眼。每一楼层内的砌块墙应连续砌完，不留接槎。如必须留槎时，应留斜槎。</a:t>
                      </a:r>
                    </a:p>
                  </a:txBody>
                  <a:tcPr marL="54131" marR="54131" marT="0" marB="0" anchor="ctr"/>
                </a:tc>
                <a:extLst>
                  <a:ext uri="{0D108BD9-81ED-4DB2-BD59-A6C34878D82A}">
                    <a16:rowId xmlns:a16="http://schemas.microsoft.com/office/drawing/2014/main" xmlns="" val="10001"/>
                  </a:ext>
                </a:extLst>
              </a:tr>
              <a:tr h="1536171">
                <a:tc vMerge="1">
                  <a:txBody>
                    <a:bodyPr/>
                    <a:lstStyle/>
                    <a:p>
                      <a:endParaRPr lang="zh-CN" altLang="en-US"/>
                    </a:p>
                  </a:txBody>
                  <a:tcPr/>
                </a:tc>
                <a:tc>
                  <a:txBody>
                    <a:bodyPr/>
                    <a:lstStyle/>
                    <a:p>
                      <a:pPr algn="just">
                        <a:lnSpc>
                          <a:spcPct val="150000"/>
                        </a:lnSpc>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10</a:t>
                      </a:r>
                      <a:r>
                        <a:rPr lang="zh-CN" sz="1600" b="1" kern="100" dirty="0">
                          <a:effectLst/>
                          <a:latin typeface="Times New Roman" pitchFamily="18" charset="0"/>
                          <a:ea typeface="宋体" pitchFamily="2" charset="-122"/>
                          <a:cs typeface="Times New Roman" pitchFamily="18" charset="0"/>
                        </a:rPr>
                        <a:t>）砌筑填充墙时应错缝搭砌，蒸压加气混凝土砌块搭砌长度不应＜砌块长度的</a:t>
                      </a:r>
                      <a:r>
                        <a:rPr lang="en-US" sz="1600" b="1" kern="100" dirty="0">
                          <a:effectLst/>
                          <a:latin typeface="Times New Roman" pitchFamily="18" charset="0"/>
                          <a:ea typeface="宋体" pitchFamily="2" charset="-122"/>
                          <a:cs typeface="Times New Roman" pitchFamily="18" charset="0"/>
                        </a:rPr>
                        <a:t>1/3</a:t>
                      </a:r>
                      <a:r>
                        <a:rPr lang="zh-CN" sz="1600" b="1" kern="100" dirty="0">
                          <a:effectLst/>
                          <a:latin typeface="Times New Roman" pitchFamily="18" charset="0"/>
                          <a:ea typeface="宋体" pitchFamily="2" charset="-122"/>
                          <a:cs typeface="Times New Roman" pitchFamily="18" charset="0"/>
                        </a:rPr>
                        <a:t>。轻骨料混凝土小型空心砌块搭砌长度不应＜</a:t>
                      </a:r>
                      <a:r>
                        <a:rPr lang="en-US" sz="1600" b="1" kern="100" dirty="0">
                          <a:effectLst/>
                          <a:latin typeface="Times New Roman" pitchFamily="18" charset="0"/>
                          <a:ea typeface="宋体" pitchFamily="2" charset="-122"/>
                          <a:cs typeface="Times New Roman" pitchFamily="18" charset="0"/>
                        </a:rPr>
                        <a:t>90mm</a:t>
                      </a:r>
                      <a:r>
                        <a:rPr lang="zh-CN" sz="1600" b="1" kern="100" dirty="0">
                          <a:effectLst/>
                          <a:latin typeface="Times New Roman" pitchFamily="18" charset="0"/>
                          <a:ea typeface="宋体" pitchFamily="2" charset="-122"/>
                          <a:cs typeface="Times New Roman" pitchFamily="18" charset="0"/>
                        </a:rPr>
                        <a:t>。竖向通缝不应＞</a:t>
                      </a:r>
                      <a:r>
                        <a:rPr lang="en-US" sz="1600" b="1" kern="100" dirty="0">
                          <a:effectLst/>
                          <a:latin typeface="Times New Roman" pitchFamily="18" charset="0"/>
                          <a:ea typeface="宋体" pitchFamily="2" charset="-122"/>
                          <a:cs typeface="Times New Roman" pitchFamily="18" charset="0"/>
                        </a:rPr>
                        <a:t>2</a:t>
                      </a:r>
                      <a:r>
                        <a:rPr lang="zh-CN" sz="1600" b="1" kern="100" dirty="0">
                          <a:effectLst/>
                          <a:latin typeface="Times New Roman" pitchFamily="18" charset="0"/>
                          <a:ea typeface="宋体" pitchFamily="2" charset="-122"/>
                          <a:cs typeface="Times New Roman" pitchFamily="18" charset="0"/>
                        </a:rPr>
                        <a:t>皮砌块。</a:t>
                      </a:r>
                    </a:p>
                  </a:txBody>
                  <a:tcPr marL="54131" marR="54131" marT="0" marB="0" anchor="ctr"/>
                </a:tc>
                <a:extLst>
                  <a:ext uri="{0D108BD9-81ED-4DB2-BD59-A6C34878D82A}">
                    <a16:rowId xmlns:a16="http://schemas.microsoft.com/office/drawing/2014/main" xmlns="" val="10002"/>
                  </a:ext>
                </a:extLst>
              </a:tr>
            </a:tbl>
          </a:graphicData>
        </a:graphic>
      </p:graphicFrame>
    </p:spTree>
    <p:extLst>
      <p:ext uri="{BB962C8B-B14F-4D97-AF65-F5344CB8AC3E}">
        <p14:creationId xmlns:p14="http://schemas.microsoft.com/office/powerpoint/2010/main" val="764727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xmlns=""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4" name="TextBox 3">
            <a:extLst>
              <a:ext uri="{FF2B5EF4-FFF2-40B4-BE49-F238E27FC236}">
                <a16:creationId xmlns:a16="http://schemas.microsoft.com/office/drawing/2014/main" xmlns="" id="{F2FE2EB0-CE61-478E-8CC6-CF0327E284DA}"/>
              </a:ext>
            </a:extLst>
          </p:cNvPr>
          <p:cNvSpPr txBox="1"/>
          <p:nvPr/>
        </p:nvSpPr>
        <p:spPr>
          <a:xfrm>
            <a:off x="115463" y="368964"/>
            <a:ext cx="8928992" cy="523220"/>
          </a:xfrm>
          <a:prstGeom prst="rect">
            <a:avLst/>
          </a:prstGeom>
          <a:noFill/>
        </p:spPr>
        <p:txBody>
          <a:bodyPr wrap="square" rtlCol="0">
            <a:spAutoFit/>
          </a:bodyPr>
          <a:lstStyle/>
          <a:p>
            <a:r>
              <a:rPr lang="zh-CN" altLang="en-US" sz="2800" b="1" dirty="0">
                <a:latin typeface="Times New Roman" pitchFamily="18" charset="0"/>
                <a:ea typeface="宋体" pitchFamily="2" charset="-122"/>
                <a:cs typeface="Times New Roman" pitchFamily="18" charset="0"/>
              </a:rPr>
              <a:t>六、蒸压加气混凝土砌块砌体</a:t>
            </a:r>
          </a:p>
        </p:txBody>
      </p:sp>
      <p:graphicFrame>
        <p:nvGraphicFramePr>
          <p:cNvPr id="5" name="图示 4">
            <a:extLst>
              <a:ext uri="{FF2B5EF4-FFF2-40B4-BE49-F238E27FC236}">
                <a16:creationId xmlns:a16="http://schemas.microsoft.com/office/drawing/2014/main" xmlns="" id="{3DE5DEA2-77C4-48A0-AB73-0C3B9FAC9412}"/>
              </a:ext>
            </a:extLst>
          </p:cNvPr>
          <p:cNvGraphicFramePr/>
          <p:nvPr>
            <p:extLst>
              <p:ext uri="{D42A27DB-BD31-4B8C-83A1-F6EECF244321}">
                <p14:modId xmlns:p14="http://schemas.microsoft.com/office/powerpoint/2010/main" val="1303722987"/>
              </p:ext>
            </p:extLst>
          </p:nvPr>
        </p:nvGraphicFramePr>
        <p:xfrm>
          <a:off x="1115616" y="892184"/>
          <a:ext cx="7920880" cy="42138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54796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barn(inVertical)">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Graphic spid="5"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xmlns=""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graphicFrame>
        <p:nvGraphicFramePr>
          <p:cNvPr id="4" name="图示 3">
            <a:extLst>
              <a:ext uri="{FF2B5EF4-FFF2-40B4-BE49-F238E27FC236}">
                <a16:creationId xmlns:a16="http://schemas.microsoft.com/office/drawing/2014/main" xmlns="" id="{14EB1BFF-A599-49B2-97E6-D25993EC1F9E}"/>
              </a:ext>
            </a:extLst>
          </p:cNvPr>
          <p:cNvGraphicFramePr/>
          <p:nvPr>
            <p:extLst>
              <p:ext uri="{D42A27DB-BD31-4B8C-83A1-F6EECF244321}">
                <p14:modId xmlns:p14="http://schemas.microsoft.com/office/powerpoint/2010/main" val="2789187798"/>
              </p:ext>
            </p:extLst>
          </p:nvPr>
        </p:nvGraphicFramePr>
        <p:xfrm>
          <a:off x="1115616" y="368964"/>
          <a:ext cx="7920880" cy="47371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98371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tags/tag1.xml><?xml version="1.0" encoding="utf-8"?>
<p:tagLst xmlns:a="http://schemas.openxmlformats.org/drawingml/2006/main" xmlns:r="http://schemas.openxmlformats.org/officeDocument/2006/relationships" xmlns:p="http://schemas.openxmlformats.org/presentationml/2006/main">
  <p:tag name="RESOURCELIBID_PRE" val="13076"/>
  <p:tag name="MH_CONTENTSID" val="264"/>
  <p:tag name="MH_SECTIONID" val="265,"/>
</p:tagLst>
</file>

<file path=ppt/theme/theme1.xml><?xml version="1.0" encoding="utf-8"?>
<a:theme xmlns:a="http://schemas.openxmlformats.org/drawingml/2006/main" name="A000120140530A99PPBG">
  <a:themeElements>
    <a:clrScheme name="KSO_BLUE9">
      <a:dk1>
        <a:srgbClr val="47494B"/>
      </a:dk1>
      <a:lt1>
        <a:srgbClr val="FFFFFF"/>
      </a:lt1>
      <a:dk2>
        <a:srgbClr val="454749"/>
      </a:dk2>
      <a:lt2>
        <a:srgbClr val="EAF5FC"/>
      </a:lt2>
      <a:accent1>
        <a:srgbClr val="046FB6"/>
      </a:accent1>
      <a:accent2>
        <a:srgbClr val="22B1DE"/>
      </a:accent2>
      <a:accent3>
        <a:srgbClr val="7B93D7"/>
      </a:accent3>
      <a:accent4>
        <a:srgbClr val="5D76BA"/>
      </a:accent4>
      <a:accent5>
        <a:srgbClr val="3DBFD1"/>
      </a:accent5>
      <a:accent6>
        <a:srgbClr val="FFC000"/>
      </a:accent6>
      <a:hlink>
        <a:srgbClr val="00B0F0"/>
      </a:hlink>
      <a:folHlink>
        <a:srgbClr val="AFB2B4"/>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pitchFamily="34" charset="-122"/>
          </a:defRPr>
        </a:defPPr>
      </a:lstStyle>
    </a:tx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636869495982041620</Template>
  <TotalTime>7753</TotalTime>
  <Words>742</Words>
  <Application>Microsoft Office PowerPoint</Application>
  <PresentationFormat>全屏显示(16:9)</PresentationFormat>
  <Paragraphs>32</Paragraphs>
  <Slides>6</Slides>
  <Notes>0</Notes>
  <HiddenSlides>0</HiddenSlides>
  <MMClips>0</MMClips>
  <ScaleCrop>false</ScaleCrop>
  <HeadingPairs>
    <vt:vector size="4" baseType="variant">
      <vt:variant>
        <vt:lpstr>主题</vt:lpstr>
      </vt:variant>
      <vt:variant>
        <vt:i4>1</vt:i4>
      </vt:variant>
      <vt:variant>
        <vt:lpstr>幻灯片标题</vt:lpstr>
      </vt:variant>
      <vt:variant>
        <vt:i4>6</vt:i4>
      </vt:variant>
    </vt:vector>
  </HeadingPairs>
  <TitlesOfParts>
    <vt:vector size="7" baseType="lpstr">
      <vt:lpstr>A000120140530A99PPBG</vt:lpstr>
      <vt:lpstr>PowerPoint 演示文稿</vt:lpstr>
      <vt:lpstr>PowerPoint 演示文稿</vt:lpstr>
      <vt:lpstr>PowerPoint 演示文稿</vt:lpstr>
      <vt:lpstr>PowerPoint 演示文稿</vt:lpstr>
      <vt:lpstr>PowerPoint 演示文稿</vt:lpstr>
      <vt:lpstr>PowerPoint 演示文稿</vt:lpstr>
    </vt:vector>
  </TitlesOfParts>
  <Company>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Lenovo</cp:lastModifiedBy>
  <cp:revision>882</cp:revision>
  <dcterms:created xsi:type="dcterms:W3CDTF">2019-02-28T02:56:41Z</dcterms:created>
  <dcterms:modified xsi:type="dcterms:W3CDTF">2024-11-30T08:53:37Z</dcterms:modified>
</cp:coreProperties>
</file>