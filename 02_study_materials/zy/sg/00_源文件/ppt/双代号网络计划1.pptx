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3" r:id="rId1"/>
  </p:sldMasterIdLst>
  <p:notesMasterIdLst>
    <p:notesMasterId r:id="rId25"/>
  </p:notesMasterIdLst>
  <p:sldIdLst>
    <p:sldId id="302" r:id="rId2"/>
    <p:sldId id="376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396" r:id="rId23"/>
    <p:sldId id="397" r:id="rId24"/>
  </p:sldIdLst>
  <p:sldSz cx="9144000" cy="5143500" type="screen16x9"/>
  <p:notesSz cx="6858000" cy="9144000"/>
  <p:custDataLst>
    <p:tags r:id="rId26"/>
  </p:custDataLst>
  <p:defaultTextStyle>
    <a:defPPr>
      <a:defRPr lang="zh-CN"/>
    </a:defPPr>
    <a:lvl1pPr marL="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58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3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192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259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16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374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44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503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660"/>
  </p:normalViewPr>
  <p:slideViewPr>
    <p:cSldViewPr>
      <p:cViewPr varScale="1">
        <p:scale>
          <a:sx n="119" d="100"/>
          <a:sy n="119" d="100"/>
        </p:scale>
        <p:origin x="558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FA6FA7-FF19-46E2-8B45-16DBB39E2C15}" type="doc">
      <dgm:prSet loTypeId="urn:microsoft.com/office/officeart/2005/8/layout/radial4" loCatId="relationship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7CDCD0A3-B70D-4BB3-8A2E-756B7C1E1778}">
      <dgm:prSet phldrT="[文本]"/>
      <dgm:spPr/>
      <dgm:t>
        <a:bodyPr/>
        <a:lstStyle/>
        <a:p>
          <a:r>
            <a: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优点</a:t>
          </a:r>
        </a:p>
      </dgm:t>
    </dgm:pt>
    <dgm:pt modelId="{6AEC76D5-1FBC-46C8-B080-25CA766FBBC7}" type="parTrans" cxnId="{85ED790D-11B7-41CD-BFAD-4BBAA8208346}">
      <dgm:prSet/>
      <dgm:spPr/>
      <dgm:t>
        <a:bodyPr/>
        <a:lstStyle/>
        <a:p>
          <a:endParaRPr lang="zh-CN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27F48B6-292B-408A-8AA7-32BF5D3A50C3}" type="sibTrans" cxnId="{85ED790D-11B7-41CD-BFAD-4BBAA8208346}">
      <dgm:prSet/>
      <dgm:spPr/>
      <dgm:t>
        <a:bodyPr/>
        <a:lstStyle/>
        <a:p>
          <a:endParaRPr lang="zh-CN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2FA9D389-4B35-460E-BCE0-B9165A8ADA61}">
      <dgm:prSet phldrT="[文本]"/>
      <dgm:spPr/>
      <dgm:t>
        <a:bodyPr/>
        <a:lstStyle/>
        <a:p>
          <a:r>
            <a: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画图简便，表达直观，便于统计资源需要量；</a:t>
          </a:r>
        </a:p>
      </dgm:t>
    </dgm:pt>
    <dgm:pt modelId="{A2986353-08A0-4EDD-BCD1-BE90802A5CA1}" type="parTrans" cxnId="{727D4A3C-B972-4ACC-BF26-7A80469EACC6}">
      <dgm:prSet/>
      <dgm:spPr/>
      <dgm:t>
        <a:bodyPr/>
        <a:lstStyle/>
        <a:p>
          <a:endParaRPr lang="zh-CN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1BDC028C-1E3F-42D3-A979-5CA4ECDE187A}" type="sibTrans" cxnId="{727D4A3C-B972-4ACC-BF26-7A80469EACC6}">
      <dgm:prSet/>
      <dgm:spPr/>
      <dgm:t>
        <a:bodyPr/>
        <a:lstStyle/>
        <a:p>
          <a:endParaRPr lang="zh-CN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CF9B14E3-34CF-44DD-97D4-2CCF5D9CDF73}">
      <dgm:prSet phldrT="[文本]"/>
      <dgm:spPr/>
      <dgm:t>
        <a:bodyPr/>
        <a:lstStyle/>
        <a:p>
          <a:r>
            <a: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流水作业排列整齐有序，表达清楚；</a:t>
          </a:r>
        </a:p>
      </dgm:t>
    </dgm:pt>
    <dgm:pt modelId="{FD199B4B-94B5-4979-B8E7-C0FCC1C4BBCE}" type="parTrans" cxnId="{1202A907-C860-4C07-8965-59118F57E0A3}">
      <dgm:prSet/>
      <dgm:spPr/>
      <dgm:t>
        <a:bodyPr/>
        <a:lstStyle/>
        <a:p>
          <a:endParaRPr lang="zh-CN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9AE7223F-3C4A-4C30-847D-C81FC78DBD53}" type="sibTrans" cxnId="{1202A907-C860-4C07-8965-59118F57E0A3}">
      <dgm:prSet/>
      <dgm:spPr/>
      <dgm:t>
        <a:bodyPr/>
        <a:lstStyle/>
        <a:p>
          <a:endParaRPr lang="zh-CN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F0463BDE-6F61-49C7-8AD1-9C2AC02C8DD1}">
      <dgm:prSet phldrT="[文本]"/>
      <dgm:spPr/>
      <dgm:t>
        <a:bodyPr/>
        <a:lstStyle/>
        <a:p>
          <a:r>
            <a: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结合时间坐标，准确清楚；</a:t>
          </a:r>
        </a:p>
      </dgm:t>
    </dgm:pt>
    <dgm:pt modelId="{8ADF8406-4150-411C-ABE7-4ADC0741B217}" type="parTrans" cxnId="{3D984543-F9BC-46E5-92D3-321015C0065E}">
      <dgm:prSet/>
      <dgm:spPr/>
      <dgm:t>
        <a:bodyPr/>
        <a:lstStyle/>
        <a:p>
          <a:endParaRPr lang="zh-CN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2717107-BE9A-4251-BE9D-D71AA2270315}" type="sibTrans" cxnId="{3D984543-F9BC-46E5-92D3-321015C0065E}">
      <dgm:prSet/>
      <dgm:spPr/>
      <dgm:t>
        <a:bodyPr/>
        <a:lstStyle/>
        <a:p>
          <a:endParaRPr lang="zh-CN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BAC10A7-76E1-4A3A-AD0B-8FF9FEF6900D}" type="pres">
      <dgm:prSet presAssocID="{23FA6FA7-FF19-46E2-8B45-16DBB39E2C1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0BF68B5-9E84-4877-A29C-65F78AEA9D81}" type="pres">
      <dgm:prSet presAssocID="{7CDCD0A3-B70D-4BB3-8A2E-756B7C1E1778}" presName="centerShape" presStyleLbl="node0" presStyleIdx="0" presStyleCnt="1"/>
      <dgm:spPr/>
    </dgm:pt>
    <dgm:pt modelId="{03FFB5C9-E781-468B-AF69-8BED0981B95F}" type="pres">
      <dgm:prSet presAssocID="{A2986353-08A0-4EDD-BCD1-BE90802A5CA1}" presName="parTrans" presStyleLbl="bgSibTrans2D1" presStyleIdx="0" presStyleCnt="3"/>
      <dgm:spPr/>
    </dgm:pt>
    <dgm:pt modelId="{8CC8EE46-C558-4EBB-B9A8-3B9D84A8C2B2}" type="pres">
      <dgm:prSet presAssocID="{2FA9D389-4B35-460E-BCE0-B9165A8ADA61}" presName="node" presStyleLbl="node1" presStyleIdx="0" presStyleCnt="3">
        <dgm:presLayoutVars>
          <dgm:bulletEnabled val="1"/>
        </dgm:presLayoutVars>
      </dgm:prSet>
      <dgm:spPr/>
    </dgm:pt>
    <dgm:pt modelId="{2EE9C269-61D2-4299-B054-64F654E2CB63}" type="pres">
      <dgm:prSet presAssocID="{FD199B4B-94B5-4979-B8E7-C0FCC1C4BBCE}" presName="parTrans" presStyleLbl="bgSibTrans2D1" presStyleIdx="1" presStyleCnt="3"/>
      <dgm:spPr/>
    </dgm:pt>
    <dgm:pt modelId="{0AF877D6-7A97-4C3F-A2EA-765F063889A5}" type="pres">
      <dgm:prSet presAssocID="{CF9B14E3-34CF-44DD-97D4-2CCF5D9CDF73}" presName="node" presStyleLbl="node1" presStyleIdx="1" presStyleCnt="3">
        <dgm:presLayoutVars>
          <dgm:bulletEnabled val="1"/>
        </dgm:presLayoutVars>
      </dgm:prSet>
      <dgm:spPr/>
    </dgm:pt>
    <dgm:pt modelId="{6800A81F-737C-4AD5-A40B-6F505F7F2ADB}" type="pres">
      <dgm:prSet presAssocID="{8ADF8406-4150-411C-ABE7-4ADC0741B217}" presName="parTrans" presStyleLbl="bgSibTrans2D1" presStyleIdx="2" presStyleCnt="3"/>
      <dgm:spPr/>
    </dgm:pt>
    <dgm:pt modelId="{B28DD5F4-EF54-4021-A265-F0067459C9BC}" type="pres">
      <dgm:prSet presAssocID="{F0463BDE-6F61-49C7-8AD1-9C2AC02C8DD1}" presName="node" presStyleLbl="node1" presStyleIdx="2" presStyleCnt="3">
        <dgm:presLayoutVars>
          <dgm:bulletEnabled val="1"/>
        </dgm:presLayoutVars>
      </dgm:prSet>
      <dgm:spPr/>
    </dgm:pt>
  </dgm:ptLst>
  <dgm:cxnLst>
    <dgm:cxn modelId="{1202A907-C860-4C07-8965-59118F57E0A3}" srcId="{7CDCD0A3-B70D-4BB3-8A2E-756B7C1E1778}" destId="{CF9B14E3-34CF-44DD-97D4-2CCF5D9CDF73}" srcOrd="1" destOrd="0" parTransId="{FD199B4B-94B5-4979-B8E7-C0FCC1C4BBCE}" sibTransId="{9AE7223F-3C4A-4C30-847D-C81FC78DBD53}"/>
    <dgm:cxn modelId="{85ED790D-11B7-41CD-BFAD-4BBAA8208346}" srcId="{23FA6FA7-FF19-46E2-8B45-16DBB39E2C15}" destId="{7CDCD0A3-B70D-4BB3-8A2E-756B7C1E1778}" srcOrd="0" destOrd="0" parTransId="{6AEC76D5-1FBC-46C8-B080-25CA766FBBC7}" sibTransId="{D27F48B6-292B-408A-8AA7-32BF5D3A50C3}"/>
    <dgm:cxn modelId="{A4E8792C-FB1C-4ED3-8BEB-12C0444FA0B0}" type="presOf" srcId="{A2986353-08A0-4EDD-BCD1-BE90802A5CA1}" destId="{03FFB5C9-E781-468B-AF69-8BED0981B95F}" srcOrd="0" destOrd="0" presId="urn:microsoft.com/office/officeart/2005/8/layout/radial4"/>
    <dgm:cxn modelId="{38D01937-6D4F-4FCC-9B4F-0FE0B19D0639}" type="presOf" srcId="{F0463BDE-6F61-49C7-8AD1-9C2AC02C8DD1}" destId="{B28DD5F4-EF54-4021-A265-F0067459C9BC}" srcOrd="0" destOrd="0" presId="urn:microsoft.com/office/officeart/2005/8/layout/radial4"/>
    <dgm:cxn modelId="{727D4A3C-B972-4ACC-BF26-7A80469EACC6}" srcId="{7CDCD0A3-B70D-4BB3-8A2E-756B7C1E1778}" destId="{2FA9D389-4B35-460E-BCE0-B9165A8ADA61}" srcOrd="0" destOrd="0" parTransId="{A2986353-08A0-4EDD-BCD1-BE90802A5CA1}" sibTransId="{1BDC028C-1E3F-42D3-A979-5CA4ECDE187A}"/>
    <dgm:cxn modelId="{3D984543-F9BC-46E5-92D3-321015C0065E}" srcId="{7CDCD0A3-B70D-4BB3-8A2E-756B7C1E1778}" destId="{F0463BDE-6F61-49C7-8AD1-9C2AC02C8DD1}" srcOrd="2" destOrd="0" parTransId="{8ADF8406-4150-411C-ABE7-4ADC0741B217}" sibTransId="{32717107-BE9A-4251-BE9D-D71AA2270315}"/>
    <dgm:cxn modelId="{3E08A484-4BE5-4027-B8CD-900B031BEB45}" type="presOf" srcId="{FD199B4B-94B5-4979-B8E7-C0FCC1C4BBCE}" destId="{2EE9C269-61D2-4299-B054-64F654E2CB63}" srcOrd="0" destOrd="0" presId="urn:microsoft.com/office/officeart/2005/8/layout/radial4"/>
    <dgm:cxn modelId="{B69F0D97-BFA9-4B44-A910-C5B8193AA6D0}" type="presOf" srcId="{8ADF8406-4150-411C-ABE7-4ADC0741B217}" destId="{6800A81F-737C-4AD5-A40B-6F505F7F2ADB}" srcOrd="0" destOrd="0" presId="urn:microsoft.com/office/officeart/2005/8/layout/radial4"/>
    <dgm:cxn modelId="{F3A701A1-DB99-4DC4-88F7-40A83AFDD19C}" type="presOf" srcId="{CF9B14E3-34CF-44DD-97D4-2CCF5D9CDF73}" destId="{0AF877D6-7A97-4C3F-A2EA-765F063889A5}" srcOrd="0" destOrd="0" presId="urn:microsoft.com/office/officeart/2005/8/layout/radial4"/>
    <dgm:cxn modelId="{7BE019D1-3EC1-4058-9E15-C051D64F7CBA}" type="presOf" srcId="{2FA9D389-4B35-460E-BCE0-B9165A8ADA61}" destId="{8CC8EE46-C558-4EBB-B9A8-3B9D84A8C2B2}" srcOrd="0" destOrd="0" presId="urn:microsoft.com/office/officeart/2005/8/layout/radial4"/>
    <dgm:cxn modelId="{8F38FCE2-F102-40D7-AC6A-6BD13CDFCFD0}" type="presOf" srcId="{23FA6FA7-FF19-46E2-8B45-16DBB39E2C15}" destId="{DBAC10A7-76E1-4A3A-AD0B-8FF9FEF6900D}" srcOrd="0" destOrd="0" presId="urn:microsoft.com/office/officeart/2005/8/layout/radial4"/>
    <dgm:cxn modelId="{66F1BFF5-F850-4C13-8262-22942C43E8B4}" type="presOf" srcId="{7CDCD0A3-B70D-4BB3-8A2E-756B7C1E1778}" destId="{E0BF68B5-9E84-4877-A29C-65F78AEA9D81}" srcOrd="0" destOrd="0" presId="urn:microsoft.com/office/officeart/2005/8/layout/radial4"/>
    <dgm:cxn modelId="{C8438F2A-A176-46E4-81D8-EDE64E5E901C}" type="presParOf" srcId="{DBAC10A7-76E1-4A3A-AD0B-8FF9FEF6900D}" destId="{E0BF68B5-9E84-4877-A29C-65F78AEA9D81}" srcOrd="0" destOrd="0" presId="urn:microsoft.com/office/officeart/2005/8/layout/radial4"/>
    <dgm:cxn modelId="{DF6779A3-E5AA-4655-9D7F-C59E89C12BBC}" type="presParOf" srcId="{DBAC10A7-76E1-4A3A-AD0B-8FF9FEF6900D}" destId="{03FFB5C9-E781-468B-AF69-8BED0981B95F}" srcOrd="1" destOrd="0" presId="urn:microsoft.com/office/officeart/2005/8/layout/radial4"/>
    <dgm:cxn modelId="{6CB69D93-5DDA-4BFB-B236-FDBDCDB43865}" type="presParOf" srcId="{DBAC10A7-76E1-4A3A-AD0B-8FF9FEF6900D}" destId="{8CC8EE46-C558-4EBB-B9A8-3B9D84A8C2B2}" srcOrd="2" destOrd="0" presId="urn:microsoft.com/office/officeart/2005/8/layout/radial4"/>
    <dgm:cxn modelId="{AB22CA4C-9102-4E76-8BFA-EB569E4C5B58}" type="presParOf" srcId="{DBAC10A7-76E1-4A3A-AD0B-8FF9FEF6900D}" destId="{2EE9C269-61D2-4299-B054-64F654E2CB63}" srcOrd="3" destOrd="0" presId="urn:microsoft.com/office/officeart/2005/8/layout/radial4"/>
    <dgm:cxn modelId="{94729ADF-4B53-4314-9C04-E3BB40EFAEB7}" type="presParOf" srcId="{DBAC10A7-76E1-4A3A-AD0B-8FF9FEF6900D}" destId="{0AF877D6-7A97-4C3F-A2EA-765F063889A5}" srcOrd="4" destOrd="0" presId="urn:microsoft.com/office/officeart/2005/8/layout/radial4"/>
    <dgm:cxn modelId="{735694B1-2003-433A-B550-B601126F5A2E}" type="presParOf" srcId="{DBAC10A7-76E1-4A3A-AD0B-8FF9FEF6900D}" destId="{6800A81F-737C-4AD5-A40B-6F505F7F2ADB}" srcOrd="5" destOrd="0" presId="urn:microsoft.com/office/officeart/2005/8/layout/radial4"/>
    <dgm:cxn modelId="{23F7D661-D9B5-47EC-82ED-03B1573391F2}" type="presParOf" srcId="{DBAC10A7-76E1-4A3A-AD0B-8FF9FEF6900D}" destId="{B28DD5F4-EF54-4021-A265-F0067459C9BC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FA6FA7-FF19-46E2-8B45-16DBB39E2C15}" type="doc">
      <dgm:prSet loTypeId="urn:microsoft.com/office/officeart/2005/8/layout/radial4" loCatId="relationship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7CDCD0A3-B70D-4BB3-8A2E-756B7C1E1778}">
      <dgm:prSet phldrT="[文本]" custT="1"/>
      <dgm:spPr/>
      <dgm:t>
        <a:bodyPr/>
        <a:lstStyle/>
        <a:p>
          <a:r>
            <a:rPr lang="zh-CN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缺点</a:t>
          </a:r>
        </a:p>
      </dgm:t>
    </dgm:pt>
    <dgm:pt modelId="{6AEC76D5-1FBC-46C8-B080-25CA766FBBC7}" type="parTrans" cxnId="{85ED790D-11B7-41CD-BFAD-4BBAA8208346}">
      <dgm:prSet/>
      <dgm:spPr/>
      <dgm:t>
        <a:bodyPr/>
        <a:lstStyle/>
        <a:p>
          <a:endParaRPr lang="zh-CN" altLang="en-US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27F48B6-292B-408A-8AA7-32BF5D3A50C3}" type="sibTrans" cxnId="{85ED790D-11B7-41CD-BFAD-4BBAA8208346}">
      <dgm:prSet/>
      <dgm:spPr/>
      <dgm:t>
        <a:bodyPr/>
        <a:lstStyle/>
        <a:p>
          <a:endParaRPr lang="zh-CN" altLang="en-US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2FA9D389-4B35-460E-BCE0-B9165A8ADA61}">
      <dgm:prSet phldrT="[文本]" custT="1"/>
      <dgm:spPr/>
      <dgm:t>
        <a:bodyPr/>
        <a:lstStyle/>
        <a:p>
          <a:r>
            <a:rPr lang="zh-CN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各项工作之间的关系表达不清；</a:t>
          </a:r>
        </a:p>
      </dgm:t>
    </dgm:pt>
    <dgm:pt modelId="{A2986353-08A0-4EDD-BCD1-BE90802A5CA1}" type="parTrans" cxnId="{727D4A3C-B972-4ACC-BF26-7A80469EACC6}">
      <dgm:prSet/>
      <dgm:spPr/>
      <dgm:t>
        <a:bodyPr/>
        <a:lstStyle/>
        <a:p>
          <a:endParaRPr lang="zh-CN" altLang="en-US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1BDC028C-1E3F-42D3-A979-5CA4ECDE187A}" type="sibTrans" cxnId="{727D4A3C-B972-4ACC-BF26-7A80469EACC6}">
      <dgm:prSet/>
      <dgm:spPr/>
      <dgm:t>
        <a:bodyPr/>
        <a:lstStyle/>
        <a:p>
          <a:endParaRPr lang="zh-CN" altLang="en-US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CF9B14E3-34CF-44DD-97D4-2CCF5D9CDF73}">
      <dgm:prSet phldrT="[文本]" custT="1"/>
      <dgm:spPr/>
      <dgm:t>
        <a:bodyPr/>
        <a:lstStyle/>
        <a:p>
          <a:r>
            <a:rPr lang="zh-CN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不能明确指出关键工作，表示不出机动时间；</a:t>
          </a:r>
        </a:p>
      </dgm:t>
    </dgm:pt>
    <dgm:pt modelId="{FD199B4B-94B5-4979-B8E7-C0FCC1C4BBCE}" type="parTrans" cxnId="{1202A907-C860-4C07-8965-59118F57E0A3}">
      <dgm:prSet/>
      <dgm:spPr/>
      <dgm:t>
        <a:bodyPr/>
        <a:lstStyle/>
        <a:p>
          <a:endParaRPr lang="zh-CN" altLang="en-US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9AE7223F-3C4A-4C30-847D-C81FC78DBD53}" type="sibTrans" cxnId="{1202A907-C860-4C07-8965-59118F57E0A3}">
      <dgm:prSet/>
      <dgm:spPr/>
      <dgm:t>
        <a:bodyPr/>
        <a:lstStyle/>
        <a:p>
          <a:endParaRPr lang="zh-CN" altLang="en-US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F0463BDE-6F61-49C7-8AD1-9C2AC02C8DD1}">
      <dgm:prSet phldrT="[文本]" custT="1"/>
      <dgm:spPr/>
      <dgm:t>
        <a:bodyPr/>
        <a:lstStyle/>
        <a:p>
          <a:r>
            <a:rPr lang="zh-CN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无法直接计算时间参数；</a:t>
          </a:r>
        </a:p>
      </dgm:t>
    </dgm:pt>
    <dgm:pt modelId="{8ADF8406-4150-411C-ABE7-4ADC0741B217}" type="parTrans" cxnId="{3D984543-F9BC-46E5-92D3-321015C0065E}">
      <dgm:prSet/>
      <dgm:spPr/>
      <dgm:t>
        <a:bodyPr/>
        <a:lstStyle/>
        <a:p>
          <a:endParaRPr lang="zh-CN" altLang="en-US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2717107-BE9A-4251-BE9D-D71AA2270315}" type="sibTrans" cxnId="{3D984543-F9BC-46E5-92D3-321015C0065E}">
      <dgm:prSet/>
      <dgm:spPr/>
      <dgm:t>
        <a:bodyPr/>
        <a:lstStyle/>
        <a:p>
          <a:endParaRPr lang="zh-CN" altLang="en-US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BAC10A7-76E1-4A3A-AD0B-8FF9FEF6900D}" type="pres">
      <dgm:prSet presAssocID="{23FA6FA7-FF19-46E2-8B45-16DBB39E2C1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0BF68B5-9E84-4877-A29C-65F78AEA9D81}" type="pres">
      <dgm:prSet presAssocID="{7CDCD0A3-B70D-4BB3-8A2E-756B7C1E1778}" presName="centerShape" presStyleLbl="node0" presStyleIdx="0" presStyleCnt="1"/>
      <dgm:spPr/>
    </dgm:pt>
    <dgm:pt modelId="{03FFB5C9-E781-468B-AF69-8BED0981B95F}" type="pres">
      <dgm:prSet presAssocID="{A2986353-08A0-4EDD-BCD1-BE90802A5CA1}" presName="parTrans" presStyleLbl="bgSibTrans2D1" presStyleIdx="0" presStyleCnt="3"/>
      <dgm:spPr/>
    </dgm:pt>
    <dgm:pt modelId="{8CC8EE46-C558-4EBB-B9A8-3B9D84A8C2B2}" type="pres">
      <dgm:prSet presAssocID="{2FA9D389-4B35-460E-BCE0-B9165A8ADA61}" presName="node" presStyleLbl="node1" presStyleIdx="0" presStyleCnt="3">
        <dgm:presLayoutVars>
          <dgm:bulletEnabled val="1"/>
        </dgm:presLayoutVars>
      </dgm:prSet>
      <dgm:spPr/>
    </dgm:pt>
    <dgm:pt modelId="{2EE9C269-61D2-4299-B054-64F654E2CB63}" type="pres">
      <dgm:prSet presAssocID="{FD199B4B-94B5-4979-B8E7-C0FCC1C4BBCE}" presName="parTrans" presStyleLbl="bgSibTrans2D1" presStyleIdx="1" presStyleCnt="3"/>
      <dgm:spPr/>
    </dgm:pt>
    <dgm:pt modelId="{0AF877D6-7A97-4C3F-A2EA-765F063889A5}" type="pres">
      <dgm:prSet presAssocID="{CF9B14E3-34CF-44DD-97D4-2CCF5D9CDF73}" presName="node" presStyleLbl="node1" presStyleIdx="1" presStyleCnt="3">
        <dgm:presLayoutVars>
          <dgm:bulletEnabled val="1"/>
        </dgm:presLayoutVars>
      </dgm:prSet>
      <dgm:spPr/>
    </dgm:pt>
    <dgm:pt modelId="{6800A81F-737C-4AD5-A40B-6F505F7F2ADB}" type="pres">
      <dgm:prSet presAssocID="{8ADF8406-4150-411C-ABE7-4ADC0741B217}" presName="parTrans" presStyleLbl="bgSibTrans2D1" presStyleIdx="2" presStyleCnt="3"/>
      <dgm:spPr/>
    </dgm:pt>
    <dgm:pt modelId="{B28DD5F4-EF54-4021-A265-F0067459C9BC}" type="pres">
      <dgm:prSet presAssocID="{F0463BDE-6F61-49C7-8AD1-9C2AC02C8DD1}" presName="node" presStyleLbl="node1" presStyleIdx="2" presStyleCnt="3">
        <dgm:presLayoutVars>
          <dgm:bulletEnabled val="1"/>
        </dgm:presLayoutVars>
      </dgm:prSet>
      <dgm:spPr/>
    </dgm:pt>
  </dgm:ptLst>
  <dgm:cxnLst>
    <dgm:cxn modelId="{1202A907-C860-4C07-8965-59118F57E0A3}" srcId="{7CDCD0A3-B70D-4BB3-8A2E-756B7C1E1778}" destId="{CF9B14E3-34CF-44DD-97D4-2CCF5D9CDF73}" srcOrd="1" destOrd="0" parTransId="{FD199B4B-94B5-4979-B8E7-C0FCC1C4BBCE}" sibTransId="{9AE7223F-3C4A-4C30-847D-C81FC78DBD53}"/>
    <dgm:cxn modelId="{85ED790D-11B7-41CD-BFAD-4BBAA8208346}" srcId="{23FA6FA7-FF19-46E2-8B45-16DBB39E2C15}" destId="{7CDCD0A3-B70D-4BB3-8A2E-756B7C1E1778}" srcOrd="0" destOrd="0" parTransId="{6AEC76D5-1FBC-46C8-B080-25CA766FBBC7}" sibTransId="{D27F48B6-292B-408A-8AA7-32BF5D3A50C3}"/>
    <dgm:cxn modelId="{727D4A3C-B972-4ACC-BF26-7A80469EACC6}" srcId="{7CDCD0A3-B70D-4BB3-8A2E-756B7C1E1778}" destId="{2FA9D389-4B35-460E-BCE0-B9165A8ADA61}" srcOrd="0" destOrd="0" parTransId="{A2986353-08A0-4EDD-BCD1-BE90802A5CA1}" sibTransId="{1BDC028C-1E3F-42D3-A979-5CA4ECDE187A}"/>
    <dgm:cxn modelId="{5C2BEE3D-2091-49FC-9358-D986EA871C84}" type="presOf" srcId="{8ADF8406-4150-411C-ABE7-4ADC0741B217}" destId="{6800A81F-737C-4AD5-A40B-6F505F7F2ADB}" srcOrd="0" destOrd="0" presId="urn:microsoft.com/office/officeart/2005/8/layout/radial4"/>
    <dgm:cxn modelId="{3D984543-F9BC-46E5-92D3-321015C0065E}" srcId="{7CDCD0A3-B70D-4BB3-8A2E-756B7C1E1778}" destId="{F0463BDE-6F61-49C7-8AD1-9C2AC02C8DD1}" srcOrd="2" destOrd="0" parTransId="{8ADF8406-4150-411C-ABE7-4ADC0741B217}" sibTransId="{32717107-BE9A-4251-BE9D-D71AA2270315}"/>
    <dgm:cxn modelId="{E34FA291-FEFA-4025-91DB-4E9A76B02676}" type="presOf" srcId="{A2986353-08A0-4EDD-BCD1-BE90802A5CA1}" destId="{03FFB5C9-E781-468B-AF69-8BED0981B95F}" srcOrd="0" destOrd="0" presId="urn:microsoft.com/office/officeart/2005/8/layout/radial4"/>
    <dgm:cxn modelId="{84C73BAB-3813-4C36-B60E-1610A4A3020E}" type="presOf" srcId="{F0463BDE-6F61-49C7-8AD1-9C2AC02C8DD1}" destId="{B28DD5F4-EF54-4021-A265-F0067459C9BC}" srcOrd="0" destOrd="0" presId="urn:microsoft.com/office/officeart/2005/8/layout/radial4"/>
    <dgm:cxn modelId="{753D97B4-301F-4910-8EF1-942F690CDB1C}" type="presOf" srcId="{2FA9D389-4B35-460E-BCE0-B9165A8ADA61}" destId="{8CC8EE46-C558-4EBB-B9A8-3B9D84A8C2B2}" srcOrd="0" destOrd="0" presId="urn:microsoft.com/office/officeart/2005/8/layout/radial4"/>
    <dgm:cxn modelId="{F30CCDC4-E083-4130-89F4-0E0C6F44FDD1}" type="presOf" srcId="{CF9B14E3-34CF-44DD-97D4-2CCF5D9CDF73}" destId="{0AF877D6-7A97-4C3F-A2EA-765F063889A5}" srcOrd="0" destOrd="0" presId="urn:microsoft.com/office/officeart/2005/8/layout/radial4"/>
    <dgm:cxn modelId="{15A490D2-77A7-48A7-9AF1-516CBFE9D65C}" type="presOf" srcId="{23FA6FA7-FF19-46E2-8B45-16DBB39E2C15}" destId="{DBAC10A7-76E1-4A3A-AD0B-8FF9FEF6900D}" srcOrd="0" destOrd="0" presId="urn:microsoft.com/office/officeart/2005/8/layout/radial4"/>
    <dgm:cxn modelId="{70F52BDD-68A9-4D55-B928-6DCF7E15F9CC}" type="presOf" srcId="{7CDCD0A3-B70D-4BB3-8A2E-756B7C1E1778}" destId="{E0BF68B5-9E84-4877-A29C-65F78AEA9D81}" srcOrd="0" destOrd="0" presId="urn:microsoft.com/office/officeart/2005/8/layout/radial4"/>
    <dgm:cxn modelId="{8B287AFB-6FE1-4287-A46C-B34030F3CEA2}" type="presOf" srcId="{FD199B4B-94B5-4979-B8E7-C0FCC1C4BBCE}" destId="{2EE9C269-61D2-4299-B054-64F654E2CB63}" srcOrd="0" destOrd="0" presId="urn:microsoft.com/office/officeart/2005/8/layout/radial4"/>
    <dgm:cxn modelId="{5BF0A2FF-AD24-45F5-B6EC-B4E42A739A0A}" type="presParOf" srcId="{DBAC10A7-76E1-4A3A-AD0B-8FF9FEF6900D}" destId="{E0BF68B5-9E84-4877-A29C-65F78AEA9D81}" srcOrd="0" destOrd="0" presId="urn:microsoft.com/office/officeart/2005/8/layout/radial4"/>
    <dgm:cxn modelId="{C00089CC-22D2-46B4-994E-EDFF190C81C6}" type="presParOf" srcId="{DBAC10A7-76E1-4A3A-AD0B-8FF9FEF6900D}" destId="{03FFB5C9-E781-468B-AF69-8BED0981B95F}" srcOrd="1" destOrd="0" presId="urn:microsoft.com/office/officeart/2005/8/layout/radial4"/>
    <dgm:cxn modelId="{CA9AD606-2081-4A43-A459-4A0F80E5ADC1}" type="presParOf" srcId="{DBAC10A7-76E1-4A3A-AD0B-8FF9FEF6900D}" destId="{8CC8EE46-C558-4EBB-B9A8-3B9D84A8C2B2}" srcOrd="2" destOrd="0" presId="urn:microsoft.com/office/officeart/2005/8/layout/radial4"/>
    <dgm:cxn modelId="{E91E501D-AA8E-4278-BDE1-FF737BCE129C}" type="presParOf" srcId="{DBAC10A7-76E1-4A3A-AD0B-8FF9FEF6900D}" destId="{2EE9C269-61D2-4299-B054-64F654E2CB63}" srcOrd="3" destOrd="0" presId="urn:microsoft.com/office/officeart/2005/8/layout/radial4"/>
    <dgm:cxn modelId="{74A8F992-F97B-4A9F-860C-F2173C5EEC86}" type="presParOf" srcId="{DBAC10A7-76E1-4A3A-AD0B-8FF9FEF6900D}" destId="{0AF877D6-7A97-4C3F-A2EA-765F063889A5}" srcOrd="4" destOrd="0" presId="urn:microsoft.com/office/officeart/2005/8/layout/radial4"/>
    <dgm:cxn modelId="{7F07CE55-9605-4362-A5E3-777086DC219A}" type="presParOf" srcId="{DBAC10A7-76E1-4A3A-AD0B-8FF9FEF6900D}" destId="{6800A81F-737C-4AD5-A40B-6F505F7F2ADB}" srcOrd="5" destOrd="0" presId="urn:microsoft.com/office/officeart/2005/8/layout/radial4"/>
    <dgm:cxn modelId="{7A5C43C5-B09D-4AF0-A25B-09BC04273438}" type="presParOf" srcId="{DBAC10A7-76E1-4A3A-AD0B-8FF9FEF6900D}" destId="{B28DD5F4-EF54-4021-A265-F0067459C9BC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FA6FA7-FF19-46E2-8B45-16DBB39E2C15}" type="doc">
      <dgm:prSet loTypeId="urn:microsoft.com/office/officeart/2005/8/layout/radial4" loCatId="relationship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7CDCD0A3-B70D-4BB3-8A2E-756B7C1E1778}">
      <dgm:prSet phldrT="[文本]" custT="1"/>
      <dgm:spPr/>
      <dgm:t>
        <a:bodyPr/>
        <a:lstStyle/>
        <a:p>
          <a:r>
            <a:rPr lang="zh-CN" alt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优点</a:t>
          </a:r>
        </a:p>
      </dgm:t>
    </dgm:pt>
    <dgm:pt modelId="{6AEC76D5-1FBC-46C8-B080-25CA766FBBC7}" type="parTrans" cxnId="{85ED790D-11B7-41CD-BFAD-4BBAA8208346}">
      <dgm:prSet/>
      <dgm:spPr/>
      <dgm:t>
        <a:bodyPr/>
        <a:lstStyle/>
        <a:p>
          <a:endParaRPr lang="zh-CN" altLang="en-US" sz="2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27F48B6-292B-408A-8AA7-32BF5D3A50C3}" type="sibTrans" cxnId="{85ED790D-11B7-41CD-BFAD-4BBAA8208346}">
      <dgm:prSet/>
      <dgm:spPr/>
      <dgm:t>
        <a:bodyPr/>
        <a:lstStyle/>
        <a:p>
          <a:endParaRPr lang="zh-CN" altLang="en-US" sz="2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2FA9D389-4B35-460E-BCE0-B9165A8ADA61}">
      <dgm:prSet phldrT="[文本]" custT="1"/>
      <dgm:spPr/>
      <dgm:t>
        <a:bodyPr/>
        <a:lstStyle/>
        <a:p>
          <a:r>
            <a:rPr lang="zh-CN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全面明确地反映各工作之间的关系；</a:t>
          </a:r>
        </a:p>
      </dgm:t>
    </dgm:pt>
    <dgm:pt modelId="{A2986353-08A0-4EDD-BCD1-BE90802A5CA1}" type="parTrans" cxnId="{727D4A3C-B972-4ACC-BF26-7A80469EACC6}">
      <dgm:prSet/>
      <dgm:spPr/>
      <dgm:t>
        <a:bodyPr/>
        <a:lstStyle/>
        <a:p>
          <a:endParaRPr lang="zh-CN" altLang="en-US" sz="2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1BDC028C-1E3F-42D3-A979-5CA4ECDE187A}" type="sibTrans" cxnId="{727D4A3C-B972-4ACC-BF26-7A80469EACC6}">
      <dgm:prSet/>
      <dgm:spPr/>
      <dgm:t>
        <a:bodyPr/>
        <a:lstStyle/>
        <a:p>
          <a:endParaRPr lang="zh-CN" altLang="en-US" sz="2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CF9B14E3-34CF-44DD-97D4-2CCF5D9CDF73}">
      <dgm:prSet phldrT="[文本]" custT="1"/>
      <dgm:spPr/>
      <dgm:t>
        <a:bodyPr/>
        <a:lstStyle/>
        <a:p>
          <a:r>
            <a:rPr lang="zh-CN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通过计算网络的时间参数</a:t>
          </a:r>
          <a:r>
            <a:rPr lang="en-US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,</a:t>
          </a:r>
          <a:r>
            <a:rPr lang="zh-CN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明确各工作的开始、结束时间和关键工作</a:t>
          </a:r>
          <a:r>
            <a:rPr lang="en-US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, </a:t>
          </a:r>
          <a:r>
            <a:rPr lang="zh-CN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明确重点；</a:t>
          </a:r>
        </a:p>
      </dgm:t>
    </dgm:pt>
    <dgm:pt modelId="{FD199B4B-94B5-4979-B8E7-C0FCC1C4BBCE}" type="parTrans" cxnId="{1202A907-C860-4C07-8965-59118F57E0A3}">
      <dgm:prSet/>
      <dgm:spPr/>
      <dgm:t>
        <a:bodyPr/>
        <a:lstStyle/>
        <a:p>
          <a:endParaRPr lang="zh-CN" altLang="en-US" sz="2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9AE7223F-3C4A-4C30-847D-C81FC78DBD53}" type="sibTrans" cxnId="{1202A907-C860-4C07-8965-59118F57E0A3}">
      <dgm:prSet/>
      <dgm:spPr/>
      <dgm:t>
        <a:bodyPr/>
        <a:lstStyle/>
        <a:p>
          <a:endParaRPr lang="zh-CN" altLang="en-US" sz="2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F0463BDE-6F61-49C7-8AD1-9C2AC02C8DD1}">
      <dgm:prSet phldrT="[文本]" custT="1"/>
      <dgm:spPr/>
      <dgm:t>
        <a:bodyPr/>
        <a:lstStyle/>
        <a:p>
          <a:r>
            <a:rPr lang="zh-CN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利用计算出的时间参数对计划进行调整；</a:t>
          </a:r>
        </a:p>
      </dgm:t>
    </dgm:pt>
    <dgm:pt modelId="{8ADF8406-4150-411C-ABE7-4ADC0741B217}" type="parTrans" cxnId="{3D984543-F9BC-46E5-92D3-321015C0065E}">
      <dgm:prSet/>
      <dgm:spPr/>
      <dgm:t>
        <a:bodyPr/>
        <a:lstStyle/>
        <a:p>
          <a:endParaRPr lang="zh-CN" altLang="en-US" sz="2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2717107-BE9A-4251-BE9D-D71AA2270315}" type="sibTrans" cxnId="{3D984543-F9BC-46E5-92D3-321015C0065E}">
      <dgm:prSet/>
      <dgm:spPr/>
      <dgm:t>
        <a:bodyPr/>
        <a:lstStyle/>
        <a:p>
          <a:endParaRPr lang="zh-CN" altLang="en-US" sz="2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BAC10A7-76E1-4A3A-AD0B-8FF9FEF6900D}" type="pres">
      <dgm:prSet presAssocID="{23FA6FA7-FF19-46E2-8B45-16DBB39E2C1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0BF68B5-9E84-4877-A29C-65F78AEA9D81}" type="pres">
      <dgm:prSet presAssocID="{7CDCD0A3-B70D-4BB3-8A2E-756B7C1E1778}" presName="centerShape" presStyleLbl="node0" presStyleIdx="0" presStyleCnt="1"/>
      <dgm:spPr/>
    </dgm:pt>
    <dgm:pt modelId="{03FFB5C9-E781-468B-AF69-8BED0981B95F}" type="pres">
      <dgm:prSet presAssocID="{A2986353-08A0-4EDD-BCD1-BE90802A5CA1}" presName="parTrans" presStyleLbl="bgSibTrans2D1" presStyleIdx="0" presStyleCnt="3"/>
      <dgm:spPr/>
    </dgm:pt>
    <dgm:pt modelId="{8CC8EE46-C558-4EBB-B9A8-3B9D84A8C2B2}" type="pres">
      <dgm:prSet presAssocID="{2FA9D389-4B35-460E-BCE0-B9165A8ADA61}" presName="node" presStyleLbl="node1" presStyleIdx="0" presStyleCnt="3">
        <dgm:presLayoutVars>
          <dgm:bulletEnabled val="1"/>
        </dgm:presLayoutVars>
      </dgm:prSet>
      <dgm:spPr/>
    </dgm:pt>
    <dgm:pt modelId="{2EE9C269-61D2-4299-B054-64F654E2CB63}" type="pres">
      <dgm:prSet presAssocID="{FD199B4B-94B5-4979-B8E7-C0FCC1C4BBCE}" presName="parTrans" presStyleLbl="bgSibTrans2D1" presStyleIdx="1" presStyleCnt="3"/>
      <dgm:spPr/>
    </dgm:pt>
    <dgm:pt modelId="{0AF877D6-7A97-4C3F-A2EA-765F063889A5}" type="pres">
      <dgm:prSet presAssocID="{CF9B14E3-34CF-44DD-97D4-2CCF5D9CDF73}" presName="node" presStyleLbl="node1" presStyleIdx="1" presStyleCnt="3" custScaleY="170201">
        <dgm:presLayoutVars>
          <dgm:bulletEnabled val="1"/>
        </dgm:presLayoutVars>
      </dgm:prSet>
      <dgm:spPr/>
    </dgm:pt>
    <dgm:pt modelId="{6800A81F-737C-4AD5-A40B-6F505F7F2ADB}" type="pres">
      <dgm:prSet presAssocID="{8ADF8406-4150-411C-ABE7-4ADC0741B217}" presName="parTrans" presStyleLbl="bgSibTrans2D1" presStyleIdx="2" presStyleCnt="3"/>
      <dgm:spPr/>
    </dgm:pt>
    <dgm:pt modelId="{B28DD5F4-EF54-4021-A265-F0067459C9BC}" type="pres">
      <dgm:prSet presAssocID="{F0463BDE-6F61-49C7-8AD1-9C2AC02C8DD1}" presName="node" presStyleLbl="node1" presStyleIdx="2" presStyleCnt="3">
        <dgm:presLayoutVars>
          <dgm:bulletEnabled val="1"/>
        </dgm:presLayoutVars>
      </dgm:prSet>
      <dgm:spPr/>
    </dgm:pt>
  </dgm:ptLst>
  <dgm:cxnLst>
    <dgm:cxn modelId="{1202A907-C860-4C07-8965-59118F57E0A3}" srcId="{7CDCD0A3-B70D-4BB3-8A2E-756B7C1E1778}" destId="{CF9B14E3-34CF-44DD-97D4-2CCF5D9CDF73}" srcOrd="1" destOrd="0" parTransId="{FD199B4B-94B5-4979-B8E7-C0FCC1C4BBCE}" sibTransId="{9AE7223F-3C4A-4C30-847D-C81FC78DBD53}"/>
    <dgm:cxn modelId="{85ED790D-11B7-41CD-BFAD-4BBAA8208346}" srcId="{23FA6FA7-FF19-46E2-8B45-16DBB39E2C15}" destId="{7CDCD0A3-B70D-4BB3-8A2E-756B7C1E1778}" srcOrd="0" destOrd="0" parTransId="{6AEC76D5-1FBC-46C8-B080-25CA766FBBC7}" sibTransId="{D27F48B6-292B-408A-8AA7-32BF5D3A50C3}"/>
    <dgm:cxn modelId="{727D4A3C-B972-4ACC-BF26-7A80469EACC6}" srcId="{7CDCD0A3-B70D-4BB3-8A2E-756B7C1E1778}" destId="{2FA9D389-4B35-460E-BCE0-B9165A8ADA61}" srcOrd="0" destOrd="0" parTransId="{A2986353-08A0-4EDD-BCD1-BE90802A5CA1}" sibTransId="{1BDC028C-1E3F-42D3-A979-5CA4ECDE187A}"/>
    <dgm:cxn modelId="{7251A340-F8A6-41B0-9A5D-5DE071C4273D}" type="presOf" srcId="{FD199B4B-94B5-4979-B8E7-C0FCC1C4BBCE}" destId="{2EE9C269-61D2-4299-B054-64F654E2CB63}" srcOrd="0" destOrd="0" presId="urn:microsoft.com/office/officeart/2005/8/layout/radial4"/>
    <dgm:cxn modelId="{89D5035C-4F50-42A1-B47C-89FA9FFBAF4E}" type="presOf" srcId="{2FA9D389-4B35-460E-BCE0-B9165A8ADA61}" destId="{8CC8EE46-C558-4EBB-B9A8-3B9D84A8C2B2}" srcOrd="0" destOrd="0" presId="urn:microsoft.com/office/officeart/2005/8/layout/radial4"/>
    <dgm:cxn modelId="{3D984543-F9BC-46E5-92D3-321015C0065E}" srcId="{7CDCD0A3-B70D-4BB3-8A2E-756B7C1E1778}" destId="{F0463BDE-6F61-49C7-8AD1-9C2AC02C8DD1}" srcOrd="2" destOrd="0" parTransId="{8ADF8406-4150-411C-ABE7-4ADC0741B217}" sibTransId="{32717107-BE9A-4251-BE9D-D71AA2270315}"/>
    <dgm:cxn modelId="{09F3E867-6C65-4192-85A6-997DD8122EF4}" type="presOf" srcId="{23FA6FA7-FF19-46E2-8B45-16DBB39E2C15}" destId="{DBAC10A7-76E1-4A3A-AD0B-8FF9FEF6900D}" srcOrd="0" destOrd="0" presId="urn:microsoft.com/office/officeart/2005/8/layout/radial4"/>
    <dgm:cxn modelId="{81448D48-63E9-42D6-AA9D-A98EECCCADD6}" type="presOf" srcId="{F0463BDE-6F61-49C7-8AD1-9C2AC02C8DD1}" destId="{B28DD5F4-EF54-4021-A265-F0067459C9BC}" srcOrd="0" destOrd="0" presId="urn:microsoft.com/office/officeart/2005/8/layout/radial4"/>
    <dgm:cxn modelId="{D56A6152-EDA2-4A79-A013-E6B2047D9262}" type="presOf" srcId="{A2986353-08A0-4EDD-BCD1-BE90802A5CA1}" destId="{03FFB5C9-E781-468B-AF69-8BED0981B95F}" srcOrd="0" destOrd="0" presId="urn:microsoft.com/office/officeart/2005/8/layout/radial4"/>
    <dgm:cxn modelId="{28701A80-A826-4B84-B7BE-65AB9319E898}" type="presOf" srcId="{8ADF8406-4150-411C-ABE7-4ADC0741B217}" destId="{6800A81F-737C-4AD5-A40B-6F505F7F2ADB}" srcOrd="0" destOrd="0" presId="urn:microsoft.com/office/officeart/2005/8/layout/radial4"/>
    <dgm:cxn modelId="{4D4F20AE-45E2-4551-8BE6-552734A9A539}" type="presOf" srcId="{7CDCD0A3-B70D-4BB3-8A2E-756B7C1E1778}" destId="{E0BF68B5-9E84-4877-A29C-65F78AEA9D81}" srcOrd="0" destOrd="0" presId="urn:microsoft.com/office/officeart/2005/8/layout/radial4"/>
    <dgm:cxn modelId="{80E8D2EA-0B26-486A-9C46-FFCAB67306EE}" type="presOf" srcId="{CF9B14E3-34CF-44DD-97D4-2CCF5D9CDF73}" destId="{0AF877D6-7A97-4C3F-A2EA-765F063889A5}" srcOrd="0" destOrd="0" presId="urn:microsoft.com/office/officeart/2005/8/layout/radial4"/>
    <dgm:cxn modelId="{29CFB4C9-6F8D-4622-8D9C-90554FE7FE5E}" type="presParOf" srcId="{DBAC10A7-76E1-4A3A-AD0B-8FF9FEF6900D}" destId="{E0BF68B5-9E84-4877-A29C-65F78AEA9D81}" srcOrd="0" destOrd="0" presId="urn:microsoft.com/office/officeart/2005/8/layout/radial4"/>
    <dgm:cxn modelId="{39BB5673-9EAB-46C2-AA92-14364AB1D124}" type="presParOf" srcId="{DBAC10A7-76E1-4A3A-AD0B-8FF9FEF6900D}" destId="{03FFB5C9-E781-468B-AF69-8BED0981B95F}" srcOrd="1" destOrd="0" presId="urn:microsoft.com/office/officeart/2005/8/layout/radial4"/>
    <dgm:cxn modelId="{9229C749-3D5B-49D1-8DE4-17011DA501C6}" type="presParOf" srcId="{DBAC10A7-76E1-4A3A-AD0B-8FF9FEF6900D}" destId="{8CC8EE46-C558-4EBB-B9A8-3B9D84A8C2B2}" srcOrd="2" destOrd="0" presId="urn:microsoft.com/office/officeart/2005/8/layout/radial4"/>
    <dgm:cxn modelId="{D971BFC1-C0B2-4583-87EF-915C0DD22A61}" type="presParOf" srcId="{DBAC10A7-76E1-4A3A-AD0B-8FF9FEF6900D}" destId="{2EE9C269-61D2-4299-B054-64F654E2CB63}" srcOrd="3" destOrd="0" presId="urn:microsoft.com/office/officeart/2005/8/layout/radial4"/>
    <dgm:cxn modelId="{F933F583-BDC6-4D24-BDEC-5CC51B4258E2}" type="presParOf" srcId="{DBAC10A7-76E1-4A3A-AD0B-8FF9FEF6900D}" destId="{0AF877D6-7A97-4C3F-A2EA-765F063889A5}" srcOrd="4" destOrd="0" presId="urn:microsoft.com/office/officeart/2005/8/layout/radial4"/>
    <dgm:cxn modelId="{B2A7D8C6-1123-402A-ABCA-C573336EC794}" type="presParOf" srcId="{DBAC10A7-76E1-4A3A-AD0B-8FF9FEF6900D}" destId="{6800A81F-737C-4AD5-A40B-6F505F7F2ADB}" srcOrd="5" destOrd="0" presId="urn:microsoft.com/office/officeart/2005/8/layout/radial4"/>
    <dgm:cxn modelId="{2E9A5626-5F39-45DE-8A7F-FC80F51BF93B}" type="presParOf" srcId="{DBAC10A7-76E1-4A3A-AD0B-8FF9FEF6900D}" destId="{B28DD5F4-EF54-4021-A265-F0067459C9BC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FA6FA7-FF19-46E2-8B45-16DBB39E2C15}" type="doc">
      <dgm:prSet loTypeId="urn:microsoft.com/office/officeart/2005/8/layout/radial4" loCatId="relationship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7CDCD0A3-B70D-4BB3-8A2E-756B7C1E1778}">
      <dgm:prSet phldrT="[文本]" custT="1"/>
      <dgm:spPr/>
      <dgm:t>
        <a:bodyPr/>
        <a:lstStyle/>
        <a:p>
          <a:r>
            <a:rPr lang="zh-CN" alt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缺点</a:t>
          </a:r>
        </a:p>
      </dgm:t>
    </dgm:pt>
    <dgm:pt modelId="{6AEC76D5-1FBC-46C8-B080-25CA766FBBC7}" type="parTrans" cxnId="{85ED790D-11B7-41CD-BFAD-4BBAA8208346}">
      <dgm:prSet/>
      <dgm:spPr/>
      <dgm:t>
        <a:bodyPr/>
        <a:lstStyle/>
        <a:p>
          <a:endParaRPr lang="zh-CN" altLang="en-US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27F48B6-292B-408A-8AA7-32BF5D3A50C3}" type="sibTrans" cxnId="{85ED790D-11B7-41CD-BFAD-4BBAA8208346}">
      <dgm:prSet/>
      <dgm:spPr/>
      <dgm:t>
        <a:bodyPr/>
        <a:lstStyle/>
        <a:p>
          <a:endParaRPr lang="zh-CN" altLang="en-US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2FA9D389-4B35-460E-BCE0-B9165A8ADA61}">
      <dgm:prSet phldrT="[文本]" custT="1"/>
      <dgm:spPr/>
      <dgm:t>
        <a:bodyPr/>
        <a:lstStyle/>
        <a:p>
          <a:r>
            <a:rPr lang="zh-CN" alt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流水作业表示不清；</a:t>
          </a:r>
        </a:p>
      </dgm:t>
    </dgm:pt>
    <dgm:pt modelId="{A2986353-08A0-4EDD-BCD1-BE90802A5CA1}" type="parTrans" cxnId="{727D4A3C-B972-4ACC-BF26-7A80469EACC6}">
      <dgm:prSet/>
      <dgm:spPr/>
      <dgm:t>
        <a:bodyPr/>
        <a:lstStyle/>
        <a:p>
          <a:endParaRPr lang="zh-CN" altLang="en-US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1BDC028C-1E3F-42D3-A979-5CA4ECDE187A}" type="sibTrans" cxnId="{727D4A3C-B972-4ACC-BF26-7A80469EACC6}">
      <dgm:prSet/>
      <dgm:spPr/>
      <dgm:t>
        <a:bodyPr/>
        <a:lstStyle/>
        <a:p>
          <a:endParaRPr lang="zh-CN" altLang="en-US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CF9B14E3-34CF-44DD-97D4-2CCF5D9CDF73}">
      <dgm:prSet phldrT="[文本]" custT="1"/>
      <dgm:spPr/>
      <dgm:t>
        <a:bodyPr/>
        <a:lstStyle/>
        <a:p>
          <a:r>
            <a:rPr lang="zh-CN" alt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画图较复杂；</a:t>
          </a:r>
        </a:p>
      </dgm:t>
    </dgm:pt>
    <dgm:pt modelId="{FD199B4B-94B5-4979-B8E7-C0FCC1C4BBCE}" type="parTrans" cxnId="{1202A907-C860-4C07-8965-59118F57E0A3}">
      <dgm:prSet/>
      <dgm:spPr/>
      <dgm:t>
        <a:bodyPr/>
        <a:lstStyle/>
        <a:p>
          <a:endParaRPr lang="zh-CN" altLang="en-US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9AE7223F-3C4A-4C30-847D-C81FC78DBD53}" type="sibTrans" cxnId="{1202A907-C860-4C07-8965-59118F57E0A3}">
      <dgm:prSet/>
      <dgm:spPr/>
      <dgm:t>
        <a:bodyPr/>
        <a:lstStyle/>
        <a:p>
          <a:endParaRPr lang="zh-CN" altLang="en-US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F0463BDE-6F61-49C7-8AD1-9C2AC02C8DD1}">
      <dgm:prSet phldrT="[文本]" custT="1"/>
      <dgm:spPr/>
      <dgm:t>
        <a:bodyPr/>
        <a:lstStyle/>
        <a:p>
          <a:r>
            <a:rPr lang="zh-CN" alt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阅图难，看资源需要量更难；</a:t>
          </a:r>
        </a:p>
      </dgm:t>
    </dgm:pt>
    <dgm:pt modelId="{8ADF8406-4150-411C-ABE7-4ADC0741B217}" type="parTrans" cxnId="{3D984543-F9BC-46E5-92D3-321015C0065E}">
      <dgm:prSet/>
      <dgm:spPr/>
      <dgm:t>
        <a:bodyPr/>
        <a:lstStyle/>
        <a:p>
          <a:endParaRPr lang="zh-CN" altLang="en-US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2717107-BE9A-4251-BE9D-D71AA2270315}" type="sibTrans" cxnId="{3D984543-F9BC-46E5-92D3-321015C0065E}">
      <dgm:prSet/>
      <dgm:spPr/>
      <dgm:t>
        <a:bodyPr/>
        <a:lstStyle/>
        <a:p>
          <a:endParaRPr lang="zh-CN" altLang="en-US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BAC10A7-76E1-4A3A-AD0B-8FF9FEF6900D}" type="pres">
      <dgm:prSet presAssocID="{23FA6FA7-FF19-46E2-8B45-16DBB39E2C1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0BF68B5-9E84-4877-A29C-65F78AEA9D81}" type="pres">
      <dgm:prSet presAssocID="{7CDCD0A3-B70D-4BB3-8A2E-756B7C1E1778}" presName="centerShape" presStyleLbl="node0" presStyleIdx="0" presStyleCnt="1"/>
      <dgm:spPr/>
    </dgm:pt>
    <dgm:pt modelId="{03FFB5C9-E781-468B-AF69-8BED0981B95F}" type="pres">
      <dgm:prSet presAssocID="{A2986353-08A0-4EDD-BCD1-BE90802A5CA1}" presName="parTrans" presStyleLbl="bgSibTrans2D1" presStyleIdx="0" presStyleCnt="3"/>
      <dgm:spPr/>
    </dgm:pt>
    <dgm:pt modelId="{8CC8EE46-C558-4EBB-B9A8-3B9D84A8C2B2}" type="pres">
      <dgm:prSet presAssocID="{2FA9D389-4B35-460E-BCE0-B9165A8ADA61}" presName="node" presStyleLbl="node1" presStyleIdx="0" presStyleCnt="3">
        <dgm:presLayoutVars>
          <dgm:bulletEnabled val="1"/>
        </dgm:presLayoutVars>
      </dgm:prSet>
      <dgm:spPr/>
    </dgm:pt>
    <dgm:pt modelId="{2EE9C269-61D2-4299-B054-64F654E2CB63}" type="pres">
      <dgm:prSet presAssocID="{FD199B4B-94B5-4979-B8E7-C0FCC1C4BBCE}" presName="parTrans" presStyleLbl="bgSibTrans2D1" presStyleIdx="1" presStyleCnt="3"/>
      <dgm:spPr/>
    </dgm:pt>
    <dgm:pt modelId="{0AF877D6-7A97-4C3F-A2EA-765F063889A5}" type="pres">
      <dgm:prSet presAssocID="{CF9B14E3-34CF-44DD-97D4-2CCF5D9CDF73}" presName="node" presStyleLbl="node1" presStyleIdx="1" presStyleCnt="3">
        <dgm:presLayoutVars>
          <dgm:bulletEnabled val="1"/>
        </dgm:presLayoutVars>
      </dgm:prSet>
      <dgm:spPr/>
    </dgm:pt>
    <dgm:pt modelId="{6800A81F-737C-4AD5-A40B-6F505F7F2ADB}" type="pres">
      <dgm:prSet presAssocID="{8ADF8406-4150-411C-ABE7-4ADC0741B217}" presName="parTrans" presStyleLbl="bgSibTrans2D1" presStyleIdx="2" presStyleCnt="3"/>
      <dgm:spPr/>
    </dgm:pt>
    <dgm:pt modelId="{B28DD5F4-EF54-4021-A265-F0067459C9BC}" type="pres">
      <dgm:prSet presAssocID="{F0463BDE-6F61-49C7-8AD1-9C2AC02C8DD1}" presName="node" presStyleLbl="node1" presStyleIdx="2" presStyleCnt="3">
        <dgm:presLayoutVars>
          <dgm:bulletEnabled val="1"/>
        </dgm:presLayoutVars>
      </dgm:prSet>
      <dgm:spPr/>
    </dgm:pt>
  </dgm:ptLst>
  <dgm:cxnLst>
    <dgm:cxn modelId="{1202A907-C860-4C07-8965-59118F57E0A3}" srcId="{7CDCD0A3-B70D-4BB3-8A2E-756B7C1E1778}" destId="{CF9B14E3-34CF-44DD-97D4-2CCF5D9CDF73}" srcOrd="1" destOrd="0" parTransId="{FD199B4B-94B5-4979-B8E7-C0FCC1C4BBCE}" sibTransId="{9AE7223F-3C4A-4C30-847D-C81FC78DBD53}"/>
    <dgm:cxn modelId="{85ED790D-11B7-41CD-BFAD-4BBAA8208346}" srcId="{23FA6FA7-FF19-46E2-8B45-16DBB39E2C15}" destId="{7CDCD0A3-B70D-4BB3-8A2E-756B7C1E1778}" srcOrd="0" destOrd="0" parTransId="{6AEC76D5-1FBC-46C8-B080-25CA766FBBC7}" sibTransId="{D27F48B6-292B-408A-8AA7-32BF5D3A50C3}"/>
    <dgm:cxn modelId="{F938FE15-AFD2-4FAD-9220-06E6BCB11141}" type="presOf" srcId="{A2986353-08A0-4EDD-BCD1-BE90802A5CA1}" destId="{03FFB5C9-E781-468B-AF69-8BED0981B95F}" srcOrd="0" destOrd="0" presId="urn:microsoft.com/office/officeart/2005/8/layout/radial4"/>
    <dgm:cxn modelId="{C153E71F-84E6-442A-90BA-B0C4BA0CEA0A}" type="presOf" srcId="{F0463BDE-6F61-49C7-8AD1-9C2AC02C8DD1}" destId="{B28DD5F4-EF54-4021-A265-F0067459C9BC}" srcOrd="0" destOrd="0" presId="urn:microsoft.com/office/officeart/2005/8/layout/radial4"/>
    <dgm:cxn modelId="{727D4A3C-B972-4ACC-BF26-7A80469EACC6}" srcId="{7CDCD0A3-B70D-4BB3-8A2E-756B7C1E1778}" destId="{2FA9D389-4B35-460E-BCE0-B9165A8ADA61}" srcOrd="0" destOrd="0" parTransId="{A2986353-08A0-4EDD-BCD1-BE90802A5CA1}" sibTransId="{1BDC028C-1E3F-42D3-A979-5CA4ECDE187A}"/>
    <dgm:cxn modelId="{3D984543-F9BC-46E5-92D3-321015C0065E}" srcId="{7CDCD0A3-B70D-4BB3-8A2E-756B7C1E1778}" destId="{F0463BDE-6F61-49C7-8AD1-9C2AC02C8DD1}" srcOrd="2" destOrd="0" parTransId="{8ADF8406-4150-411C-ABE7-4ADC0741B217}" sibTransId="{32717107-BE9A-4251-BE9D-D71AA2270315}"/>
    <dgm:cxn modelId="{96F06764-A17C-49EE-BA0D-E67B0E75C9E7}" type="presOf" srcId="{FD199B4B-94B5-4979-B8E7-C0FCC1C4BBCE}" destId="{2EE9C269-61D2-4299-B054-64F654E2CB63}" srcOrd="0" destOrd="0" presId="urn:microsoft.com/office/officeart/2005/8/layout/radial4"/>
    <dgm:cxn modelId="{FAC37E51-9FF6-434F-A8DC-EBCEFE0EEF93}" type="presOf" srcId="{7CDCD0A3-B70D-4BB3-8A2E-756B7C1E1778}" destId="{E0BF68B5-9E84-4877-A29C-65F78AEA9D81}" srcOrd="0" destOrd="0" presId="urn:microsoft.com/office/officeart/2005/8/layout/radial4"/>
    <dgm:cxn modelId="{3B321986-0998-4DCA-9408-1CDCB35D09B1}" type="presOf" srcId="{8ADF8406-4150-411C-ABE7-4ADC0741B217}" destId="{6800A81F-737C-4AD5-A40B-6F505F7F2ADB}" srcOrd="0" destOrd="0" presId="urn:microsoft.com/office/officeart/2005/8/layout/radial4"/>
    <dgm:cxn modelId="{8089B792-9813-4959-BDF7-A271817DAAAD}" type="presOf" srcId="{23FA6FA7-FF19-46E2-8B45-16DBB39E2C15}" destId="{DBAC10A7-76E1-4A3A-AD0B-8FF9FEF6900D}" srcOrd="0" destOrd="0" presId="urn:microsoft.com/office/officeart/2005/8/layout/radial4"/>
    <dgm:cxn modelId="{12D313ED-0013-42D4-957D-9ACA5CE06ADE}" type="presOf" srcId="{CF9B14E3-34CF-44DD-97D4-2CCF5D9CDF73}" destId="{0AF877D6-7A97-4C3F-A2EA-765F063889A5}" srcOrd="0" destOrd="0" presId="urn:microsoft.com/office/officeart/2005/8/layout/radial4"/>
    <dgm:cxn modelId="{EAA41EF1-3998-4E04-8BF7-99C314E1325E}" type="presOf" srcId="{2FA9D389-4B35-460E-BCE0-B9165A8ADA61}" destId="{8CC8EE46-C558-4EBB-B9A8-3B9D84A8C2B2}" srcOrd="0" destOrd="0" presId="urn:microsoft.com/office/officeart/2005/8/layout/radial4"/>
    <dgm:cxn modelId="{DAE2886B-A042-4461-8E7E-6CAF01816198}" type="presParOf" srcId="{DBAC10A7-76E1-4A3A-AD0B-8FF9FEF6900D}" destId="{E0BF68B5-9E84-4877-A29C-65F78AEA9D81}" srcOrd="0" destOrd="0" presId="urn:microsoft.com/office/officeart/2005/8/layout/radial4"/>
    <dgm:cxn modelId="{4BA90198-A2EE-4C0F-9193-A6628B1CCB6D}" type="presParOf" srcId="{DBAC10A7-76E1-4A3A-AD0B-8FF9FEF6900D}" destId="{03FFB5C9-E781-468B-AF69-8BED0981B95F}" srcOrd="1" destOrd="0" presId="urn:microsoft.com/office/officeart/2005/8/layout/radial4"/>
    <dgm:cxn modelId="{6C8DDBAB-5B37-4086-89E4-7F33D4C4F5F7}" type="presParOf" srcId="{DBAC10A7-76E1-4A3A-AD0B-8FF9FEF6900D}" destId="{8CC8EE46-C558-4EBB-B9A8-3B9D84A8C2B2}" srcOrd="2" destOrd="0" presId="urn:microsoft.com/office/officeart/2005/8/layout/radial4"/>
    <dgm:cxn modelId="{E72E40C5-A54D-4C2F-9E7D-D39A29B8B695}" type="presParOf" srcId="{DBAC10A7-76E1-4A3A-AD0B-8FF9FEF6900D}" destId="{2EE9C269-61D2-4299-B054-64F654E2CB63}" srcOrd="3" destOrd="0" presId="urn:microsoft.com/office/officeart/2005/8/layout/radial4"/>
    <dgm:cxn modelId="{3DA3AFFC-9A9C-44EE-9873-E471BEB543D2}" type="presParOf" srcId="{DBAC10A7-76E1-4A3A-AD0B-8FF9FEF6900D}" destId="{0AF877D6-7A97-4C3F-A2EA-765F063889A5}" srcOrd="4" destOrd="0" presId="urn:microsoft.com/office/officeart/2005/8/layout/radial4"/>
    <dgm:cxn modelId="{F9CD68A4-FEDB-4DFD-B5B1-B52295952623}" type="presParOf" srcId="{DBAC10A7-76E1-4A3A-AD0B-8FF9FEF6900D}" destId="{6800A81F-737C-4AD5-A40B-6F505F7F2ADB}" srcOrd="5" destOrd="0" presId="urn:microsoft.com/office/officeart/2005/8/layout/radial4"/>
    <dgm:cxn modelId="{5DAABE07-E89C-437B-B91F-136CDBE66B9F}" type="presParOf" srcId="{DBAC10A7-76E1-4A3A-AD0B-8FF9FEF6900D}" destId="{B28DD5F4-EF54-4021-A265-F0067459C9BC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96D1558-8D6B-4F4B-B569-A102E857B54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831C6D03-955E-4B07-B01C-099DCB1314BD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en-US" altLang="zh-CN" sz="24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4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、工艺关系</a:t>
          </a:r>
        </a:p>
      </dgm:t>
    </dgm:pt>
    <dgm:pt modelId="{A2520090-BD48-4359-9852-2D1220CE9BF1}" type="parTrans" cxnId="{F574E2D1-5616-4CA4-89EB-F43DC52F52AD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24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2BC30748-0B15-464F-8478-DB87A309CB60}" type="sibTrans" cxnId="{F574E2D1-5616-4CA4-89EB-F43DC52F52AD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24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9B123809-EB64-414A-B847-56DF51242FB6}">
      <dgm:prSet phldrT="[文本]" custT="1"/>
      <dgm:spPr/>
      <dgm:t>
        <a:bodyPr/>
        <a:lstStyle/>
        <a:p>
          <a:pPr>
            <a:lnSpc>
              <a:spcPct val="150000"/>
            </a:lnSpc>
          </a:pPr>
          <a:r>
            <a:rPr lang="zh-CN" altLang="en-US" sz="24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它是指</a:t>
          </a:r>
          <a:r>
            <a: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生产工艺</a:t>
          </a:r>
          <a:r>
            <a:rPr lang="zh-CN" altLang="en-US" sz="24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上客观存在的先后顺序。</a:t>
          </a:r>
        </a:p>
      </dgm:t>
    </dgm:pt>
    <dgm:pt modelId="{A575342F-FE71-4062-962F-328DD32B2109}" type="parTrans" cxnId="{7C41171A-C44B-47AE-8450-BDE535AE8E38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24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114BFB4D-4C62-4EE5-AF10-474D8E8E0F77}" type="sibTrans" cxnId="{7C41171A-C44B-47AE-8450-BDE535AE8E38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24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528B1BD0-F87F-4B0A-BDD4-2D477DDCE36B}">
      <dgm:prSet phldrT="[文本]" custT="1"/>
      <dgm:spPr/>
      <dgm:t>
        <a:bodyPr/>
        <a:lstStyle/>
        <a:p>
          <a:pPr>
            <a:lnSpc>
              <a:spcPct val="150000"/>
            </a:lnSpc>
          </a:pPr>
          <a:r>
            <a:rPr lang="zh-CN" altLang="en-US" sz="24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它</a:t>
          </a:r>
          <a:r>
            <a:rPr lang="zh-CN" altLang="zh-CN" sz="24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是在不违反工艺关系的前提下，</a:t>
          </a:r>
          <a:r>
            <a:rPr lang="zh-CN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人为安排</a:t>
          </a:r>
          <a:r>
            <a:rPr lang="zh-CN" altLang="zh-CN" sz="24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工作的先后顺序。</a:t>
          </a:r>
          <a:endParaRPr lang="zh-CN" altLang="en-US" sz="24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216D401C-D6E0-4859-9B7B-8E22D3D89CA8}" type="parTrans" cxnId="{F7DE5771-1730-4D8F-8900-48D32F714123}">
      <dgm:prSet/>
      <dgm:spPr/>
      <dgm:t>
        <a:bodyPr/>
        <a:lstStyle/>
        <a:p>
          <a:endParaRPr lang="zh-CN" altLang="en-US" sz="2000"/>
        </a:p>
      </dgm:t>
    </dgm:pt>
    <dgm:pt modelId="{422619B8-C3CB-4D99-ACEE-FDBDF64BE1FA}" type="sibTrans" cxnId="{F7DE5771-1730-4D8F-8900-48D32F714123}">
      <dgm:prSet/>
      <dgm:spPr/>
      <dgm:t>
        <a:bodyPr/>
        <a:lstStyle/>
        <a:p>
          <a:endParaRPr lang="zh-CN" altLang="en-US" sz="2000"/>
        </a:p>
      </dgm:t>
    </dgm:pt>
    <dgm:pt modelId="{990DE80C-8D9B-40DA-ADD2-F18C29AA44F3}">
      <dgm:prSet phldrT="[文本]" custT="1"/>
      <dgm:spPr/>
      <dgm:t>
        <a:bodyPr/>
        <a:lstStyle/>
        <a:p>
          <a:pPr>
            <a:lnSpc>
              <a:spcPct val="150000"/>
            </a:lnSpc>
          </a:pPr>
          <a:r>
            <a:rPr lang="en-US" altLang="zh-CN" sz="24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4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、组织关系</a:t>
          </a:r>
        </a:p>
      </dgm:t>
    </dgm:pt>
    <dgm:pt modelId="{FD45D4D1-7DB9-4CAD-8D16-860D1FA4D023}" type="parTrans" cxnId="{E609459B-282B-4D04-94B9-9B6C7C509217}">
      <dgm:prSet/>
      <dgm:spPr/>
      <dgm:t>
        <a:bodyPr/>
        <a:lstStyle/>
        <a:p>
          <a:endParaRPr lang="zh-CN" altLang="en-US" sz="2000"/>
        </a:p>
      </dgm:t>
    </dgm:pt>
    <dgm:pt modelId="{B8FC553C-3E39-420C-B574-9F3A79AD8124}" type="sibTrans" cxnId="{E609459B-282B-4D04-94B9-9B6C7C509217}">
      <dgm:prSet/>
      <dgm:spPr/>
      <dgm:t>
        <a:bodyPr/>
        <a:lstStyle/>
        <a:p>
          <a:endParaRPr lang="zh-CN" altLang="en-US" sz="2000"/>
        </a:p>
      </dgm:t>
    </dgm:pt>
    <dgm:pt modelId="{32CA588E-4E96-42D6-AA76-18447A59E69B}" type="pres">
      <dgm:prSet presAssocID="{E96D1558-8D6B-4F4B-B569-A102E857B54C}" presName="linear" presStyleCnt="0">
        <dgm:presLayoutVars>
          <dgm:animLvl val="lvl"/>
          <dgm:resizeHandles val="exact"/>
        </dgm:presLayoutVars>
      </dgm:prSet>
      <dgm:spPr/>
    </dgm:pt>
    <dgm:pt modelId="{596B9A6B-C3EA-465E-9F97-3E0DBD6EED3C}" type="pres">
      <dgm:prSet presAssocID="{831C6D03-955E-4B07-B01C-099DCB1314BD}" presName="parentText" presStyleLbl="node1" presStyleIdx="0" presStyleCnt="2" custScaleY="98432">
        <dgm:presLayoutVars>
          <dgm:chMax val="0"/>
          <dgm:bulletEnabled val="1"/>
        </dgm:presLayoutVars>
      </dgm:prSet>
      <dgm:spPr/>
    </dgm:pt>
    <dgm:pt modelId="{2D881EAB-5D5E-4606-BC71-F8438459D53E}" type="pres">
      <dgm:prSet presAssocID="{831C6D03-955E-4B07-B01C-099DCB1314BD}" presName="childText" presStyleLbl="revTx" presStyleIdx="0" presStyleCnt="2">
        <dgm:presLayoutVars>
          <dgm:bulletEnabled val="1"/>
        </dgm:presLayoutVars>
      </dgm:prSet>
      <dgm:spPr/>
    </dgm:pt>
    <dgm:pt modelId="{E0CC7DD1-90F7-4F63-A04F-CE8493954E9D}" type="pres">
      <dgm:prSet presAssocID="{990DE80C-8D9B-40DA-ADD2-F18C29AA44F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ED5C19C-F134-412C-9185-5CCB99266DE0}" type="pres">
      <dgm:prSet presAssocID="{990DE80C-8D9B-40DA-ADD2-F18C29AA44F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C41171A-C44B-47AE-8450-BDE535AE8E38}" srcId="{831C6D03-955E-4B07-B01C-099DCB1314BD}" destId="{9B123809-EB64-414A-B847-56DF51242FB6}" srcOrd="0" destOrd="0" parTransId="{A575342F-FE71-4062-962F-328DD32B2109}" sibTransId="{114BFB4D-4C62-4EE5-AF10-474D8E8E0F77}"/>
    <dgm:cxn modelId="{ECDB582D-A6B5-4203-A347-45DA14DE912B}" type="presOf" srcId="{831C6D03-955E-4B07-B01C-099DCB1314BD}" destId="{596B9A6B-C3EA-465E-9F97-3E0DBD6EED3C}" srcOrd="0" destOrd="0" presId="urn:microsoft.com/office/officeart/2005/8/layout/vList2"/>
    <dgm:cxn modelId="{70FEC762-8C28-440F-A0BF-8CFDDC5C54C6}" type="presOf" srcId="{E96D1558-8D6B-4F4B-B569-A102E857B54C}" destId="{32CA588E-4E96-42D6-AA76-18447A59E69B}" srcOrd="0" destOrd="0" presId="urn:microsoft.com/office/officeart/2005/8/layout/vList2"/>
    <dgm:cxn modelId="{E9E5C265-915C-4F43-9BAD-131CC52E154C}" type="presOf" srcId="{9B123809-EB64-414A-B847-56DF51242FB6}" destId="{2D881EAB-5D5E-4606-BC71-F8438459D53E}" srcOrd="0" destOrd="0" presId="urn:microsoft.com/office/officeart/2005/8/layout/vList2"/>
    <dgm:cxn modelId="{F7DE5771-1730-4D8F-8900-48D32F714123}" srcId="{990DE80C-8D9B-40DA-ADD2-F18C29AA44F3}" destId="{528B1BD0-F87F-4B0A-BDD4-2D477DDCE36B}" srcOrd="0" destOrd="0" parTransId="{216D401C-D6E0-4859-9B7B-8E22D3D89CA8}" sibTransId="{422619B8-C3CB-4D99-ACEE-FDBDF64BE1FA}"/>
    <dgm:cxn modelId="{E609459B-282B-4D04-94B9-9B6C7C509217}" srcId="{E96D1558-8D6B-4F4B-B569-A102E857B54C}" destId="{990DE80C-8D9B-40DA-ADD2-F18C29AA44F3}" srcOrd="1" destOrd="0" parTransId="{FD45D4D1-7DB9-4CAD-8D16-860D1FA4D023}" sibTransId="{B8FC553C-3E39-420C-B574-9F3A79AD8124}"/>
    <dgm:cxn modelId="{3D7C3C9D-58C8-4E78-8655-F89D9F437F38}" type="presOf" srcId="{990DE80C-8D9B-40DA-ADD2-F18C29AA44F3}" destId="{E0CC7DD1-90F7-4F63-A04F-CE8493954E9D}" srcOrd="0" destOrd="0" presId="urn:microsoft.com/office/officeart/2005/8/layout/vList2"/>
    <dgm:cxn modelId="{D48069C2-112C-4670-A0D7-0BB510ABE6F0}" type="presOf" srcId="{528B1BD0-F87F-4B0A-BDD4-2D477DDCE36B}" destId="{5ED5C19C-F134-412C-9185-5CCB99266DE0}" srcOrd="0" destOrd="0" presId="urn:microsoft.com/office/officeart/2005/8/layout/vList2"/>
    <dgm:cxn modelId="{F574E2D1-5616-4CA4-89EB-F43DC52F52AD}" srcId="{E96D1558-8D6B-4F4B-B569-A102E857B54C}" destId="{831C6D03-955E-4B07-B01C-099DCB1314BD}" srcOrd="0" destOrd="0" parTransId="{A2520090-BD48-4359-9852-2D1220CE9BF1}" sibTransId="{2BC30748-0B15-464F-8478-DB87A309CB60}"/>
    <dgm:cxn modelId="{B382C306-D06A-4F02-A66F-89DF28158603}" type="presParOf" srcId="{32CA588E-4E96-42D6-AA76-18447A59E69B}" destId="{596B9A6B-C3EA-465E-9F97-3E0DBD6EED3C}" srcOrd="0" destOrd="0" presId="urn:microsoft.com/office/officeart/2005/8/layout/vList2"/>
    <dgm:cxn modelId="{F7DB4617-6D4F-4B1F-8941-DBFEC77B73D0}" type="presParOf" srcId="{32CA588E-4E96-42D6-AA76-18447A59E69B}" destId="{2D881EAB-5D5E-4606-BC71-F8438459D53E}" srcOrd="1" destOrd="0" presId="urn:microsoft.com/office/officeart/2005/8/layout/vList2"/>
    <dgm:cxn modelId="{4D97AEEC-771F-4118-A27B-094C55F06E44}" type="presParOf" srcId="{32CA588E-4E96-42D6-AA76-18447A59E69B}" destId="{E0CC7DD1-90F7-4F63-A04F-CE8493954E9D}" srcOrd="2" destOrd="0" presId="urn:microsoft.com/office/officeart/2005/8/layout/vList2"/>
    <dgm:cxn modelId="{B6A951D0-BD1B-422B-9D97-5ECD9596C7E4}" type="presParOf" srcId="{32CA588E-4E96-42D6-AA76-18447A59E69B}" destId="{5ED5C19C-F134-412C-9185-5CCB99266DE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CDCF44-DCDB-42BB-9D59-C156D8A8A850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2EBD2543-989A-490F-9F38-2F86AB41027D}">
      <dgm:prSet phldrT="[文本]" custT="1"/>
      <dgm:spPr/>
      <dgm:t>
        <a:bodyPr/>
        <a:lstStyle/>
        <a:p>
          <a:pPr>
            <a:lnSpc>
              <a:spcPct val="150000"/>
            </a:lnSpc>
          </a:pP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、概念：网络图中从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起点节点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开始，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沿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箭头方向顺序通过一系列箭线与节点，最后到达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终点节点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的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通路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，称为线路；</a:t>
          </a:r>
        </a:p>
      </dgm:t>
    </dgm:pt>
    <dgm:pt modelId="{67E7DCC2-E4CA-4924-AEBF-CAB920D22FED}" type="parTrans" cxnId="{CD6AFF7C-5B01-4AA2-B969-F1FCEC5DF9F7}">
      <dgm:prSet/>
      <dgm:spPr/>
      <dgm:t>
        <a:bodyPr/>
        <a:lstStyle/>
        <a:p>
          <a:pPr>
            <a:lnSpc>
              <a:spcPct val="150000"/>
            </a:lnSpc>
          </a:pPr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B1C603-2BB8-421D-BB81-C1FE99423773}" type="sibTrans" cxnId="{CD6AFF7C-5B01-4AA2-B969-F1FCEC5DF9F7}">
      <dgm:prSet/>
      <dgm:spPr/>
      <dgm:t>
        <a:bodyPr/>
        <a:lstStyle/>
        <a:p>
          <a:pPr>
            <a:lnSpc>
              <a:spcPct val="150000"/>
            </a:lnSpc>
          </a:pPr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535DEE1-CBAE-4095-87AF-0996A2FC346F}">
      <dgm:prSet phldrT="[文本]" custT="1"/>
      <dgm:spPr/>
      <dgm:t>
        <a:bodyPr/>
        <a:lstStyle/>
        <a:p>
          <a:pPr>
            <a:lnSpc>
              <a:spcPct val="150000"/>
            </a:lnSpc>
          </a:pP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、在一个网络计划中，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总的持续时间最长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的线路就是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关键线路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关键线路至少有一条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，其他线路称为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非关键线路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2DCEBAE0-0F15-44E2-AE09-697FFE3488F2}" type="parTrans" cxnId="{40ECA034-958A-4744-BB1A-2C85E2522D2A}">
      <dgm:prSet/>
      <dgm:spPr/>
      <dgm:t>
        <a:bodyPr/>
        <a:lstStyle/>
        <a:p>
          <a:pPr>
            <a:lnSpc>
              <a:spcPct val="150000"/>
            </a:lnSpc>
          </a:pPr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C5A12BF-8538-4DF2-B153-2A010546C47D}" type="sibTrans" cxnId="{40ECA034-958A-4744-BB1A-2C85E2522D2A}">
      <dgm:prSet/>
      <dgm:spPr/>
      <dgm:t>
        <a:bodyPr/>
        <a:lstStyle/>
        <a:p>
          <a:pPr>
            <a:lnSpc>
              <a:spcPct val="150000"/>
            </a:lnSpc>
          </a:pPr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37B7175-C15D-4513-AE20-22929A67AB4D}" type="pres">
      <dgm:prSet presAssocID="{12CDCF44-DCDB-42BB-9D59-C156D8A8A850}" presName="linear" presStyleCnt="0">
        <dgm:presLayoutVars>
          <dgm:dir/>
          <dgm:animLvl val="lvl"/>
          <dgm:resizeHandles val="exact"/>
        </dgm:presLayoutVars>
      </dgm:prSet>
      <dgm:spPr/>
    </dgm:pt>
    <dgm:pt modelId="{DA8518EF-8A25-4B87-A7FE-9503F91DC727}" type="pres">
      <dgm:prSet presAssocID="{2EBD2543-989A-490F-9F38-2F86AB41027D}" presName="parentLin" presStyleCnt="0"/>
      <dgm:spPr/>
    </dgm:pt>
    <dgm:pt modelId="{3CE36FA1-F7DB-49B5-A8EF-3DCE52FC975E}" type="pres">
      <dgm:prSet presAssocID="{2EBD2543-989A-490F-9F38-2F86AB41027D}" presName="parentLeftMargin" presStyleLbl="node1" presStyleIdx="0" presStyleCnt="2"/>
      <dgm:spPr/>
    </dgm:pt>
    <dgm:pt modelId="{32102B57-4C0A-49DD-B555-80D6AE5C7E61}" type="pres">
      <dgm:prSet presAssocID="{2EBD2543-989A-490F-9F38-2F86AB41027D}" presName="parentText" presStyleLbl="node1" presStyleIdx="0" presStyleCnt="2" custScaleX="142857" custScaleY="245645">
        <dgm:presLayoutVars>
          <dgm:chMax val="0"/>
          <dgm:bulletEnabled val="1"/>
        </dgm:presLayoutVars>
      </dgm:prSet>
      <dgm:spPr/>
    </dgm:pt>
    <dgm:pt modelId="{8E187CC4-6474-4130-8A48-8D056A49E58A}" type="pres">
      <dgm:prSet presAssocID="{2EBD2543-989A-490F-9F38-2F86AB41027D}" presName="negativeSpace" presStyleCnt="0"/>
      <dgm:spPr/>
    </dgm:pt>
    <dgm:pt modelId="{3D6413CB-A3F8-4CC7-8AA1-84F2365D9CB0}" type="pres">
      <dgm:prSet presAssocID="{2EBD2543-989A-490F-9F38-2F86AB41027D}" presName="childText" presStyleLbl="conFgAcc1" presStyleIdx="0" presStyleCnt="2">
        <dgm:presLayoutVars>
          <dgm:bulletEnabled val="1"/>
        </dgm:presLayoutVars>
      </dgm:prSet>
      <dgm:spPr/>
    </dgm:pt>
    <dgm:pt modelId="{F5B0E694-FB8F-4A41-B30D-60252957FB03}" type="pres">
      <dgm:prSet presAssocID="{BFB1C603-2BB8-421D-BB81-C1FE99423773}" presName="spaceBetweenRectangles" presStyleCnt="0"/>
      <dgm:spPr/>
    </dgm:pt>
    <dgm:pt modelId="{C68FE8E9-1306-4BC8-878C-961C496AD311}" type="pres">
      <dgm:prSet presAssocID="{D535DEE1-CBAE-4095-87AF-0996A2FC346F}" presName="parentLin" presStyleCnt="0"/>
      <dgm:spPr/>
    </dgm:pt>
    <dgm:pt modelId="{ACB1C29D-AFFC-4665-A650-EE4FA0433284}" type="pres">
      <dgm:prSet presAssocID="{D535DEE1-CBAE-4095-87AF-0996A2FC346F}" presName="parentLeftMargin" presStyleLbl="node1" presStyleIdx="0" presStyleCnt="2"/>
      <dgm:spPr/>
    </dgm:pt>
    <dgm:pt modelId="{C3F88CDE-217E-4ABD-9C40-C12A60C1B957}" type="pres">
      <dgm:prSet presAssocID="{D535DEE1-CBAE-4095-87AF-0996A2FC346F}" presName="parentText" presStyleLbl="node1" presStyleIdx="1" presStyleCnt="2" custScaleX="142857" custScaleY="233269">
        <dgm:presLayoutVars>
          <dgm:chMax val="0"/>
          <dgm:bulletEnabled val="1"/>
        </dgm:presLayoutVars>
      </dgm:prSet>
      <dgm:spPr/>
    </dgm:pt>
    <dgm:pt modelId="{075B709A-249F-430D-98E8-49784428E4CD}" type="pres">
      <dgm:prSet presAssocID="{D535DEE1-CBAE-4095-87AF-0996A2FC346F}" presName="negativeSpace" presStyleCnt="0"/>
      <dgm:spPr/>
    </dgm:pt>
    <dgm:pt modelId="{BDE30B22-5D29-49B0-9920-7507209CE268}" type="pres">
      <dgm:prSet presAssocID="{D535DEE1-CBAE-4095-87AF-0996A2FC346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528BF0D-BA3C-4052-BCEB-6E7335B7773A}" type="presOf" srcId="{D535DEE1-CBAE-4095-87AF-0996A2FC346F}" destId="{C3F88CDE-217E-4ABD-9C40-C12A60C1B957}" srcOrd="1" destOrd="0" presId="urn:microsoft.com/office/officeart/2005/8/layout/list1"/>
    <dgm:cxn modelId="{40ECA034-958A-4744-BB1A-2C85E2522D2A}" srcId="{12CDCF44-DCDB-42BB-9D59-C156D8A8A850}" destId="{D535DEE1-CBAE-4095-87AF-0996A2FC346F}" srcOrd="1" destOrd="0" parTransId="{2DCEBAE0-0F15-44E2-AE09-697FFE3488F2}" sibTransId="{3C5A12BF-8538-4DF2-B153-2A010546C47D}"/>
    <dgm:cxn modelId="{ED683F3E-629A-4D66-8348-8F2A243FDD34}" type="presOf" srcId="{2EBD2543-989A-490F-9F38-2F86AB41027D}" destId="{3CE36FA1-F7DB-49B5-A8EF-3DCE52FC975E}" srcOrd="0" destOrd="0" presId="urn:microsoft.com/office/officeart/2005/8/layout/list1"/>
    <dgm:cxn modelId="{CD6AFF7C-5B01-4AA2-B969-F1FCEC5DF9F7}" srcId="{12CDCF44-DCDB-42BB-9D59-C156D8A8A850}" destId="{2EBD2543-989A-490F-9F38-2F86AB41027D}" srcOrd="0" destOrd="0" parTransId="{67E7DCC2-E4CA-4924-AEBF-CAB920D22FED}" sibTransId="{BFB1C603-2BB8-421D-BB81-C1FE99423773}"/>
    <dgm:cxn modelId="{5E7A6F9F-7F2A-4CAD-8827-BC7F4ECB435C}" type="presOf" srcId="{2EBD2543-989A-490F-9F38-2F86AB41027D}" destId="{32102B57-4C0A-49DD-B555-80D6AE5C7E61}" srcOrd="1" destOrd="0" presId="urn:microsoft.com/office/officeart/2005/8/layout/list1"/>
    <dgm:cxn modelId="{B24BEFC5-2AD2-45E7-A60A-E85F8CFCAA6F}" type="presOf" srcId="{D535DEE1-CBAE-4095-87AF-0996A2FC346F}" destId="{ACB1C29D-AFFC-4665-A650-EE4FA0433284}" srcOrd="0" destOrd="0" presId="urn:microsoft.com/office/officeart/2005/8/layout/list1"/>
    <dgm:cxn modelId="{A399C5D0-EF9F-4887-A53F-FBA8D3D8AE33}" type="presOf" srcId="{12CDCF44-DCDB-42BB-9D59-C156D8A8A850}" destId="{437B7175-C15D-4513-AE20-22929A67AB4D}" srcOrd="0" destOrd="0" presId="urn:microsoft.com/office/officeart/2005/8/layout/list1"/>
    <dgm:cxn modelId="{9885F47E-AB9C-418B-914E-897CC1B0B919}" type="presParOf" srcId="{437B7175-C15D-4513-AE20-22929A67AB4D}" destId="{DA8518EF-8A25-4B87-A7FE-9503F91DC727}" srcOrd="0" destOrd="0" presId="urn:microsoft.com/office/officeart/2005/8/layout/list1"/>
    <dgm:cxn modelId="{036485A2-40CE-4973-A02E-F23995C77B38}" type="presParOf" srcId="{DA8518EF-8A25-4B87-A7FE-9503F91DC727}" destId="{3CE36FA1-F7DB-49B5-A8EF-3DCE52FC975E}" srcOrd="0" destOrd="0" presId="urn:microsoft.com/office/officeart/2005/8/layout/list1"/>
    <dgm:cxn modelId="{1AA2E874-5959-40A9-896A-6253576690EE}" type="presParOf" srcId="{DA8518EF-8A25-4B87-A7FE-9503F91DC727}" destId="{32102B57-4C0A-49DD-B555-80D6AE5C7E61}" srcOrd="1" destOrd="0" presId="urn:microsoft.com/office/officeart/2005/8/layout/list1"/>
    <dgm:cxn modelId="{4C25FE2F-C9C2-42A8-B278-7B1CB428FB71}" type="presParOf" srcId="{437B7175-C15D-4513-AE20-22929A67AB4D}" destId="{8E187CC4-6474-4130-8A48-8D056A49E58A}" srcOrd="1" destOrd="0" presId="urn:microsoft.com/office/officeart/2005/8/layout/list1"/>
    <dgm:cxn modelId="{E77E6641-20B1-40F0-A1ED-36506FB0865E}" type="presParOf" srcId="{437B7175-C15D-4513-AE20-22929A67AB4D}" destId="{3D6413CB-A3F8-4CC7-8AA1-84F2365D9CB0}" srcOrd="2" destOrd="0" presId="urn:microsoft.com/office/officeart/2005/8/layout/list1"/>
    <dgm:cxn modelId="{E7BE1037-FC2D-4535-AC46-0999DA9AF475}" type="presParOf" srcId="{437B7175-C15D-4513-AE20-22929A67AB4D}" destId="{F5B0E694-FB8F-4A41-B30D-60252957FB03}" srcOrd="3" destOrd="0" presId="urn:microsoft.com/office/officeart/2005/8/layout/list1"/>
    <dgm:cxn modelId="{DE48DFE9-E714-4E34-AB72-47A8CA59F69F}" type="presParOf" srcId="{437B7175-C15D-4513-AE20-22929A67AB4D}" destId="{C68FE8E9-1306-4BC8-878C-961C496AD311}" srcOrd="4" destOrd="0" presId="urn:microsoft.com/office/officeart/2005/8/layout/list1"/>
    <dgm:cxn modelId="{3F702706-B002-4280-9837-5A00E8F7DEB0}" type="presParOf" srcId="{C68FE8E9-1306-4BC8-878C-961C496AD311}" destId="{ACB1C29D-AFFC-4665-A650-EE4FA0433284}" srcOrd="0" destOrd="0" presId="urn:microsoft.com/office/officeart/2005/8/layout/list1"/>
    <dgm:cxn modelId="{B1547637-775D-49A1-B927-C4BBDA835738}" type="presParOf" srcId="{C68FE8E9-1306-4BC8-878C-961C496AD311}" destId="{C3F88CDE-217E-4ABD-9C40-C12A60C1B957}" srcOrd="1" destOrd="0" presId="urn:microsoft.com/office/officeart/2005/8/layout/list1"/>
    <dgm:cxn modelId="{3D4CCE2B-B458-456F-AC21-8E502C7D867C}" type="presParOf" srcId="{437B7175-C15D-4513-AE20-22929A67AB4D}" destId="{075B709A-249F-430D-98E8-49784428E4CD}" srcOrd="5" destOrd="0" presId="urn:microsoft.com/office/officeart/2005/8/layout/list1"/>
    <dgm:cxn modelId="{F3BE8033-3F67-45CB-82D8-67AC97685FCF}" type="presParOf" srcId="{437B7175-C15D-4513-AE20-22929A67AB4D}" destId="{BDE30B22-5D29-49B0-9920-7507209CE26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2CDCF44-DCDB-42BB-9D59-C156D8A8A850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2EBD2543-989A-490F-9F38-2F86AB41027D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）绘制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没有紧前工作的工作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，使它们具有相同的开始节点，即起始节点；</a:t>
          </a:r>
        </a:p>
      </dgm:t>
    </dgm:pt>
    <dgm:pt modelId="{67E7DCC2-E4CA-4924-AEBF-CAB920D22FED}" type="par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B1C603-2BB8-421D-BB81-C1FE99423773}" type="sib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535DEE1-CBAE-4095-87AF-0996A2FC346F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）绘制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没有紧后工作的工作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，使它们具有相同的结束节点，即终点节点；</a:t>
          </a:r>
        </a:p>
      </dgm:t>
    </dgm:pt>
    <dgm:pt modelId="{2DCEBAE0-0F15-44E2-AE09-697FFE3488F2}" type="par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C5A12BF-8538-4DF2-B153-2A010546C47D}" type="sib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2C3EC5B-47C7-4B25-9760-E6B38FEFEE77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）当所绘制的工作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只有一个紧前工作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时，将该工作直接画在其紧前工作的结束节点之后。</a:t>
          </a:r>
        </a:p>
      </dgm:t>
    </dgm:pt>
    <dgm:pt modelId="{81FAF80F-A5C6-4822-A277-DB78F84D1230}" type="par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B32FDAE-9701-4D52-8922-57ED26F42832}" type="sib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6AA79527-F8DE-4A11-A0B1-8F4B2C6FEF38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）当所绘制的工作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有多个紧前工作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时，按以下四种情况分别考虑：</a:t>
          </a:r>
        </a:p>
      </dgm:t>
    </dgm:pt>
    <dgm:pt modelId="{3548BD8F-D71F-49E0-9B98-1745B333BD75}" type="parTrans" cxnId="{49CB400F-0860-452E-A477-99AFDC134D38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C35404A-D4A6-462C-8E95-1885F90BA933}" type="sibTrans" cxnId="{49CB400F-0860-452E-A477-99AFDC134D38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37B7175-C15D-4513-AE20-22929A67AB4D}" type="pres">
      <dgm:prSet presAssocID="{12CDCF44-DCDB-42BB-9D59-C156D8A8A850}" presName="linear" presStyleCnt="0">
        <dgm:presLayoutVars>
          <dgm:dir/>
          <dgm:animLvl val="lvl"/>
          <dgm:resizeHandles val="exact"/>
        </dgm:presLayoutVars>
      </dgm:prSet>
      <dgm:spPr/>
    </dgm:pt>
    <dgm:pt modelId="{DA8518EF-8A25-4B87-A7FE-9503F91DC727}" type="pres">
      <dgm:prSet presAssocID="{2EBD2543-989A-490F-9F38-2F86AB41027D}" presName="parentLin" presStyleCnt="0"/>
      <dgm:spPr/>
    </dgm:pt>
    <dgm:pt modelId="{3CE36FA1-F7DB-49B5-A8EF-3DCE52FC975E}" type="pres">
      <dgm:prSet presAssocID="{2EBD2543-989A-490F-9F38-2F86AB41027D}" presName="parentLeftMargin" presStyleLbl="node1" presStyleIdx="0" presStyleCnt="4"/>
      <dgm:spPr/>
    </dgm:pt>
    <dgm:pt modelId="{32102B57-4C0A-49DD-B555-80D6AE5C7E61}" type="pres">
      <dgm:prSet presAssocID="{2EBD2543-989A-490F-9F38-2F86AB41027D}" presName="parentText" presStyleLbl="node1" presStyleIdx="0" presStyleCnt="4" custScaleX="142857" custScaleY="245645">
        <dgm:presLayoutVars>
          <dgm:chMax val="0"/>
          <dgm:bulletEnabled val="1"/>
        </dgm:presLayoutVars>
      </dgm:prSet>
      <dgm:spPr/>
    </dgm:pt>
    <dgm:pt modelId="{8E187CC4-6474-4130-8A48-8D056A49E58A}" type="pres">
      <dgm:prSet presAssocID="{2EBD2543-989A-490F-9F38-2F86AB41027D}" presName="negativeSpace" presStyleCnt="0"/>
      <dgm:spPr/>
    </dgm:pt>
    <dgm:pt modelId="{3D6413CB-A3F8-4CC7-8AA1-84F2365D9CB0}" type="pres">
      <dgm:prSet presAssocID="{2EBD2543-989A-490F-9F38-2F86AB41027D}" presName="childText" presStyleLbl="conFgAcc1" presStyleIdx="0" presStyleCnt="4">
        <dgm:presLayoutVars>
          <dgm:bulletEnabled val="1"/>
        </dgm:presLayoutVars>
      </dgm:prSet>
      <dgm:spPr/>
    </dgm:pt>
    <dgm:pt modelId="{F5B0E694-FB8F-4A41-B30D-60252957FB03}" type="pres">
      <dgm:prSet presAssocID="{BFB1C603-2BB8-421D-BB81-C1FE99423773}" presName="spaceBetweenRectangles" presStyleCnt="0"/>
      <dgm:spPr/>
    </dgm:pt>
    <dgm:pt modelId="{C68FE8E9-1306-4BC8-878C-961C496AD311}" type="pres">
      <dgm:prSet presAssocID="{D535DEE1-CBAE-4095-87AF-0996A2FC346F}" presName="parentLin" presStyleCnt="0"/>
      <dgm:spPr/>
    </dgm:pt>
    <dgm:pt modelId="{ACB1C29D-AFFC-4665-A650-EE4FA0433284}" type="pres">
      <dgm:prSet presAssocID="{D535DEE1-CBAE-4095-87AF-0996A2FC346F}" presName="parentLeftMargin" presStyleLbl="node1" presStyleIdx="0" presStyleCnt="4"/>
      <dgm:spPr/>
    </dgm:pt>
    <dgm:pt modelId="{C3F88CDE-217E-4ABD-9C40-C12A60C1B957}" type="pres">
      <dgm:prSet presAssocID="{D535DEE1-CBAE-4095-87AF-0996A2FC346F}" presName="parentText" presStyleLbl="node1" presStyleIdx="1" presStyleCnt="4" custScaleX="142857" custScaleY="233269">
        <dgm:presLayoutVars>
          <dgm:chMax val="0"/>
          <dgm:bulletEnabled val="1"/>
        </dgm:presLayoutVars>
      </dgm:prSet>
      <dgm:spPr/>
    </dgm:pt>
    <dgm:pt modelId="{075B709A-249F-430D-98E8-49784428E4CD}" type="pres">
      <dgm:prSet presAssocID="{D535DEE1-CBAE-4095-87AF-0996A2FC346F}" presName="negativeSpace" presStyleCnt="0"/>
      <dgm:spPr/>
    </dgm:pt>
    <dgm:pt modelId="{BDE30B22-5D29-49B0-9920-7507209CE268}" type="pres">
      <dgm:prSet presAssocID="{D535DEE1-CBAE-4095-87AF-0996A2FC346F}" presName="childText" presStyleLbl="conFgAcc1" presStyleIdx="1" presStyleCnt="4">
        <dgm:presLayoutVars>
          <dgm:bulletEnabled val="1"/>
        </dgm:presLayoutVars>
      </dgm:prSet>
      <dgm:spPr/>
    </dgm:pt>
    <dgm:pt modelId="{ED6B1185-5931-4C8B-9F4B-64B7C9C53F8C}" type="pres">
      <dgm:prSet presAssocID="{3C5A12BF-8538-4DF2-B153-2A010546C47D}" presName="spaceBetweenRectangles" presStyleCnt="0"/>
      <dgm:spPr/>
    </dgm:pt>
    <dgm:pt modelId="{F5290E12-2DC6-4C34-AD23-3AA859C03C52}" type="pres">
      <dgm:prSet presAssocID="{42C3EC5B-47C7-4B25-9760-E6B38FEFEE77}" presName="parentLin" presStyleCnt="0"/>
      <dgm:spPr/>
    </dgm:pt>
    <dgm:pt modelId="{DCDDFB38-D18D-4D1D-8B7A-C0A8DEA31048}" type="pres">
      <dgm:prSet presAssocID="{42C3EC5B-47C7-4B25-9760-E6B38FEFEE77}" presName="parentLeftMargin" presStyleLbl="node1" presStyleIdx="1" presStyleCnt="4"/>
      <dgm:spPr/>
    </dgm:pt>
    <dgm:pt modelId="{8852532F-686F-4D47-B47C-008111ACE512}" type="pres">
      <dgm:prSet presAssocID="{42C3EC5B-47C7-4B25-9760-E6B38FEFEE77}" presName="parentText" presStyleLbl="node1" presStyleIdx="2" presStyleCnt="4" custScaleX="142857" custScaleY="248188">
        <dgm:presLayoutVars>
          <dgm:chMax val="0"/>
          <dgm:bulletEnabled val="1"/>
        </dgm:presLayoutVars>
      </dgm:prSet>
      <dgm:spPr/>
    </dgm:pt>
    <dgm:pt modelId="{D0D080D4-976C-44A2-AC7E-DCF4CD975228}" type="pres">
      <dgm:prSet presAssocID="{42C3EC5B-47C7-4B25-9760-E6B38FEFEE77}" presName="negativeSpace" presStyleCnt="0"/>
      <dgm:spPr/>
    </dgm:pt>
    <dgm:pt modelId="{E8ED073A-ED74-4E36-AA21-DB33EF3A60E9}" type="pres">
      <dgm:prSet presAssocID="{42C3EC5B-47C7-4B25-9760-E6B38FEFEE77}" presName="childText" presStyleLbl="conFgAcc1" presStyleIdx="2" presStyleCnt="4">
        <dgm:presLayoutVars>
          <dgm:bulletEnabled val="1"/>
        </dgm:presLayoutVars>
      </dgm:prSet>
      <dgm:spPr/>
    </dgm:pt>
    <dgm:pt modelId="{607DAB91-CBF8-483D-982A-48C41EDDA529}" type="pres">
      <dgm:prSet presAssocID="{4B32FDAE-9701-4D52-8922-57ED26F42832}" presName="spaceBetweenRectangles" presStyleCnt="0"/>
      <dgm:spPr/>
    </dgm:pt>
    <dgm:pt modelId="{7217D4C3-B96B-415F-8FA4-B225586A9DCC}" type="pres">
      <dgm:prSet presAssocID="{6AA79527-F8DE-4A11-A0B1-8F4B2C6FEF38}" presName="parentLin" presStyleCnt="0"/>
      <dgm:spPr/>
    </dgm:pt>
    <dgm:pt modelId="{D78D4BEC-484B-432B-BB77-D4E5552BB909}" type="pres">
      <dgm:prSet presAssocID="{6AA79527-F8DE-4A11-A0B1-8F4B2C6FEF38}" presName="parentLeftMargin" presStyleLbl="node1" presStyleIdx="2" presStyleCnt="4"/>
      <dgm:spPr/>
    </dgm:pt>
    <dgm:pt modelId="{FA0FDCF5-66CE-4F39-B884-C55F4FF758D0}" type="pres">
      <dgm:prSet presAssocID="{6AA79527-F8DE-4A11-A0B1-8F4B2C6FEF38}" presName="parentText" presStyleLbl="node1" presStyleIdx="3" presStyleCnt="4" custScaleX="142857" custScaleY="229183">
        <dgm:presLayoutVars>
          <dgm:chMax val="0"/>
          <dgm:bulletEnabled val="1"/>
        </dgm:presLayoutVars>
      </dgm:prSet>
      <dgm:spPr/>
    </dgm:pt>
    <dgm:pt modelId="{75832911-05E0-4270-A47F-8661C1C08484}" type="pres">
      <dgm:prSet presAssocID="{6AA79527-F8DE-4A11-A0B1-8F4B2C6FEF38}" presName="negativeSpace" presStyleCnt="0"/>
      <dgm:spPr/>
    </dgm:pt>
    <dgm:pt modelId="{9D5C1C4C-20EE-4982-80D5-57BBB40F86D8}" type="pres">
      <dgm:prSet presAssocID="{6AA79527-F8DE-4A11-A0B1-8F4B2C6FEF3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9CB400F-0860-452E-A477-99AFDC134D38}" srcId="{12CDCF44-DCDB-42BB-9D59-C156D8A8A850}" destId="{6AA79527-F8DE-4A11-A0B1-8F4B2C6FEF38}" srcOrd="3" destOrd="0" parTransId="{3548BD8F-D71F-49E0-9B98-1745B333BD75}" sibTransId="{BC35404A-D4A6-462C-8E95-1885F90BA933}"/>
    <dgm:cxn modelId="{CE468C13-34DA-4FB9-A76D-5758500CEFA3}" type="presOf" srcId="{2EBD2543-989A-490F-9F38-2F86AB41027D}" destId="{32102B57-4C0A-49DD-B555-80D6AE5C7E61}" srcOrd="1" destOrd="0" presId="urn:microsoft.com/office/officeart/2005/8/layout/list1"/>
    <dgm:cxn modelId="{936C9C16-2112-4AB2-904A-E6B1E6221374}" type="presOf" srcId="{2EBD2543-989A-490F-9F38-2F86AB41027D}" destId="{3CE36FA1-F7DB-49B5-A8EF-3DCE52FC975E}" srcOrd="0" destOrd="0" presId="urn:microsoft.com/office/officeart/2005/8/layout/list1"/>
    <dgm:cxn modelId="{40ECA034-958A-4744-BB1A-2C85E2522D2A}" srcId="{12CDCF44-DCDB-42BB-9D59-C156D8A8A850}" destId="{D535DEE1-CBAE-4095-87AF-0996A2FC346F}" srcOrd="1" destOrd="0" parTransId="{2DCEBAE0-0F15-44E2-AE09-697FFE3488F2}" sibTransId="{3C5A12BF-8538-4DF2-B153-2A010546C47D}"/>
    <dgm:cxn modelId="{59F96A66-047A-40EC-8352-9922B29D4877}" type="presOf" srcId="{12CDCF44-DCDB-42BB-9D59-C156D8A8A850}" destId="{437B7175-C15D-4513-AE20-22929A67AB4D}" srcOrd="0" destOrd="0" presId="urn:microsoft.com/office/officeart/2005/8/layout/list1"/>
    <dgm:cxn modelId="{6BD0B46B-6662-44D7-840F-DBE7F9E739EE}" type="presOf" srcId="{42C3EC5B-47C7-4B25-9760-E6B38FEFEE77}" destId="{8852532F-686F-4D47-B47C-008111ACE512}" srcOrd="1" destOrd="0" presId="urn:microsoft.com/office/officeart/2005/8/layout/list1"/>
    <dgm:cxn modelId="{882BBC57-886B-4EA8-85C1-C448F3CEBBC3}" type="presOf" srcId="{D535DEE1-CBAE-4095-87AF-0996A2FC346F}" destId="{ACB1C29D-AFFC-4665-A650-EE4FA0433284}" srcOrd="0" destOrd="0" presId="urn:microsoft.com/office/officeart/2005/8/layout/list1"/>
    <dgm:cxn modelId="{CD6AFF7C-5B01-4AA2-B969-F1FCEC5DF9F7}" srcId="{12CDCF44-DCDB-42BB-9D59-C156D8A8A850}" destId="{2EBD2543-989A-490F-9F38-2F86AB41027D}" srcOrd="0" destOrd="0" parTransId="{67E7DCC2-E4CA-4924-AEBF-CAB920D22FED}" sibTransId="{BFB1C603-2BB8-421D-BB81-C1FE99423773}"/>
    <dgm:cxn modelId="{A854908D-351E-41E2-BAD5-645BF484C928}" type="presOf" srcId="{D535DEE1-CBAE-4095-87AF-0996A2FC346F}" destId="{C3F88CDE-217E-4ABD-9C40-C12A60C1B957}" srcOrd="1" destOrd="0" presId="urn:microsoft.com/office/officeart/2005/8/layout/list1"/>
    <dgm:cxn modelId="{D2F78AC4-A3EF-44C7-ADEB-4BD327AAB221}" type="presOf" srcId="{6AA79527-F8DE-4A11-A0B1-8F4B2C6FEF38}" destId="{FA0FDCF5-66CE-4F39-B884-C55F4FF758D0}" srcOrd="1" destOrd="0" presId="urn:microsoft.com/office/officeart/2005/8/layout/list1"/>
    <dgm:cxn modelId="{5EC925CA-D77E-41BE-8448-EE2039F06264}" srcId="{12CDCF44-DCDB-42BB-9D59-C156D8A8A850}" destId="{42C3EC5B-47C7-4B25-9760-E6B38FEFEE77}" srcOrd="2" destOrd="0" parTransId="{81FAF80F-A5C6-4822-A277-DB78F84D1230}" sibTransId="{4B32FDAE-9701-4D52-8922-57ED26F42832}"/>
    <dgm:cxn modelId="{76E729D9-29C5-47A8-88D1-1FDF9B346F70}" type="presOf" srcId="{6AA79527-F8DE-4A11-A0B1-8F4B2C6FEF38}" destId="{D78D4BEC-484B-432B-BB77-D4E5552BB909}" srcOrd="0" destOrd="0" presId="urn:microsoft.com/office/officeart/2005/8/layout/list1"/>
    <dgm:cxn modelId="{5717A9FC-EAF9-4C26-90E7-968343B09946}" type="presOf" srcId="{42C3EC5B-47C7-4B25-9760-E6B38FEFEE77}" destId="{DCDDFB38-D18D-4D1D-8B7A-C0A8DEA31048}" srcOrd="0" destOrd="0" presId="urn:microsoft.com/office/officeart/2005/8/layout/list1"/>
    <dgm:cxn modelId="{F1C518B5-48CC-4B07-8F55-0BAE8A019D79}" type="presParOf" srcId="{437B7175-C15D-4513-AE20-22929A67AB4D}" destId="{DA8518EF-8A25-4B87-A7FE-9503F91DC727}" srcOrd="0" destOrd="0" presId="urn:microsoft.com/office/officeart/2005/8/layout/list1"/>
    <dgm:cxn modelId="{EAB7EE2F-DE43-4272-A152-727C0555BB1E}" type="presParOf" srcId="{DA8518EF-8A25-4B87-A7FE-9503F91DC727}" destId="{3CE36FA1-F7DB-49B5-A8EF-3DCE52FC975E}" srcOrd="0" destOrd="0" presId="urn:microsoft.com/office/officeart/2005/8/layout/list1"/>
    <dgm:cxn modelId="{A112DB15-3723-4B14-89C1-A0BC2158A6B0}" type="presParOf" srcId="{DA8518EF-8A25-4B87-A7FE-9503F91DC727}" destId="{32102B57-4C0A-49DD-B555-80D6AE5C7E61}" srcOrd="1" destOrd="0" presId="urn:microsoft.com/office/officeart/2005/8/layout/list1"/>
    <dgm:cxn modelId="{9FBEC7F4-0CD8-4B28-B52F-836E60281F61}" type="presParOf" srcId="{437B7175-C15D-4513-AE20-22929A67AB4D}" destId="{8E187CC4-6474-4130-8A48-8D056A49E58A}" srcOrd="1" destOrd="0" presId="urn:microsoft.com/office/officeart/2005/8/layout/list1"/>
    <dgm:cxn modelId="{310032F0-AD93-419F-8D61-8F7448D2C048}" type="presParOf" srcId="{437B7175-C15D-4513-AE20-22929A67AB4D}" destId="{3D6413CB-A3F8-4CC7-8AA1-84F2365D9CB0}" srcOrd="2" destOrd="0" presId="urn:microsoft.com/office/officeart/2005/8/layout/list1"/>
    <dgm:cxn modelId="{9FEFE79A-EB05-4641-868E-AE051699E0F2}" type="presParOf" srcId="{437B7175-C15D-4513-AE20-22929A67AB4D}" destId="{F5B0E694-FB8F-4A41-B30D-60252957FB03}" srcOrd="3" destOrd="0" presId="urn:microsoft.com/office/officeart/2005/8/layout/list1"/>
    <dgm:cxn modelId="{1A0A73DA-876E-491F-B9C3-9DB8FE01210E}" type="presParOf" srcId="{437B7175-C15D-4513-AE20-22929A67AB4D}" destId="{C68FE8E9-1306-4BC8-878C-961C496AD311}" srcOrd="4" destOrd="0" presId="urn:microsoft.com/office/officeart/2005/8/layout/list1"/>
    <dgm:cxn modelId="{FD5CD038-5743-4D7B-B7E7-5628478EBDEC}" type="presParOf" srcId="{C68FE8E9-1306-4BC8-878C-961C496AD311}" destId="{ACB1C29D-AFFC-4665-A650-EE4FA0433284}" srcOrd="0" destOrd="0" presId="urn:microsoft.com/office/officeart/2005/8/layout/list1"/>
    <dgm:cxn modelId="{D627263A-17B1-48A2-B660-9FC4B3C08252}" type="presParOf" srcId="{C68FE8E9-1306-4BC8-878C-961C496AD311}" destId="{C3F88CDE-217E-4ABD-9C40-C12A60C1B957}" srcOrd="1" destOrd="0" presId="urn:microsoft.com/office/officeart/2005/8/layout/list1"/>
    <dgm:cxn modelId="{A7E0E41E-D1A8-48CF-B815-FBA915EA7A10}" type="presParOf" srcId="{437B7175-C15D-4513-AE20-22929A67AB4D}" destId="{075B709A-249F-430D-98E8-49784428E4CD}" srcOrd="5" destOrd="0" presId="urn:microsoft.com/office/officeart/2005/8/layout/list1"/>
    <dgm:cxn modelId="{2CC65451-5E41-4A26-81B3-97CF87009F79}" type="presParOf" srcId="{437B7175-C15D-4513-AE20-22929A67AB4D}" destId="{BDE30B22-5D29-49B0-9920-7507209CE268}" srcOrd="6" destOrd="0" presId="urn:microsoft.com/office/officeart/2005/8/layout/list1"/>
    <dgm:cxn modelId="{25A88322-88D5-4207-9F0F-C3674F6699F9}" type="presParOf" srcId="{437B7175-C15D-4513-AE20-22929A67AB4D}" destId="{ED6B1185-5931-4C8B-9F4B-64B7C9C53F8C}" srcOrd="7" destOrd="0" presId="urn:microsoft.com/office/officeart/2005/8/layout/list1"/>
    <dgm:cxn modelId="{D0355CDD-03CB-4E1F-B81A-FB6A4D45DC9F}" type="presParOf" srcId="{437B7175-C15D-4513-AE20-22929A67AB4D}" destId="{F5290E12-2DC6-4C34-AD23-3AA859C03C52}" srcOrd="8" destOrd="0" presId="urn:microsoft.com/office/officeart/2005/8/layout/list1"/>
    <dgm:cxn modelId="{A58FD417-3241-43EC-AA06-3616B6A894E6}" type="presParOf" srcId="{F5290E12-2DC6-4C34-AD23-3AA859C03C52}" destId="{DCDDFB38-D18D-4D1D-8B7A-C0A8DEA31048}" srcOrd="0" destOrd="0" presId="urn:microsoft.com/office/officeart/2005/8/layout/list1"/>
    <dgm:cxn modelId="{F0C8EE7A-06C2-4CBD-8C8F-1253FA07264E}" type="presParOf" srcId="{F5290E12-2DC6-4C34-AD23-3AA859C03C52}" destId="{8852532F-686F-4D47-B47C-008111ACE512}" srcOrd="1" destOrd="0" presId="urn:microsoft.com/office/officeart/2005/8/layout/list1"/>
    <dgm:cxn modelId="{8D4ADB90-99D0-4BFC-BB4F-2759D480A4E3}" type="presParOf" srcId="{437B7175-C15D-4513-AE20-22929A67AB4D}" destId="{D0D080D4-976C-44A2-AC7E-DCF4CD975228}" srcOrd="9" destOrd="0" presId="urn:microsoft.com/office/officeart/2005/8/layout/list1"/>
    <dgm:cxn modelId="{8BFB7808-9E87-407D-BE48-BFE74C622BF9}" type="presParOf" srcId="{437B7175-C15D-4513-AE20-22929A67AB4D}" destId="{E8ED073A-ED74-4E36-AA21-DB33EF3A60E9}" srcOrd="10" destOrd="0" presId="urn:microsoft.com/office/officeart/2005/8/layout/list1"/>
    <dgm:cxn modelId="{F0B05DF2-583D-4C98-8A43-BBC1E67AFE25}" type="presParOf" srcId="{437B7175-C15D-4513-AE20-22929A67AB4D}" destId="{607DAB91-CBF8-483D-982A-48C41EDDA529}" srcOrd="11" destOrd="0" presId="urn:microsoft.com/office/officeart/2005/8/layout/list1"/>
    <dgm:cxn modelId="{40FCDF1E-3EF1-4556-80F3-695690F68F40}" type="presParOf" srcId="{437B7175-C15D-4513-AE20-22929A67AB4D}" destId="{7217D4C3-B96B-415F-8FA4-B225586A9DCC}" srcOrd="12" destOrd="0" presId="urn:microsoft.com/office/officeart/2005/8/layout/list1"/>
    <dgm:cxn modelId="{F850DD47-4250-417C-AC83-1AC3558EAA8A}" type="presParOf" srcId="{7217D4C3-B96B-415F-8FA4-B225586A9DCC}" destId="{D78D4BEC-484B-432B-BB77-D4E5552BB909}" srcOrd="0" destOrd="0" presId="urn:microsoft.com/office/officeart/2005/8/layout/list1"/>
    <dgm:cxn modelId="{E5A928E4-26AD-4031-AE29-EC5A0D50B58F}" type="presParOf" srcId="{7217D4C3-B96B-415F-8FA4-B225586A9DCC}" destId="{FA0FDCF5-66CE-4F39-B884-C55F4FF758D0}" srcOrd="1" destOrd="0" presId="urn:microsoft.com/office/officeart/2005/8/layout/list1"/>
    <dgm:cxn modelId="{24A127D8-68BC-4BD3-B326-47051033EE8E}" type="presParOf" srcId="{437B7175-C15D-4513-AE20-22929A67AB4D}" destId="{75832911-05E0-4270-A47F-8661C1C08484}" srcOrd="13" destOrd="0" presId="urn:microsoft.com/office/officeart/2005/8/layout/list1"/>
    <dgm:cxn modelId="{C4AF8111-A487-454F-A937-4A9BB2B36B08}" type="presParOf" srcId="{437B7175-C15D-4513-AE20-22929A67AB4D}" destId="{9D5C1C4C-20EE-4982-80D5-57BBB40F86D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2CDCF44-DCDB-42BB-9D59-C156D8A8A850}" type="doc">
      <dgm:prSet loTypeId="urn:microsoft.com/office/officeart/2005/8/layout/list1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zh-CN" altLang="en-US"/>
        </a:p>
      </dgm:t>
    </dgm:pt>
    <dgm:pt modelId="{2EBD2543-989A-490F-9F38-2F86AB41027D}">
      <dgm:prSet phldrT="[文本]" custT="1"/>
      <dgm:spPr/>
      <dgm:t>
        <a:bodyPr/>
        <a:lstStyle/>
        <a:p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）如果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在其紧前工作中存在一项只作为本工作紧前工作的工作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，则将本工作直接画在该紧前工作结束节点之后；</a:t>
          </a:r>
        </a:p>
      </dgm:t>
    </dgm:pt>
    <dgm:pt modelId="{67E7DCC2-E4CA-4924-AEBF-CAB920D22FED}" type="par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B1C603-2BB8-421D-BB81-C1FE99423773}" type="sib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535DEE1-CBAE-4095-87AF-0996A2FC346F}">
      <dgm:prSet phldrT="[文本]" custT="1"/>
      <dgm:spPr/>
      <dgm:t>
        <a:bodyPr/>
        <a:lstStyle/>
        <a:p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）如果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在其紧前工作中存在 多项只作为本工作紧前工作的工作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，先将这些紧前工作的结束节点合并，再从合并后的节点开始，画出本工作；</a:t>
          </a:r>
        </a:p>
      </dgm:t>
    </dgm:pt>
    <dgm:pt modelId="{2DCEBAE0-0F15-44E2-AE09-697FFE3488F2}" type="par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C5A12BF-8538-4DF2-B153-2A010546C47D}" type="sib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2C3EC5B-47C7-4B25-9760-E6B38FEFEE77}">
      <dgm:prSet phldrT="[文本]" custT="1"/>
      <dgm:spPr/>
      <dgm:t>
        <a:bodyPr/>
        <a:lstStyle/>
        <a:p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）如果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其所有紧前工作都同时作为其他工作的紧前工作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，先将它们的完成节点合并后，再从合并后的节点开始，画出本工作；</a:t>
          </a:r>
        </a:p>
      </dgm:t>
    </dgm:pt>
    <dgm:pt modelId="{81FAF80F-A5C6-4822-A277-DB78F84D1230}" type="par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B32FDAE-9701-4D52-8922-57ED26F42832}" type="sib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6AA79527-F8DE-4A11-A0B1-8F4B2C6FEF38}">
      <dgm:prSet phldrT="[文本]" custT="1"/>
      <dgm:spPr/>
      <dgm:t>
        <a:bodyPr/>
        <a:lstStyle/>
        <a:p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）如果不存在情况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）、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）、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），则将本工作箭线单独画在其紧前工作箭线之后的中部，然后用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虚工作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将紧前工作与本工作相连。</a:t>
          </a:r>
        </a:p>
      </dgm:t>
    </dgm:pt>
    <dgm:pt modelId="{3548BD8F-D71F-49E0-9B98-1745B333BD75}" type="parTrans" cxnId="{49CB400F-0860-452E-A477-99AFDC134D38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C35404A-D4A6-462C-8E95-1885F90BA933}" type="sibTrans" cxnId="{49CB400F-0860-452E-A477-99AFDC134D38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37B7175-C15D-4513-AE20-22929A67AB4D}" type="pres">
      <dgm:prSet presAssocID="{12CDCF44-DCDB-42BB-9D59-C156D8A8A850}" presName="linear" presStyleCnt="0">
        <dgm:presLayoutVars>
          <dgm:dir/>
          <dgm:animLvl val="lvl"/>
          <dgm:resizeHandles val="exact"/>
        </dgm:presLayoutVars>
      </dgm:prSet>
      <dgm:spPr/>
    </dgm:pt>
    <dgm:pt modelId="{DA8518EF-8A25-4B87-A7FE-9503F91DC727}" type="pres">
      <dgm:prSet presAssocID="{2EBD2543-989A-490F-9F38-2F86AB41027D}" presName="parentLin" presStyleCnt="0"/>
      <dgm:spPr/>
    </dgm:pt>
    <dgm:pt modelId="{3CE36FA1-F7DB-49B5-A8EF-3DCE52FC975E}" type="pres">
      <dgm:prSet presAssocID="{2EBD2543-989A-490F-9F38-2F86AB41027D}" presName="parentLeftMargin" presStyleLbl="node1" presStyleIdx="0" presStyleCnt="4"/>
      <dgm:spPr/>
    </dgm:pt>
    <dgm:pt modelId="{32102B57-4C0A-49DD-B555-80D6AE5C7E61}" type="pres">
      <dgm:prSet presAssocID="{2EBD2543-989A-490F-9F38-2F86AB41027D}" presName="parentText" presStyleLbl="node1" presStyleIdx="0" presStyleCnt="4" custScaleX="142857" custScaleY="245645">
        <dgm:presLayoutVars>
          <dgm:chMax val="0"/>
          <dgm:bulletEnabled val="1"/>
        </dgm:presLayoutVars>
      </dgm:prSet>
      <dgm:spPr/>
    </dgm:pt>
    <dgm:pt modelId="{8E187CC4-6474-4130-8A48-8D056A49E58A}" type="pres">
      <dgm:prSet presAssocID="{2EBD2543-989A-490F-9F38-2F86AB41027D}" presName="negativeSpace" presStyleCnt="0"/>
      <dgm:spPr/>
    </dgm:pt>
    <dgm:pt modelId="{3D6413CB-A3F8-4CC7-8AA1-84F2365D9CB0}" type="pres">
      <dgm:prSet presAssocID="{2EBD2543-989A-490F-9F38-2F86AB41027D}" presName="childText" presStyleLbl="conFgAcc1" presStyleIdx="0" presStyleCnt="4">
        <dgm:presLayoutVars>
          <dgm:bulletEnabled val="1"/>
        </dgm:presLayoutVars>
      </dgm:prSet>
      <dgm:spPr/>
    </dgm:pt>
    <dgm:pt modelId="{F5B0E694-FB8F-4A41-B30D-60252957FB03}" type="pres">
      <dgm:prSet presAssocID="{BFB1C603-2BB8-421D-BB81-C1FE99423773}" presName="spaceBetweenRectangles" presStyleCnt="0"/>
      <dgm:spPr/>
    </dgm:pt>
    <dgm:pt modelId="{C68FE8E9-1306-4BC8-878C-961C496AD311}" type="pres">
      <dgm:prSet presAssocID="{D535DEE1-CBAE-4095-87AF-0996A2FC346F}" presName="parentLin" presStyleCnt="0"/>
      <dgm:spPr/>
    </dgm:pt>
    <dgm:pt modelId="{ACB1C29D-AFFC-4665-A650-EE4FA0433284}" type="pres">
      <dgm:prSet presAssocID="{D535DEE1-CBAE-4095-87AF-0996A2FC346F}" presName="parentLeftMargin" presStyleLbl="node1" presStyleIdx="0" presStyleCnt="4"/>
      <dgm:spPr/>
    </dgm:pt>
    <dgm:pt modelId="{C3F88CDE-217E-4ABD-9C40-C12A60C1B957}" type="pres">
      <dgm:prSet presAssocID="{D535DEE1-CBAE-4095-87AF-0996A2FC346F}" presName="parentText" presStyleLbl="node1" presStyleIdx="1" presStyleCnt="4" custScaleX="142857" custScaleY="287913">
        <dgm:presLayoutVars>
          <dgm:chMax val="0"/>
          <dgm:bulletEnabled val="1"/>
        </dgm:presLayoutVars>
      </dgm:prSet>
      <dgm:spPr/>
    </dgm:pt>
    <dgm:pt modelId="{075B709A-249F-430D-98E8-49784428E4CD}" type="pres">
      <dgm:prSet presAssocID="{D535DEE1-CBAE-4095-87AF-0996A2FC346F}" presName="negativeSpace" presStyleCnt="0"/>
      <dgm:spPr/>
    </dgm:pt>
    <dgm:pt modelId="{BDE30B22-5D29-49B0-9920-7507209CE268}" type="pres">
      <dgm:prSet presAssocID="{D535DEE1-CBAE-4095-87AF-0996A2FC346F}" presName="childText" presStyleLbl="conFgAcc1" presStyleIdx="1" presStyleCnt="4">
        <dgm:presLayoutVars>
          <dgm:bulletEnabled val="1"/>
        </dgm:presLayoutVars>
      </dgm:prSet>
      <dgm:spPr/>
    </dgm:pt>
    <dgm:pt modelId="{ED6B1185-5931-4C8B-9F4B-64B7C9C53F8C}" type="pres">
      <dgm:prSet presAssocID="{3C5A12BF-8538-4DF2-B153-2A010546C47D}" presName="spaceBetweenRectangles" presStyleCnt="0"/>
      <dgm:spPr/>
    </dgm:pt>
    <dgm:pt modelId="{F5290E12-2DC6-4C34-AD23-3AA859C03C52}" type="pres">
      <dgm:prSet presAssocID="{42C3EC5B-47C7-4B25-9760-E6B38FEFEE77}" presName="parentLin" presStyleCnt="0"/>
      <dgm:spPr/>
    </dgm:pt>
    <dgm:pt modelId="{DCDDFB38-D18D-4D1D-8B7A-C0A8DEA31048}" type="pres">
      <dgm:prSet presAssocID="{42C3EC5B-47C7-4B25-9760-E6B38FEFEE77}" presName="parentLeftMargin" presStyleLbl="node1" presStyleIdx="1" presStyleCnt="4"/>
      <dgm:spPr/>
    </dgm:pt>
    <dgm:pt modelId="{8852532F-686F-4D47-B47C-008111ACE512}" type="pres">
      <dgm:prSet presAssocID="{42C3EC5B-47C7-4B25-9760-E6B38FEFEE77}" presName="parentText" presStyleLbl="node1" presStyleIdx="2" presStyleCnt="4" custScaleX="142857" custScaleY="248188">
        <dgm:presLayoutVars>
          <dgm:chMax val="0"/>
          <dgm:bulletEnabled val="1"/>
        </dgm:presLayoutVars>
      </dgm:prSet>
      <dgm:spPr/>
    </dgm:pt>
    <dgm:pt modelId="{D0D080D4-976C-44A2-AC7E-DCF4CD975228}" type="pres">
      <dgm:prSet presAssocID="{42C3EC5B-47C7-4B25-9760-E6B38FEFEE77}" presName="negativeSpace" presStyleCnt="0"/>
      <dgm:spPr/>
    </dgm:pt>
    <dgm:pt modelId="{E8ED073A-ED74-4E36-AA21-DB33EF3A60E9}" type="pres">
      <dgm:prSet presAssocID="{42C3EC5B-47C7-4B25-9760-E6B38FEFEE77}" presName="childText" presStyleLbl="conFgAcc1" presStyleIdx="2" presStyleCnt="4">
        <dgm:presLayoutVars>
          <dgm:bulletEnabled val="1"/>
        </dgm:presLayoutVars>
      </dgm:prSet>
      <dgm:spPr/>
    </dgm:pt>
    <dgm:pt modelId="{607DAB91-CBF8-483D-982A-48C41EDDA529}" type="pres">
      <dgm:prSet presAssocID="{4B32FDAE-9701-4D52-8922-57ED26F42832}" presName="spaceBetweenRectangles" presStyleCnt="0"/>
      <dgm:spPr/>
    </dgm:pt>
    <dgm:pt modelId="{7217D4C3-B96B-415F-8FA4-B225586A9DCC}" type="pres">
      <dgm:prSet presAssocID="{6AA79527-F8DE-4A11-A0B1-8F4B2C6FEF38}" presName="parentLin" presStyleCnt="0"/>
      <dgm:spPr/>
    </dgm:pt>
    <dgm:pt modelId="{D78D4BEC-484B-432B-BB77-D4E5552BB909}" type="pres">
      <dgm:prSet presAssocID="{6AA79527-F8DE-4A11-A0B1-8F4B2C6FEF38}" presName="parentLeftMargin" presStyleLbl="node1" presStyleIdx="2" presStyleCnt="4"/>
      <dgm:spPr/>
    </dgm:pt>
    <dgm:pt modelId="{FA0FDCF5-66CE-4F39-B884-C55F4FF758D0}" type="pres">
      <dgm:prSet presAssocID="{6AA79527-F8DE-4A11-A0B1-8F4B2C6FEF38}" presName="parentText" presStyleLbl="node1" presStyleIdx="3" presStyleCnt="4" custScaleX="142857" custScaleY="277607">
        <dgm:presLayoutVars>
          <dgm:chMax val="0"/>
          <dgm:bulletEnabled val="1"/>
        </dgm:presLayoutVars>
      </dgm:prSet>
      <dgm:spPr/>
    </dgm:pt>
    <dgm:pt modelId="{75832911-05E0-4270-A47F-8661C1C08484}" type="pres">
      <dgm:prSet presAssocID="{6AA79527-F8DE-4A11-A0B1-8F4B2C6FEF38}" presName="negativeSpace" presStyleCnt="0"/>
      <dgm:spPr/>
    </dgm:pt>
    <dgm:pt modelId="{9D5C1C4C-20EE-4982-80D5-57BBB40F86D8}" type="pres">
      <dgm:prSet presAssocID="{6AA79527-F8DE-4A11-A0B1-8F4B2C6FEF3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9CB400F-0860-452E-A477-99AFDC134D38}" srcId="{12CDCF44-DCDB-42BB-9D59-C156D8A8A850}" destId="{6AA79527-F8DE-4A11-A0B1-8F4B2C6FEF38}" srcOrd="3" destOrd="0" parTransId="{3548BD8F-D71F-49E0-9B98-1745B333BD75}" sibTransId="{BC35404A-D4A6-462C-8E95-1885F90BA933}"/>
    <dgm:cxn modelId="{C387B729-3A6B-476C-8E0D-9DFE7D157B2B}" type="presOf" srcId="{6AA79527-F8DE-4A11-A0B1-8F4B2C6FEF38}" destId="{FA0FDCF5-66CE-4F39-B884-C55F4FF758D0}" srcOrd="1" destOrd="0" presId="urn:microsoft.com/office/officeart/2005/8/layout/list1"/>
    <dgm:cxn modelId="{40ECA034-958A-4744-BB1A-2C85E2522D2A}" srcId="{12CDCF44-DCDB-42BB-9D59-C156D8A8A850}" destId="{D535DEE1-CBAE-4095-87AF-0996A2FC346F}" srcOrd="1" destOrd="0" parTransId="{2DCEBAE0-0F15-44E2-AE09-697FFE3488F2}" sibTransId="{3C5A12BF-8538-4DF2-B153-2A010546C47D}"/>
    <dgm:cxn modelId="{64287147-9E3E-44EF-86C3-4B3DA63BCE5F}" type="presOf" srcId="{6AA79527-F8DE-4A11-A0B1-8F4B2C6FEF38}" destId="{D78D4BEC-484B-432B-BB77-D4E5552BB909}" srcOrd="0" destOrd="0" presId="urn:microsoft.com/office/officeart/2005/8/layout/list1"/>
    <dgm:cxn modelId="{7260B16B-4915-4E6C-B300-F97331A75CB3}" type="presOf" srcId="{12CDCF44-DCDB-42BB-9D59-C156D8A8A850}" destId="{437B7175-C15D-4513-AE20-22929A67AB4D}" srcOrd="0" destOrd="0" presId="urn:microsoft.com/office/officeart/2005/8/layout/list1"/>
    <dgm:cxn modelId="{6F60F24C-F9EA-477A-8444-0161BB03E85E}" type="presOf" srcId="{2EBD2543-989A-490F-9F38-2F86AB41027D}" destId="{3CE36FA1-F7DB-49B5-A8EF-3DCE52FC975E}" srcOrd="0" destOrd="0" presId="urn:microsoft.com/office/officeart/2005/8/layout/list1"/>
    <dgm:cxn modelId="{7D951E57-CA5F-48FD-9E36-DA38B652EC62}" type="presOf" srcId="{D535DEE1-CBAE-4095-87AF-0996A2FC346F}" destId="{ACB1C29D-AFFC-4665-A650-EE4FA0433284}" srcOrd="0" destOrd="0" presId="urn:microsoft.com/office/officeart/2005/8/layout/list1"/>
    <dgm:cxn modelId="{CD6AFF7C-5B01-4AA2-B969-F1FCEC5DF9F7}" srcId="{12CDCF44-DCDB-42BB-9D59-C156D8A8A850}" destId="{2EBD2543-989A-490F-9F38-2F86AB41027D}" srcOrd="0" destOrd="0" parTransId="{67E7DCC2-E4CA-4924-AEBF-CAB920D22FED}" sibTransId="{BFB1C603-2BB8-421D-BB81-C1FE99423773}"/>
    <dgm:cxn modelId="{9C5783AF-44C9-4285-B4DC-44CEA04DAC15}" type="presOf" srcId="{D535DEE1-CBAE-4095-87AF-0996A2FC346F}" destId="{C3F88CDE-217E-4ABD-9C40-C12A60C1B957}" srcOrd="1" destOrd="0" presId="urn:microsoft.com/office/officeart/2005/8/layout/list1"/>
    <dgm:cxn modelId="{5EC925CA-D77E-41BE-8448-EE2039F06264}" srcId="{12CDCF44-DCDB-42BB-9D59-C156D8A8A850}" destId="{42C3EC5B-47C7-4B25-9760-E6B38FEFEE77}" srcOrd="2" destOrd="0" parTransId="{81FAF80F-A5C6-4822-A277-DB78F84D1230}" sibTransId="{4B32FDAE-9701-4D52-8922-57ED26F42832}"/>
    <dgm:cxn modelId="{CD237AD1-C032-4D62-9942-0420C779C7EA}" type="presOf" srcId="{2EBD2543-989A-490F-9F38-2F86AB41027D}" destId="{32102B57-4C0A-49DD-B555-80D6AE5C7E61}" srcOrd="1" destOrd="0" presId="urn:microsoft.com/office/officeart/2005/8/layout/list1"/>
    <dgm:cxn modelId="{87248EF2-D98E-48E0-8E7E-F77F2CF6B18E}" type="presOf" srcId="{42C3EC5B-47C7-4B25-9760-E6B38FEFEE77}" destId="{8852532F-686F-4D47-B47C-008111ACE512}" srcOrd="1" destOrd="0" presId="urn:microsoft.com/office/officeart/2005/8/layout/list1"/>
    <dgm:cxn modelId="{9C10E2FB-0775-4158-9D57-06732A52BBD6}" type="presOf" srcId="{42C3EC5B-47C7-4B25-9760-E6B38FEFEE77}" destId="{DCDDFB38-D18D-4D1D-8B7A-C0A8DEA31048}" srcOrd="0" destOrd="0" presId="urn:microsoft.com/office/officeart/2005/8/layout/list1"/>
    <dgm:cxn modelId="{FE3B19EC-C1EA-4883-A4F8-3CC2D146154A}" type="presParOf" srcId="{437B7175-C15D-4513-AE20-22929A67AB4D}" destId="{DA8518EF-8A25-4B87-A7FE-9503F91DC727}" srcOrd="0" destOrd="0" presId="urn:microsoft.com/office/officeart/2005/8/layout/list1"/>
    <dgm:cxn modelId="{C341DBA4-BB08-4A25-A0F5-BBD4372DBBAD}" type="presParOf" srcId="{DA8518EF-8A25-4B87-A7FE-9503F91DC727}" destId="{3CE36FA1-F7DB-49B5-A8EF-3DCE52FC975E}" srcOrd="0" destOrd="0" presId="urn:microsoft.com/office/officeart/2005/8/layout/list1"/>
    <dgm:cxn modelId="{9E63B1DC-CD7D-48E0-824B-D199769CB87B}" type="presParOf" srcId="{DA8518EF-8A25-4B87-A7FE-9503F91DC727}" destId="{32102B57-4C0A-49DD-B555-80D6AE5C7E61}" srcOrd="1" destOrd="0" presId="urn:microsoft.com/office/officeart/2005/8/layout/list1"/>
    <dgm:cxn modelId="{C8954299-921E-48F2-9941-CACFED3AC691}" type="presParOf" srcId="{437B7175-C15D-4513-AE20-22929A67AB4D}" destId="{8E187CC4-6474-4130-8A48-8D056A49E58A}" srcOrd="1" destOrd="0" presId="urn:microsoft.com/office/officeart/2005/8/layout/list1"/>
    <dgm:cxn modelId="{229A6D58-A90C-43EC-811E-12748C6FD02A}" type="presParOf" srcId="{437B7175-C15D-4513-AE20-22929A67AB4D}" destId="{3D6413CB-A3F8-4CC7-8AA1-84F2365D9CB0}" srcOrd="2" destOrd="0" presId="urn:microsoft.com/office/officeart/2005/8/layout/list1"/>
    <dgm:cxn modelId="{3D3A9B93-418A-47D5-B37E-5D46D3AF8610}" type="presParOf" srcId="{437B7175-C15D-4513-AE20-22929A67AB4D}" destId="{F5B0E694-FB8F-4A41-B30D-60252957FB03}" srcOrd="3" destOrd="0" presId="urn:microsoft.com/office/officeart/2005/8/layout/list1"/>
    <dgm:cxn modelId="{3EB2DD40-4D86-4B04-9B85-5A05A2DD0D2E}" type="presParOf" srcId="{437B7175-C15D-4513-AE20-22929A67AB4D}" destId="{C68FE8E9-1306-4BC8-878C-961C496AD311}" srcOrd="4" destOrd="0" presId="urn:microsoft.com/office/officeart/2005/8/layout/list1"/>
    <dgm:cxn modelId="{93D74FE5-9952-4201-823C-3A0CF21D2DA6}" type="presParOf" srcId="{C68FE8E9-1306-4BC8-878C-961C496AD311}" destId="{ACB1C29D-AFFC-4665-A650-EE4FA0433284}" srcOrd="0" destOrd="0" presId="urn:microsoft.com/office/officeart/2005/8/layout/list1"/>
    <dgm:cxn modelId="{68691841-97E7-4B03-9B63-C2325BEABD24}" type="presParOf" srcId="{C68FE8E9-1306-4BC8-878C-961C496AD311}" destId="{C3F88CDE-217E-4ABD-9C40-C12A60C1B957}" srcOrd="1" destOrd="0" presId="urn:microsoft.com/office/officeart/2005/8/layout/list1"/>
    <dgm:cxn modelId="{460F488B-3711-46D8-B819-1609963F9EC9}" type="presParOf" srcId="{437B7175-C15D-4513-AE20-22929A67AB4D}" destId="{075B709A-249F-430D-98E8-49784428E4CD}" srcOrd="5" destOrd="0" presId="urn:microsoft.com/office/officeart/2005/8/layout/list1"/>
    <dgm:cxn modelId="{9A4AC54C-0320-478C-BB83-05819DFB5BC6}" type="presParOf" srcId="{437B7175-C15D-4513-AE20-22929A67AB4D}" destId="{BDE30B22-5D29-49B0-9920-7507209CE268}" srcOrd="6" destOrd="0" presId="urn:microsoft.com/office/officeart/2005/8/layout/list1"/>
    <dgm:cxn modelId="{6C302418-9D3A-4A7C-8265-BB7965AD5EFB}" type="presParOf" srcId="{437B7175-C15D-4513-AE20-22929A67AB4D}" destId="{ED6B1185-5931-4C8B-9F4B-64B7C9C53F8C}" srcOrd="7" destOrd="0" presId="urn:microsoft.com/office/officeart/2005/8/layout/list1"/>
    <dgm:cxn modelId="{E7B4F3A8-42FE-476A-A4E4-56EDD1BCAA93}" type="presParOf" srcId="{437B7175-C15D-4513-AE20-22929A67AB4D}" destId="{F5290E12-2DC6-4C34-AD23-3AA859C03C52}" srcOrd="8" destOrd="0" presId="urn:microsoft.com/office/officeart/2005/8/layout/list1"/>
    <dgm:cxn modelId="{778A90EF-C185-4CE3-AB52-17A97FC7881A}" type="presParOf" srcId="{F5290E12-2DC6-4C34-AD23-3AA859C03C52}" destId="{DCDDFB38-D18D-4D1D-8B7A-C0A8DEA31048}" srcOrd="0" destOrd="0" presId="urn:microsoft.com/office/officeart/2005/8/layout/list1"/>
    <dgm:cxn modelId="{B03AD12D-E43D-45EA-9EAC-EEA2A9651730}" type="presParOf" srcId="{F5290E12-2DC6-4C34-AD23-3AA859C03C52}" destId="{8852532F-686F-4D47-B47C-008111ACE512}" srcOrd="1" destOrd="0" presId="urn:microsoft.com/office/officeart/2005/8/layout/list1"/>
    <dgm:cxn modelId="{16E3D03C-4445-4462-A0BE-E2DB3F0AED2F}" type="presParOf" srcId="{437B7175-C15D-4513-AE20-22929A67AB4D}" destId="{D0D080D4-976C-44A2-AC7E-DCF4CD975228}" srcOrd="9" destOrd="0" presId="urn:microsoft.com/office/officeart/2005/8/layout/list1"/>
    <dgm:cxn modelId="{47B20833-6FDD-4136-BA4D-1468072C9BD8}" type="presParOf" srcId="{437B7175-C15D-4513-AE20-22929A67AB4D}" destId="{E8ED073A-ED74-4E36-AA21-DB33EF3A60E9}" srcOrd="10" destOrd="0" presId="urn:microsoft.com/office/officeart/2005/8/layout/list1"/>
    <dgm:cxn modelId="{9AC0AA12-BCD3-44D8-AC5B-8A3643077F0B}" type="presParOf" srcId="{437B7175-C15D-4513-AE20-22929A67AB4D}" destId="{607DAB91-CBF8-483D-982A-48C41EDDA529}" srcOrd="11" destOrd="0" presId="urn:microsoft.com/office/officeart/2005/8/layout/list1"/>
    <dgm:cxn modelId="{8E1BC824-9209-42BB-B290-5FA203B71950}" type="presParOf" srcId="{437B7175-C15D-4513-AE20-22929A67AB4D}" destId="{7217D4C3-B96B-415F-8FA4-B225586A9DCC}" srcOrd="12" destOrd="0" presId="urn:microsoft.com/office/officeart/2005/8/layout/list1"/>
    <dgm:cxn modelId="{A70FDF11-F243-4CE7-A5F7-22E21729F4BA}" type="presParOf" srcId="{7217D4C3-B96B-415F-8FA4-B225586A9DCC}" destId="{D78D4BEC-484B-432B-BB77-D4E5552BB909}" srcOrd="0" destOrd="0" presId="urn:microsoft.com/office/officeart/2005/8/layout/list1"/>
    <dgm:cxn modelId="{0CB22BF9-5CF2-4E12-9176-0EAF82CF24BC}" type="presParOf" srcId="{7217D4C3-B96B-415F-8FA4-B225586A9DCC}" destId="{FA0FDCF5-66CE-4F39-B884-C55F4FF758D0}" srcOrd="1" destOrd="0" presId="urn:microsoft.com/office/officeart/2005/8/layout/list1"/>
    <dgm:cxn modelId="{40BEEB4B-C004-4864-9BDC-77FD805EB2E6}" type="presParOf" srcId="{437B7175-C15D-4513-AE20-22929A67AB4D}" destId="{75832911-05E0-4270-A47F-8661C1C08484}" srcOrd="13" destOrd="0" presId="urn:microsoft.com/office/officeart/2005/8/layout/list1"/>
    <dgm:cxn modelId="{2B5FA06C-814B-4AB6-AF77-D7AA8EF8EF92}" type="presParOf" srcId="{437B7175-C15D-4513-AE20-22929A67AB4D}" destId="{9D5C1C4C-20EE-4982-80D5-57BBB40F86D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BF68B5-9E84-4877-A29C-65F78AEA9D81}">
      <dsp:nvSpPr>
        <dsp:cNvPr id="0" name=""/>
        <dsp:cNvSpPr/>
      </dsp:nvSpPr>
      <dsp:spPr>
        <a:xfrm>
          <a:off x="1539841" y="2196312"/>
          <a:ext cx="1420309" cy="14203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7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优点</a:t>
          </a:r>
        </a:p>
      </dsp:txBody>
      <dsp:txXfrm>
        <a:off x="1747840" y="2404311"/>
        <a:ext cx="1004311" cy="1004311"/>
      </dsp:txXfrm>
    </dsp:sp>
    <dsp:sp modelId="{03FFB5C9-E781-468B-AF69-8BED0981B95F}">
      <dsp:nvSpPr>
        <dsp:cNvPr id="0" name=""/>
        <dsp:cNvSpPr/>
      </dsp:nvSpPr>
      <dsp:spPr>
        <a:xfrm rot="12900000">
          <a:off x="574410" y="1930882"/>
          <a:ext cx="1142709" cy="40478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8EE46-C558-4EBB-B9A8-3B9D84A8C2B2}">
      <dsp:nvSpPr>
        <dsp:cNvPr id="0" name=""/>
        <dsp:cNvSpPr/>
      </dsp:nvSpPr>
      <dsp:spPr>
        <a:xfrm>
          <a:off x="3091" y="1265843"/>
          <a:ext cx="1349294" cy="1079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画图简便，表达直观，便于统计资源需要量；</a:t>
          </a:r>
        </a:p>
      </dsp:txBody>
      <dsp:txXfrm>
        <a:off x="34707" y="1297459"/>
        <a:ext cx="1286062" cy="1016203"/>
      </dsp:txXfrm>
    </dsp:sp>
    <dsp:sp modelId="{2EE9C269-61D2-4299-B054-64F654E2CB63}">
      <dsp:nvSpPr>
        <dsp:cNvPr id="0" name=""/>
        <dsp:cNvSpPr/>
      </dsp:nvSpPr>
      <dsp:spPr>
        <a:xfrm rot="16200000">
          <a:off x="1678641" y="1356056"/>
          <a:ext cx="1142709" cy="40478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877D6-7A97-4C3F-A2EA-765F063889A5}">
      <dsp:nvSpPr>
        <dsp:cNvPr id="0" name=""/>
        <dsp:cNvSpPr/>
      </dsp:nvSpPr>
      <dsp:spPr>
        <a:xfrm>
          <a:off x="1575348" y="447377"/>
          <a:ext cx="1349294" cy="1079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流水作业排列整齐有序，表达清楚；</a:t>
          </a:r>
        </a:p>
      </dsp:txBody>
      <dsp:txXfrm>
        <a:off x="1606964" y="478993"/>
        <a:ext cx="1286062" cy="1016203"/>
      </dsp:txXfrm>
    </dsp:sp>
    <dsp:sp modelId="{6800A81F-737C-4AD5-A40B-6F505F7F2ADB}">
      <dsp:nvSpPr>
        <dsp:cNvPr id="0" name=""/>
        <dsp:cNvSpPr/>
      </dsp:nvSpPr>
      <dsp:spPr>
        <a:xfrm rot="19500000">
          <a:off x="2782871" y="1930882"/>
          <a:ext cx="1142709" cy="40478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8DD5F4-EF54-4021-A265-F0067459C9BC}">
      <dsp:nvSpPr>
        <dsp:cNvPr id="0" name=""/>
        <dsp:cNvSpPr/>
      </dsp:nvSpPr>
      <dsp:spPr>
        <a:xfrm>
          <a:off x="3147605" y="1265843"/>
          <a:ext cx="1349294" cy="10794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结合时间坐标，准确清楚；</a:t>
          </a:r>
        </a:p>
      </dsp:txBody>
      <dsp:txXfrm>
        <a:off x="3179221" y="1297459"/>
        <a:ext cx="1286062" cy="10162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BF68B5-9E84-4877-A29C-65F78AEA9D81}">
      <dsp:nvSpPr>
        <dsp:cNvPr id="0" name=""/>
        <dsp:cNvSpPr/>
      </dsp:nvSpPr>
      <dsp:spPr>
        <a:xfrm>
          <a:off x="1564481" y="2121134"/>
          <a:ext cx="1443037" cy="14430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缺点</a:t>
          </a:r>
        </a:p>
      </dsp:txBody>
      <dsp:txXfrm>
        <a:off x="1775809" y="2332462"/>
        <a:ext cx="1020381" cy="1020381"/>
      </dsp:txXfrm>
    </dsp:sp>
    <dsp:sp modelId="{03FFB5C9-E781-468B-AF69-8BED0981B95F}">
      <dsp:nvSpPr>
        <dsp:cNvPr id="0" name=""/>
        <dsp:cNvSpPr/>
      </dsp:nvSpPr>
      <dsp:spPr>
        <a:xfrm rot="12900000">
          <a:off x="580382" y="1850380"/>
          <a:ext cx="1164358" cy="411265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8EE46-C558-4EBB-B9A8-3B9D84A8C2B2}">
      <dsp:nvSpPr>
        <dsp:cNvPr id="0" name=""/>
        <dsp:cNvSpPr/>
      </dsp:nvSpPr>
      <dsp:spPr>
        <a:xfrm>
          <a:off x="225" y="1173735"/>
          <a:ext cx="1370885" cy="10967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各项工作之间的关系表达不清；</a:t>
          </a:r>
        </a:p>
      </dsp:txBody>
      <dsp:txXfrm>
        <a:off x="32346" y="1205856"/>
        <a:ext cx="1306643" cy="1032466"/>
      </dsp:txXfrm>
    </dsp:sp>
    <dsp:sp modelId="{2EE9C269-61D2-4299-B054-64F654E2CB63}">
      <dsp:nvSpPr>
        <dsp:cNvPr id="0" name=""/>
        <dsp:cNvSpPr/>
      </dsp:nvSpPr>
      <dsp:spPr>
        <a:xfrm rot="16200000">
          <a:off x="1703820" y="1265556"/>
          <a:ext cx="1164358" cy="411265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877D6-7A97-4C3F-A2EA-765F063889A5}">
      <dsp:nvSpPr>
        <dsp:cNvPr id="0" name=""/>
        <dsp:cNvSpPr/>
      </dsp:nvSpPr>
      <dsp:spPr>
        <a:xfrm>
          <a:off x="1600557" y="340655"/>
          <a:ext cx="1370885" cy="10967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不能明确指出关键工作，表示不出机动时间；</a:t>
          </a:r>
        </a:p>
      </dsp:txBody>
      <dsp:txXfrm>
        <a:off x="1632678" y="372776"/>
        <a:ext cx="1306643" cy="1032466"/>
      </dsp:txXfrm>
    </dsp:sp>
    <dsp:sp modelId="{6800A81F-737C-4AD5-A40B-6F505F7F2ADB}">
      <dsp:nvSpPr>
        <dsp:cNvPr id="0" name=""/>
        <dsp:cNvSpPr/>
      </dsp:nvSpPr>
      <dsp:spPr>
        <a:xfrm rot="19500000">
          <a:off x="2827259" y="1850380"/>
          <a:ext cx="1164358" cy="411265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8DD5F4-EF54-4021-A265-F0067459C9BC}">
      <dsp:nvSpPr>
        <dsp:cNvPr id="0" name=""/>
        <dsp:cNvSpPr/>
      </dsp:nvSpPr>
      <dsp:spPr>
        <a:xfrm>
          <a:off x="3200888" y="1173735"/>
          <a:ext cx="1370885" cy="10967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无法直接计算时间参数；</a:t>
          </a:r>
        </a:p>
      </dsp:txBody>
      <dsp:txXfrm>
        <a:off x="3233009" y="1205856"/>
        <a:ext cx="1306643" cy="10324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BF68B5-9E84-4877-A29C-65F78AEA9D81}">
      <dsp:nvSpPr>
        <dsp:cNvPr id="0" name=""/>
        <dsp:cNvSpPr/>
      </dsp:nvSpPr>
      <dsp:spPr>
        <a:xfrm>
          <a:off x="1503054" y="2171797"/>
          <a:ext cx="1386379" cy="13863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4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优点</a:t>
          </a:r>
        </a:p>
      </dsp:txBody>
      <dsp:txXfrm>
        <a:off x="1706085" y="2374828"/>
        <a:ext cx="980317" cy="980317"/>
      </dsp:txXfrm>
    </dsp:sp>
    <dsp:sp modelId="{03FFB5C9-E781-468B-AF69-8BED0981B95F}">
      <dsp:nvSpPr>
        <dsp:cNvPr id="0" name=""/>
        <dsp:cNvSpPr/>
      </dsp:nvSpPr>
      <dsp:spPr>
        <a:xfrm rot="12900000">
          <a:off x="560427" y="1912621"/>
          <a:ext cx="1115682" cy="39511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8EE46-C558-4EBB-B9A8-3B9D84A8C2B2}">
      <dsp:nvSpPr>
        <dsp:cNvPr id="0" name=""/>
        <dsp:cNvSpPr/>
      </dsp:nvSpPr>
      <dsp:spPr>
        <a:xfrm>
          <a:off x="2782" y="1263392"/>
          <a:ext cx="1317060" cy="105364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全面明确地反映各工作之间的关系；</a:t>
          </a:r>
        </a:p>
      </dsp:txBody>
      <dsp:txXfrm>
        <a:off x="33642" y="1294252"/>
        <a:ext cx="1255340" cy="991928"/>
      </dsp:txXfrm>
    </dsp:sp>
    <dsp:sp modelId="{2EE9C269-61D2-4299-B054-64F654E2CB63}">
      <dsp:nvSpPr>
        <dsp:cNvPr id="0" name=""/>
        <dsp:cNvSpPr/>
      </dsp:nvSpPr>
      <dsp:spPr>
        <a:xfrm rot="16200000">
          <a:off x="1638402" y="1351463"/>
          <a:ext cx="1115682" cy="39511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877D6-7A97-4C3F-A2EA-765F063889A5}">
      <dsp:nvSpPr>
        <dsp:cNvPr id="0" name=""/>
        <dsp:cNvSpPr/>
      </dsp:nvSpPr>
      <dsp:spPr>
        <a:xfrm>
          <a:off x="1537713" y="94521"/>
          <a:ext cx="1317060" cy="17933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通过计算网络的时间参数</a:t>
          </a:r>
          <a:r>
            <a:rPr lang="en-US" alt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,</a:t>
          </a:r>
          <a:r>
            <a:rPr lang="zh-CN" alt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明确各工作的开始、结束时间和关键工作</a:t>
          </a:r>
          <a:r>
            <a:rPr lang="en-US" alt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, </a:t>
          </a:r>
          <a:r>
            <a:rPr lang="zh-CN" alt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明确重点；</a:t>
          </a:r>
        </a:p>
      </dsp:txBody>
      <dsp:txXfrm>
        <a:off x="1576288" y="133096"/>
        <a:ext cx="1239910" cy="1716169"/>
      </dsp:txXfrm>
    </dsp:sp>
    <dsp:sp modelId="{6800A81F-737C-4AD5-A40B-6F505F7F2ADB}">
      <dsp:nvSpPr>
        <dsp:cNvPr id="0" name=""/>
        <dsp:cNvSpPr/>
      </dsp:nvSpPr>
      <dsp:spPr>
        <a:xfrm rot="19500000">
          <a:off x="2716377" y="1912621"/>
          <a:ext cx="1115682" cy="39511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8DD5F4-EF54-4021-A265-F0067459C9BC}">
      <dsp:nvSpPr>
        <dsp:cNvPr id="0" name=""/>
        <dsp:cNvSpPr/>
      </dsp:nvSpPr>
      <dsp:spPr>
        <a:xfrm>
          <a:off x="3072645" y="1263392"/>
          <a:ext cx="1317060" cy="105364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利用计算出的时间参数对计划进行调整；</a:t>
          </a:r>
        </a:p>
      </dsp:txBody>
      <dsp:txXfrm>
        <a:off x="3103505" y="1294252"/>
        <a:ext cx="1255340" cy="9919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BF68B5-9E84-4877-A29C-65F78AEA9D81}">
      <dsp:nvSpPr>
        <dsp:cNvPr id="0" name=""/>
        <dsp:cNvSpPr/>
      </dsp:nvSpPr>
      <dsp:spPr>
        <a:xfrm>
          <a:off x="1515200" y="2194750"/>
          <a:ext cx="1397582" cy="13975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缺点</a:t>
          </a:r>
        </a:p>
      </dsp:txBody>
      <dsp:txXfrm>
        <a:off x="1719871" y="2399421"/>
        <a:ext cx="988240" cy="988240"/>
      </dsp:txXfrm>
    </dsp:sp>
    <dsp:sp modelId="{03FFB5C9-E781-468B-AF69-8BED0981B95F}">
      <dsp:nvSpPr>
        <dsp:cNvPr id="0" name=""/>
        <dsp:cNvSpPr/>
      </dsp:nvSpPr>
      <dsp:spPr>
        <a:xfrm rot="12900000">
          <a:off x="563287" y="1932922"/>
          <a:ext cx="1126441" cy="398310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8EE46-C558-4EBB-B9A8-3B9D84A8C2B2}">
      <dsp:nvSpPr>
        <dsp:cNvPr id="0" name=""/>
        <dsp:cNvSpPr/>
      </dsp:nvSpPr>
      <dsp:spPr>
        <a:xfrm>
          <a:off x="1293" y="1277945"/>
          <a:ext cx="1327703" cy="10621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流水作业表示不清；</a:t>
          </a:r>
        </a:p>
      </dsp:txBody>
      <dsp:txXfrm>
        <a:off x="32403" y="1309055"/>
        <a:ext cx="1265483" cy="999942"/>
      </dsp:txXfrm>
    </dsp:sp>
    <dsp:sp modelId="{2EE9C269-61D2-4299-B054-64F654E2CB63}">
      <dsp:nvSpPr>
        <dsp:cNvPr id="0" name=""/>
        <dsp:cNvSpPr/>
      </dsp:nvSpPr>
      <dsp:spPr>
        <a:xfrm rot="16200000">
          <a:off x="1650771" y="1366813"/>
          <a:ext cx="1126441" cy="398310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877D6-7A97-4C3F-A2EA-765F063889A5}">
      <dsp:nvSpPr>
        <dsp:cNvPr id="0" name=""/>
        <dsp:cNvSpPr/>
      </dsp:nvSpPr>
      <dsp:spPr>
        <a:xfrm>
          <a:off x="1550140" y="471667"/>
          <a:ext cx="1327703" cy="10621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画图较复杂；</a:t>
          </a:r>
        </a:p>
      </dsp:txBody>
      <dsp:txXfrm>
        <a:off x="1581250" y="502777"/>
        <a:ext cx="1265483" cy="999942"/>
      </dsp:txXfrm>
    </dsp:sp>
    <dsp:sp modelId="{6800A81F-737C-4AD5-A40B-6F505F7F2ADB}">
      <dsp:nvSpPr>
        <dsp:cNvPr id="0" name=""/>
        <dsp:cNvSpPr/>
      </dsp:nvSpPr>
      <dsp:spPr>
        <a:xfrm rot="19500000">
          <a:off x="2738254" y="1932922"/>
          <a:ext cx="1126441" cy="398310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8DD5F4-EF54-4021-A265-F0067459C9BC}">
      <dsp:nvSpPr>
        <dsp:cNvPr id="0" name=""/>
        <dsp:cNvSpPr/>
      </dsp:nvSpPr>
      <dsp:spPr>
        <a:xfrm>
          <a:off x="3098987" y="1277945"/>
          <a:ext cx="1327703" cy="10621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阅图难，看资源需要量更难；</a:t>
          </a:r>
        </a:p>
      </dsp:txBody>
      <dsp:txXfrm>
        <a:off x="3130097" y="1309055"/>
        <a:ext cx="1265483" cy="99994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6B9A6B-C3EA-465E-9F97-3E0DBD6EED3C}">
      <dsp:nvSpPr>
        <dsp:cNvPr id="0" name=""/>
        <dsp:cNvSpPr/>
      </dsp:nvSpPr>
      <dsp:spPr>
        <a:xfrm>
          <a:off x="0" y="11090"/>
          <a:ext cx="7920880" cy="93974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4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、工艺关系</a:t>
          </a:r>
        </a:p>
      </dsp:txBody>
      <dsp:txXfrm>
        <a:off x="45875" y="56965"/>
        <a:ext cx="7829130" cy="847999"/>
      </dsp:txXfrm>
    </dsp:sp>
    <dsp:sp modelId="{2D881EAB-5D5E-4606-BC71-F8438459D53E}">
      <dsp:nvSpPr>
        <dsp:cNvPr id="0" name=""/>
        <dsp:cNvSpPr/>
      </dsp:nvSpPr>
      <dsp:spPr>
        <a:xfrm>
          <a:off x="0" y="950839"/>
          <a:ext cx="7920880" cy="844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488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15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4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它是指</a:t>
          </a:r>
          <a:r>
            <a:rPr lang="zh-CN" altLang="en-US" sz="24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生产工艺</a:t>
          </a:r>
          <a:r>
            <a:rPr lang="zh-CN" altLang="en-US" sz="24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上客观存在的先后顺序。</a:t>
          </a:r>
        </a:p>
      </dsp:txBody>
      <dsp:txXfrm>
        <a:off x="0" y="950839"/>
        <a:ext cx="7920880" cy="844560"/>
      </dsp:txXfrm>
    </dsp:sp>
    <dsp:sp modelId="{E0CC7DD1-90F7-4F63-A04F-CE8493954E9D}">
      <dsp:nvSpPr>
        <dsp:cNvPr id="0" name=""/>
        <dsp:cNvSpPr/>
      </dsp:nvSpPr>
      <dsp:spPr>
        <a:xfrm>
          <a:off x="0" y="1795399"/>
          <a:ext cx="7920880" cy="954720"/>
        </a:xfrm>
        <a:prstGeom prst="roundRect">
          <a:avLst/>
        </a:prstGeom>
        <a:solidFill>
          <a:schemeClr val="accent5">
            <a:hueOff val="-8527241"/>
            <a:satOff val="38334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4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、组织关系</a:t>
          </a:r>
        </a:p>
      </dsp:txBody>
      <dsp:txXfrm>
        <a:off x="46606" y="1842005"/>
        <a:ext cx="7827668" cy="861508"/>
      </dsp:txXfrm>
    </dsp:sp>
    <dsp:sp modelId="{5ED5C19C-F134-412C-9185-5CCB99266DE0}">
      <dsp:nvSpPr>
        <dsp:cNvPr id="0" name=""/>
        <dsp:cNvSpPr/>
      </dsp:nvSpPr>
      <dsp:spPr>
        <a:xfrm>
          <a:off x="0" y="2750119"/>
          <a:ext cx="7920880" cy="1214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488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15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4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它</a:t>
          </a:r>
          <a:r>
            <a:rPr lang="zh-CN" altLang="zh-CN" sz="24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是在不违反工艺关系的前提下，</a:t>
          </a:r>
          <a:r>
            <a:rPr lang="zh-CN" altLang="zh-CN" sz="24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人为安排</a:t>
          </a:r>
          <a:r>
            <a:rPr lang="zh-CN" altLang="zh-CN" sz="24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工作的先后顺序。</a:t>
          </a:r>
          <a:endParaRPr lang="zh-CN" altLang="en-US" sz="24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0" y="2750119"/>
        <a:ext cx="7920880" cy="12140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413CB-A3F8-4CC7-8AA1-84F2365D9CB0}">
      <dsp:nvSpPr>
        <dsp:cNvPr id="0" name=""/>
        <dsp:cNvSpPr/>
      </dsp:nvSpPr>
      <dsp:spPr>
        <a:xfrm>
          <a:off x="0" y="1406240"/>
          <a:ext cx="7920880" cy="604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02B57-4C0A-49DD-B555-80D6AE5C7E61}">
      <dsp:nvSpPr>
        <dsp:cNvPr id="0" name=""/>
        <dsp:cNvSpPr/>
      </dsp:nvSpPr>
      <dsp:spPr>
        <a:xfrm>
          <a:off x="377092" y="20135"/>
          <a:ext cx="7541845" cy="174034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、概念：网络图中从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起点节点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开始，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沿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箭头方向顺序通过一系列箭线与节点，最后到达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终点节点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的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通路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，称为线路；</a:t>
          </a:r>
        </a:p>
      </dsp:txBody>
      <dsp:txXfrm>
        <a:off x="462049" y="105092"/>
        <a:ext cx="7371931" cy="1570431"/>
      </dsp:txXfrm>
    </dsp:sp>
    <dsp:sp modelId="{BDE30B22-5D29-49B0-9920-7507209CE268}">
      <dsp:nvSpPr>
        <dsp:cNvPr id="0" name=""/>
        <dsp:cNvSpPr/>
      </dsp:nvSpPr>
      <dsp:spPr>
        <a:xfrm>
          <a:off x="0" y="3439064"/>
          <a:ext cx="7920880" cy="604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8CDE-217E-4ABD-9C40-C12A60C1B957}">
      <dsp:nvSpPr>
        <dsp:cNvPr id="0" name=""/>
        <dsp:cNvSpPr/>
      </dsp:nvSpPr>
      <dsp:spPr>
        <a:xfrm>
          <a:off x="377092" y="2140640"/>
          <a:ext cx="7541845" cy="16526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、在一个网络计划中，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总的持续时间最长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的线路就是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关键线路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关键线路至少有一条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，其他线路称为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非关键线路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57768" y="2221316"/>
        <a:ext cx="7380493" cy="14913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413CB-A3F8-4CC7-8AA1-84F2365D9CB0}">
      <dsp:nvSpPr>
        <dsp:cNvPr id="0" name=""/>
        <dsp:cNvSpPr/>
      </dsp:nvSpPr>
      <dsp:spPr>
        <a:xfrm>
          <a:off x="0" y="620235"/>
          <a:ext cx="7920880" cy="2520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02B57-4C0A-49DD-B555-80D6AE5C7E61}">
      <dsp:nvSpPr>
        <dsp:cNvPr id="0" name=""/>
        <dsp:cNvSpPr/>
      </dsp:nvSpPr>
      <dsp:spPr>
        <a:xfrm>
          <a:off x="377092" y="42691"/>
          <a:ext cx="7541845" cy="72514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）绘制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没有紧前工作的工作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，使它们具有相同的开始节点，即起始节点；</a:t>
          </a:r>
        </a:p>
      </dsp:txBody>
      <dsp:txXfrm>
        <a:off x="412491" y="78090"/>
        <a:ext cx="7471047" cy="654346"/>
      </dsp:txXfrm>
    </dsp:sp>
    <dsp:sp modelId="{BDE30B22-5D29-49B0-9920-7507209CE268}">
      <dsp:nvSpPr>
        <dsp:cNvPr id="0" name=""/>
        <dsp:cNvSpPr/>
      </dsp:nvSpPr>
      <dsp:spPr>
        <a:xfrm>
          <a:off x="0" y="1467245"/>
          <a:ext cx="7920880" cy="2520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8CDE-217E-4ABD-9C40-C12A60C1B957}">
      <dsp:nvSpPr>
        <dsp:cNvPr id="0" name=""/>
        <dsp:cNvSpPr/>
      </dsp:nvSpPr>
      <dsp:spPr>
        <a:xfrm>
          <a:off x="377092" y="926235"/>
          <a:ext cx="7541845" cy="688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）绘制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没有紧后工作的工作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，使它们具有相同的结束节点，即终点节点；</a:t>
          </a:r>
        </a:p>
      </dsp:txBody>
      <dsp:txXfrm>
        <a:off x="410707" y="959850"/>
        <a:ext cx="7474615" cy="621380"/>
      </dsp:txXfrm>
    </dsp:sp>
    <dsp:sp modelId="{E8ED073A-ED74-4E36-AA21-DB33EF3A60E9}">
      <dsp:nvSpPr>
        <dsp:cNvPr id="0" name=""/>
        <dsp:cNvSpPr/>
      </dsp:nvSpPr>
      <dsp:spPr>
        <a:xfrm>
          <a:off x="0" y="2358296"/>
          <a:ext cx="7920880" cy="2520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2532F-686F-4D47-B47C-008111ACE512}">
      <dsp:nvSpPr>
        <dsp:cNvPr id="0" name=""/>
        <dsp:cNvSpPr/>
      </dsp:nvSpPr>
      <dsp:spPr>
        <a:xfrm>
          <a:off x="377092" y="1773245"/>
          <a:ext cx="7541845" cy="7326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）当所绘制的工作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只有一个紧前工作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时，将该工作直接画在其紧前工作的结束节点之后。</a:t>
          </a:r>
        </a:p>
      </dsp:txBody>
      <dsp:txXfrm>
        <a:off x="412857" y="1809010"/>
        <a:ext cx="7470315" cy="661120"/>
      </dsp:txXfrm>
    </dsp:sp>
    <dsp:sp modelId="{9D5C1C4C-20EE-4982-80D5-57BBB40F86D8}">
      <dsp:nvSpPr>
        <dsp:cNvPr id="0" name=""/>
        <dsp:cNvSpPr/>
      </dsp:nvSpPr>
      <dsp:spPr>
        <a:xfrm>
          <a:off x="0" y="3193244"/>
          <a:ext cx="7920880" cy="2520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0FDCF5-66CE-4F39-B884-C55F4FF758D0}">
      <dsp:nvSpPr>
        <dsp:cNvPr id="0" name=""/>
        <dsp:cNvSpPr/>
      </dsp:nvSpPr>
      <dsp:spPr>
        <a:xfrm>
          <a:off x="377092" y="2664296"/>
          <a:ext cx="7541845" cy="67654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）当所绘制的工作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有多个紧前工作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时，按以下四种情况分别考虑：</a:t>
          </a:r>
        </a:p>
      </dsp:txBody>
      <dsp:txXfrm>
        <a:off x="410118" y="2697322"/>
        <a:ext cx="7475793" cy="61049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413CB-A3F8-4CC7-8AA1-84F2365D9CB0}">
      <dsp:nvSpPr>
        <dsp:cNvPr id="0" name=""/>
        <dsp:cNvSpPr/>
      </dsp:nvSpPr>
      <dsp:spPr>
        <a:xfrm>
          <a:off x="0" y="788998"/>
          <a:ext cx="7920880" cy="3024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02B57-4C0A-49DD-B555-80D6AE5C7E61}">
      <dsp:nvSpPr>
        <dsp:cNvPr id="0" name=""/>
        <dsp:cNvSpPr/>
      </dsp:nvSpPr>
      <dsp:spPr>
        <a:xfrm>
          <a:off x="377092" y="95945"/>
          <a:ext cx="7541845" cy="8701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）如果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在其紧前工作中存在一项只作为本工作紧前工作的工作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，则将本工作直接画在该紧前工作结束节点之后；</a:t>
          </a:r>
        </a:p>
      </dsp:txBody>
      <dsp:txXfrm>
        <a:off x="419570" y="138423"/>
        <a:ext cx="7456889" cy="785216"/>
      </dsp:txXfrm>
    </dsp:sp>
    <dsp:sp modelId="{BDE30B22-5D29-49B0-9920-7507209CE268}">
      <dsp:nvSpPr>
        <dsp:cNvPr id="0" name=""/>
        <dsp:cNvSpPr/>
      </dsp:nvSpPr>
      <dsp:spPr>
        <a:xfrm>
          <a:off x="0" y="1998981"/>
          <a:ext cx="7920880" cy="3024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8CDE-217E-4ABD-9C40-C12A60C1B957}">
      <dsp:nvSpPr>
        <dsp:cNvPr id="0" name=""/>
        <dsp:cNvSpPr/>
      </dsp:nvSpPr>
      <dsp:spPr>
        <a:xfrm>
          <a:off x="377092" y="1156198"/>
          <a:ext cx="7541845" cy="101990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）如果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在其紧前工作中存在 多项只作为本工作紧前工作的工作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，先将这些紧前工作的结束节点合并，再从合并后的节点开始，画出本工作；</a:t>
          </a:r>
        </a:p>
      </dsp:txBody>
      <dsp:txXfrm>
        <a:off x="426880" y="1205986"/>
        <a:ext cx="7442269" cy="920327"/>
      </dsp:txXfrm>
    </dsp:sp>
    <dsp:sp modelId="{E8ED073A-ED74-4E36-AA21-DB33EF3A60E9}">
      <dsp:nvSpPr>
        <dsp:cNvPr id="0" name=""/>
        <dsp:cNvSpPr/>
      </dsp:nvSpPr>
      <dsp:spPr>
        <a:xfrm>
          <a:off x="0" y="3068242"/>
          <a:ext cx="7920880" cy="3024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2532F-686F-4D47-B47C-008111ACE512}">
      <dsp:nvSpPr>
        <dsp:cNvPr id="0" name=""/>
        <dsp:cNvSpPr/>
      </dsp:nvSpPr>
      <dsp:spPr>
        <a:xfrm>
          <a:off x="377092" y="2366181"/>
          <a:ext cx="7541845" cy="87918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）如果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其所有紧前工作都同时作为其他工作的紧前工作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，先将它们的完成节点合并后，再从合并后的节点开始，画出本工作；</a:t>
          </a:r>
        </a:p>
      </dsp:txBody>
      <dsp:txXfrm>
        <a:off x="420010" y="2409099"/>
        <a:ext cx="7456009" cy="793345"/>
      </dsp:txXfrm>
    </dsp:sp>
    <dsp:sp modelId="{9D5C1C4C-20EE-4982-80D5-57BBB40F86D8}">
      <dsp:nvSpPr>
        <dsp:cNvPr id="0" name=""/>
        <dsp:cNvSpPr/>
      </dsp:nvSpPr>
      <dsp:spPr>
        <a:xfrm>
          <a:off x="0" y="4241718"/>
          <a:ext cx="7920880" cy="3024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0FDCF5-66CE-4F39-B884-C55F4FF758D0}">
      <dsp:nvSpPr>
        <dsp:cNvPr id="0" name=""/>
        <dsp:cNvSpPr/>
      </dsp:nvSpPr>
      <dsp:spPr>
        <a:xfrm>
          <a:off x="377092" y="3435442"/>
          <a:ext cx="7541845" cy="9833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）如果不存在情况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）、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）、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），则将本工作箭线单独画在其紧前工作箭线之后的中部，然后用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虚工作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将紧前工作与本工作相连。</a:t>
          </a:r>
        </a:p>
      </dsp:txBody>
      <dsp:txXfrm>
        <a:off x="425097" y="3483447"/>
        <a:ext cx="7445835" cy="8873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17AAB-FCBD-40B2-B028-268332E9303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3F446-A760-4077-983F-8A30C4399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6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12301" r="1751" b="160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5133793" y="1806593"/>
            <a:ext cx="2945922" cy="3037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  <a:lvl2pPr marL="257175" indent="0" algn="ctr">
              <a:buNone/>
              <a:defRPr sz="1100"/>
            </a:lvl2pPr>
            <a:lvl3pPr marL="514350" indent="0" algn="ctr">
              <a:buNone/>
              <a:defRPr sz="1000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4822164" y="983400"/>
            <a:ext cx="3727691" cy="805914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2400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</p:spTree>
    <p:extLst>
      <p:ext uri="{BB962C8B-B14F-4D97-AF65-F5344CB8AC3E}">
        <p14:creationId xmlns:p14="http://schemas.microsoft.com/office/powerpoint/2010/main" val="489679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0" orient="horz" pos="2160" userDrawn="1">
          <p15:clr>
            <a:srgbClr val="FBAE40"/>
          </p15:clr>
        </p15:guide>
        <p15:guide id="2" pos="66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1400" b="1"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0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574008" y="1581152"/>
            <a:ext cx="5995988" cy="926306"/>
          </a:xfrm>
        </p:spPr>
        <p:txBody>
          <a:bodyPr anchor="b">
            <a:normAutofit/>
          </a:bodyPr>
          <a:lstStyle>
            <a:lvl1pPr algn="ctr">
              <a:defRPr sz="2000">
                <a:solidFill>
                  <a:schemeClr val="tx1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3038171" y="2550318"/>
            <a:ext cx="3067663" cy="268109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tx1"/>
                </a:solidFill>
              </a:defRPr>
            </a:lvl1pPr>
            <a:lvl2pPr marL="2571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34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933453"/>
            <a:ext cx="3810000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501" y="933453"/>
            <a:ext cx="3820587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90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88899"/>
            <a:ext cx="6984076" cy="5377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8" y="1032272"/>
            <a:ext cx="3868340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8" y="16502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5" y="1032272"/>
            <a:ext cx="3887391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5" y="16502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08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6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79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4" y="400052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797724"/>
            <a:ext cx="4629150" cy="3655219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4" y="1600202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48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740572"/>
            <a:ext cx="4629150" cy="3655219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600"/>
            </a:lvl2pPr>
            <a:lvl3pPr marL="514350" indent="0">
              <a:buNone/>
              <a:defRPr sz="1400"/>
            </a:lvl3pPr>
            <a:lvl4pPr marL="771525" indent="0">
              <a:buNone/>
              <a:defRPr sz="1100"/>
            </a:lvl4pPr>
            <a:lvl5pPr marL="1028700" indent="0">
              <a:buNone/>
              <a:defRPr sz="1100"/>
            </a:lvl5pPr>
            <a:lvl6pPr marL="1285875" indent="0">
              <a:buNone/>
              <a:defRPr sz="1100"/>
            </a:lvl6pPr>
            <a:lvl7pPr marL="1543050" indent="0">
              <a:buNone/>
              <a:defRPr sz="1100"/>
            </a:lvl7pPr>
            <a:lvl8pPr marL="1800225" indent="0">
              <a:buNone/>
              <a:defRPr sz="1100"/>
            </a:lvl8pPr>
            <a:lvl9pPr marL="2057400" indent="0">
              <a:buNone/>
              <a:defRPr sz="1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00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06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9" y="273844"/>
            <a:ext cx="886883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585383" y="273844"/>
            <a:ext cx="5949952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9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 t="26028" r="6166" b="4484"/>
          <a:stretch/>
        </p:blipFill>
        <p:spPr>
          <a:xfrm>
            <a:off x="-2" y="1753372"/>
            <a:ext cx="5924552" cy="3390128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483870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854015" y="850107"/>
            <a:ext cx="7866654" cy="382510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04826" y="160440"/>
            <a:ext cx="8215844" cy="59700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6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txStyles>
    <p:titleStyle>
      <a:lvl1pPr algn="ctr" defTabSz="514350" rtl="0" eaLnBrk="1" latinLnBrk="0" hangingPunct="1">
        <a:lnSpc>
          <a:spcPct val="90000"/>
        </a:lnSpc>
        <a:spcBef>
          <a:spcPct val="0"/>
        </a:spcBef>
        <a:buNone/>
        <a:defRPr sz="2400" b="0" i="0" kern="1200" baseline="0">
          <a:solidFill>
            <a:schemeClr val="tx1">
              <a:lumMod val="50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271463" indent="-271463" algn="just" defTabSz="51435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2"/>
        </a:buClr>
        <a:buSzPct val="50000"/>
        <a:buFont typeface="Wingdings 2" panose="05020102010507070707" pitchFamily="18" charset="2"/>
        <a:buChar char=""/>
        <a:defRPr lang="zh-CN" altLang="en-US" sz="1800" b="1" kern="1200" baseline="0" dirty="0" smtClean="0">
          <a:solidFill>
            <a:schemeClr val="accent1"/>
          </a:solidFill>
          <a:latin typeface="+mn-ea"/>
          <a:ea typeface="+mn-ea"/>
          <a:cs typeface="+mn-cs"/>
        </a:defRPr>
      </a:lvl1pPr>
      <a:lvl2pPr marL="271463" indent="-271463" algn="just" defTabSz="51435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400" b="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microsoft.com/office/2007/relationships/hdphoto" Target="../media/hdphoto7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microsoft.com/office/2007/relationships/hdphoto" Target="../media/hdphoto6.wdp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7" Type="http://schemas.microsoft.com/office/2007/relationships/hdphoto" Target="../media/hdphoto14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microsoft.com/office/2007/relationships/hdphoto" Target="../media/hdphoto13.wdp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504" y="368964"/>
            <a:ext cx="8928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13.1 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网络计划原理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892184"/>
            <a:ext cx="8928992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（一）概述</a:t>
            </a:r>
          </a:p>
        </p:txBody>
      </p:sp>
      <p:sp>
        <p:nvSpPr>
          <p:cNvPr id="2" name="右箭头 1"/>
          <p:cNvSpPr/>
          <p:nvPr/>
        </p:nvSpPr>
        <p:spPr>
          <a:xfrm>
            <a:off x="467544" y="2247714"/>
            <a:ext cx="7344816" cy="288032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99592" y="2463738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世纪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50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年代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755576" y="1527634"/>
            <a:ext cx="2016224" cy="64807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899592" y="1651615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美国杜邦公司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1980" y="2463738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世纪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60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年代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3131840" y="1239602"/>
            <a:ext cx="4248472" cy="93610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3271664" y="1353711"/>
            <a:ext cx="3960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由我国著名数学家华罗庚引入并创新了统筹法</a:t>
            </a:r>
          </a:p>
        </p:txBody>
      </p:sp>
      <p:sp>
        <p:nvSpPr>
          <p:cNvPr id="5" name="椭圆 4"/>
          <p:cNvSpPr/>
          <p:nvPr/>
        </p:nvSpPr>
        <p:spPr>
          <a:xfrm>
            <a:off x="7839041" y="1547067"/>
            <a:ext cx="936104" cy="168932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974694" y="1707654"/>
            <a:ext cx="664797" cy="136815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统筹法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592" y="3711828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网络计划</a:t>
            </a:r>
          </a:p>
        </p:txBody>
      </p:sp>
      <p:sp>
        <p:nvSpPr>
          <p:cNvPr id="7" name="左大括号 6"/>
          <p:cNvSpPr/>
          <p:nvPr/>
        </p:nvSpPr>
        <p:spPr>
          <a:xfrm>
            <a:off x="2267744" y="3147814"/>
            <a:ext cx="288032" cy="152813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2555776" y="3144952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广义的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55776" y="4275841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狭义的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3888" y="2929508"/>
            <a:ext cx="4536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其应用不仅仅局限于工程项目，规模庞大、管理复杂的项目均可采用，美国北极星导弹潜艇的研制、阿波罗登月计划；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4565" y="3937287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以工程项目为对象编制的，全称为工程网络计划，特别是对于庞大的工程项目，如果网络计划运用得当，不仅能够方便控制工期，还能挖潜增效、节约资源、降低成本；</a:t>
            </a:r>
          </a:p>
        </p:txBody>
      </p:sp>
    </p:spTree>
    <p:extLst>
      <p:ext uri="{BB962C8B-B14F-4D97-AF65-F5344CB8AC3E}">
        <p14:creationId xmlns:p14="http://schemas.microsoft.com/office/powerpoint/2010/main" val="211314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" grpId="0" animBg="1"/>
      <p:bldP spid="23" grpId="0"/>
      <p:bldP spid="4" grpId="0" animBg="1"/>
      <p:bldP spid="24" grpId="0"/>
      <p:bldP spid="25" grpId="0"/>
      <p:bldP spid="26" grpId="0" animBg="1"/>
      <p:bldP spid="27" grpId="0"/>
      <p:bldP spid="5" grpId="0" animBg="1"/>
      <p:bldP spid="6" grpId="0"/>
      <p:bldP spid="28" grpId="0"/>
      <p:bldP spid="7" grpId="0" animBg="1"/>
      <p:bldP spid="29" grpId="0"/>
      <p:bldP spid="30" grpId="0"/>
      <p:bldP spid="31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368964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（二）网络图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04" y="1015295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由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箭线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和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节点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组成的，用来表示工作流程的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有向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有序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的网状图形。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10880"/>
            <a:ext cx="6264696" cy="182895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680" y="3291830"/>
            <a:ext cx="5266824" cy="1803662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3"/>
          <a:stretch/>
        </p:blipFill>
        <p:spPr bwMode="auto">
          <a:xfrm>
            <a:off x="6300192" y="1726904"/>
            <a:ext cx="2736304" cy="13489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462077"/>
            <a:ext cx="1394581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6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其中有向有序是指遵循网络图的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绘制规则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922962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、网络图必须按照已定的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逻辑关系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绘制；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421625"/>
            <a:ext cx="8064894" cy="372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9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68964"/>
            <a:ext cx="8136902" cy="450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9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68964"/>
            <a:ext cx="8136902" cy="450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5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9952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、网络图中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严禁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出现循环回路；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005" y="923950"/>
            <a:ext cx="2651990" cy="14784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504" y="2402358"/>
            <a:ext cx="89289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、网络图中的箭线应保持自左向右的方向，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不应出现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箭头指向左方的水平箭线和箭头偏向左方的斜向箭线；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418021"/>
            <a:ext cx="5904656" cy="152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5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9952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、网络图中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严禁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出现双向箭头和无箭头的连线；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868615"/>
            <a:ext cx="5760640" cy="6950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504" y="1563639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、网络图中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严禁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出现没有箭尾节点的箭线和没有箭头节点的箭线；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838" y="2062302"/>
            <a:ext cx="5578323" cy="10059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503" y="3068229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、网络图中应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只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有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一个起点节点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和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一个终点节点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381" y="3552657"/>
            <a:ext cx="5608806" cy="15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5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3" y="368964"/>
            <a:ext cx="89289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7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严禁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在箭线上引入或引出箭线。当网络图的起点节点有多条箭线引出（外向箭线）或终点节点有多条箭线引入（内向箭线）时，可用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母线法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绘图；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326214"/>
            <a:ext cx="7200800" cy="344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5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3" y="368964"/>
            <a:ext cx="89289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8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、应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尽量避免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网络图中工作箭线的交叉。当交叉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不可避免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时，可使用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过桥法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或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指向法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384627"/>
            <a:ext cx="7200800" cy="320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5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3" y="368964"/>
            <a:ext cx="89289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9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、网络图中的节点分起点节点、终点节点、中间节点；每一个箭线的箭尾节点编号必须小于箭头节点编号，且所有节点编号都是唯一的；</a:t>
            </a:r>
          </a:p>
        </p:txBody>
      </p:sp>
      <p:pic>
        <p:nvPicPr>
          <p:cNvPr id="5" name="图片 37" descr="5767ae29381951a8-0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7" y="1563638"/>
            <a:ext cx="7108101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675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（三）网络计划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1015295"/>
            <a:ext cx="8928992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、分类：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950562"/>
              </p:ext>
            </p:extLst>
          </p:nvPr>
        </p:nvGraphicFramePr>
        <p:xfrm>
          <a:off x="1043605" y="1635644"/>
          <a:ext cx="7848874" cy="318893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00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0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依据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类别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按工作在网络图中的表示方法不同</a:t>
                      </a:r>
                      <a:endParaRPr lang="zh-CN" sz="18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双代号</a:t>
                      </a:r>
                      <a:r>
                        <a:rPr lang="zh-CN" alt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网络计划、单代号网络计划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r>
                        <a:rPr lang="zh-CN" alt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按工作持续时间的肯定与否</a:t>
                      </a:r>
                      <a:endParaRPr lang="zh-CN" sz="18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肯定型网络计划、非肯定型网络计划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按计划目标分</a:t>
                      </a:r>
                      <a:endParaRPr lang="zh-CN" sz="18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单目标</a:t>
                      </a:r>
                      <a:r>
                        <a:rPr lang="zh-CN" alt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网络计划、多目标网络计划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按编制对象和使用范围的不同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分部工程、</a:t>
                      </a:r>
                      <a:r>
                        <a:rPr lang="zh-CN" altLang="en-US" sz="1800" b="1" kern="1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单位工程</a:t>
                      </a:r>
                      <a:r>
                        <a:rPr lang="zh-CN" alt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、群体工程网络计划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r>
                        <a:rPr lang="zh-CN" alt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按网络计划的性质和作用不同</a:t>
                      </a:r>
                      <a:endParaRPr lang="zh-CN" sz="18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实施性网络计划、控制性网络计划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75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、我国常用的工程网络计划类型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867627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横道图进度计划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——</a:t>
            </a:r>
            <a:endPara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7" y="1419622"/>
            <a:ext cx="7848873" cy="352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5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463956215"/>
              </p:ext>
            </p:extLst>
          </p:nvPr>
        </p:nvGraphicFramePr>
        <p:xfrm>
          <a:off x="35496" y="19918"/>
          <a:ext cx="449999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1298815735"/>
              </p:ext>
            </p:extLst>
          </p:nvPr>
        </p:nvGraphicFramePr>
        <p:xfrm>
          <a:off x="4572000" y="1203598"/>
          <a:ext cx="4572000" cy="3904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05675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网络图进度计划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——</a:t>
            </a:r>
            <a:endPara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922962"/>
            <a:ext cx="5760640" cy="17928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79712" y="3324059"/>
            <a:ext cx="17678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我国常用的</a:t>
            </a:r>
            <a:endPara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algn="ctr"/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工程网络计划类型</a:t>
            </a:r>
          </a:p>
        </p:txBody>
      </p:sp>
      <p:sp>
        <p:nvSpPr>
          <p:cNvPr id="6" name="左大括号 5"/>
          <p:cNvSpPr/>
          <p:nvPr/>
        </p:nvSpPr>
        <p:spPr>
          <a:xfrm>
            <a:off x="3747550" y="2787774"/>
            <a:ext cx="288032" cy="2088232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035582" y="2787774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双代号网络计划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5582" y="3324059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双代号时标网络计划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5582" y="4475896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单代号搭接网络计划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1586" y="3939612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单代号网络计划</a:t>
            </a:r>
          </a:p>
        </p:txBody>
      </p:sp>
    </p:spTree>
    <p:extLst>
      <p:ext uri="{BB962C8B-B14F-4D97-AF65-F5344CB8AC3E}">
        <p14:creationId xmlns:p14="http://schemas.microsoft.com/office/powerpoint/2010/main" val="205675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185223033"/>
              </p:ext>
            </p:extLst>
          </p:nvPr>
        </p:nvGraphicFramePr>
        <p:xfrm>
          <a:off x="35496" y="-828"/>
          <a:ext cx="4392488" cy="3652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3373328756"/>
              </p:ext>
            </p:extLst>
          </p:nvPr>
        </p:nvGraphicFramePr>
        <p:xfrm>
          <a:off x="4644008" y="1079500"/>
          <a:ext cx="442798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64493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（四）工作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76" y="2191675"/>
            <a:ext cx="775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工作</a:t>
            </a:r>
          </a:p>
        </p:txBody>
      </p:sp>
      <p:sp>
        <p:nvSpPr>
          <p:cNvPr id="6" name="左大括号 5"/>
          <p:cNvSpPr/>
          <p:nvPr/>
        </p:nvSpPr>
        <p:spPr>
          <a:xfrm>
            <a:off x="1695217" y="1347614"/>
            <a:ext cx="288032" cy="2088232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3249" y="1347614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实工作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3249" y="2904069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虚工作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7824" y="1347614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：它是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占用时间和（或）消耗资源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的工作，在网络计划中工作是一个时空概念；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4485" y="2881848"/>
            <a:ext cx="56166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：它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既不占用时间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也不消耗资源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，只表达工作之间的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逻辑关系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，可以用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虚箭线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表示，也可以用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零箭线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表示；</a:t>
            </a:r>
          </a:p>
        </p:txBody>
      </p:sp>
    </p:spTree>
    <p:extLst>
      <p:ext uri="{BB962C8B-B14F-4D97-AF65-F5344CB8AC3E}">
        <p14:creationId xmlns:p14="http://schemas.microsoft.com/office/powerpoint/2010/main" val="164493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11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411510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虚工作的作用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——</a:t>
            </a:r>
            <a:endPara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504" y="907095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）联系作用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627534"/>
            <a:ext cx="2664296" cy="12666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504" y="1889586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）区分作用</a:t>
            </a:r>
          </a:p>
        </p:txBody>
      </p:sp>
      <p:pic>
        <p:nvPicPr>
          <p:cNvPr id="8" name="图片 7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1889586"/>
            <a:ext cx="2664296" cy="10081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504" y="2897698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）断路作用</a:t>
            </a:r>
          </a:p>
        </p:txBody>
      </p:sp>
      <p:pic>
        <p:nvPicPr>
          <p:cNvPr id="10" name="图片 9"/>
          <p:cNvPicPr/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897698"/>
            <a:ext cx="5328592" cy="166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3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（五）工作关系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3728" y="1015295"/>
            <a:ext cx="1440160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工作关系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3728" y="2038077"/>
            <a:ext cx="1440160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后续关系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2038077"/>
            <a:ext cx="1440160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先行关系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9952" y="2038077"/>
            <a:ext cx="1440160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平行关系</a:t>
            </a:r>
          </a:p>
        </p:txBody>
      </p:sp>
      <p:cxnSp>
        <p:nvCxnSpPr>
          <p:cNvPr id="9" name="肘形连接符 8"/>
          <p:cNvCxnSpPr>
            <a:stCxn id="5" idx="2"/>
            <a:endCxn id="7" idx="0"/>
          </p:cNvCxnSpPr>
          <p:nvPr/>
        </p:nvCxnSpPr>
        <p:spPr>
          <a:xfrm rot="5400000">
            <a:off x="1555138" y="749406"/>
            <a:ext cx="561117" cy="2016224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肘形连接符 10"/>
          <p:cNvCxnSpPr>
            <a:stCxn id="5" idx="2"/>
            <a:endCxn id="6" idx="0"/>
          </p:cNvCxnSpPr>
          <p:nvPr/>
        </p:nvCxnSpPr>
        <p:spPr>
          <a:xfrm rot="5400000">
            <a:off x="2563250" y="1757518"/>
            <a:ext cx="561117" cy="12700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stCxn id="5" idx="2"/>
            <a:endCxn id="8" idx="0"/>
          </p:cNvCxnSpPr>
          <p:nvPr/>
        </p:nvCxnSpPr>
        <p:spPr>
          <a:xfrm rot="16200000" flipH="1">
            <a:off x="3571362" y="749406"/>
            <a:ext cx="561117" cy="2016224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504" y="2859782"/>
            <a:ext cx="1440160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紧前工作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3728" y="2859781"/>
            <a:ext cx="1440160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紧后工作</a:t>
            </a:r>
          </a:p>
        </p:txBody>
      </p:sp>
      <p:cxnSp>
        <p:nvCxnSpPr>
          <p:cNvPr id="17" name="直接箭头连接符 16"/>
          <p:cNvCxnSpPr>
            <a:stCxn id="7" idx="2"/>
            <a:endCxn id="14" idx="0"/>
          </p:cNvCxnSpPr>
          <p:nvPr/>
        </p:nvCxnSpPr>
        <p:spPr>
          <a:xfrm>
            <a:off x="827584" y="2499742"/>
            <a:ext cx="0" cy="36004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6" idx="2"/>
            <a:endCxn id="15" idx="0"/>
          </p:cNvCxnSpPr>
          <p:nvPr/>
        </p:nvCxnSpPr>
        <p:spPr>
          <a:xfrm>
            <a:off x="2843808" y="2499742"/>
            <a:ext cx="0" cy="360039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2715766"/>
            <a:ext cx="5472608" cy="222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3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（六）逻辑关系</a:t>
            </a: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879904655"/>
              </p:ext>
            </p:extLst>
          </p:nvPr>
        </p:nvGraphicFramePr>
        <p:xfrm>
          <a:off x="1043608" y="1015295"/>
          <a:ext cx="7920880" cy="3975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493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5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（七）线路</a:t>
            </a:r>
          </a:p>
        </p:txBody>
      </p:sp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472993807"/>
              </p:ext>
            </p:extLst>
          </p:nvPr>
        </p:nvGraphicFramePr>
        <p:xfrm>
          <a:off x="1043608" y="987574"/>
          <a:ext cx="792088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765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6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411510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线路找法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——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逢叉必上查，眼手要并用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”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907096"/>
            <a:ext cx="7344816" cy="375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5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（八）双代号网路图的绘制方法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945212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当已知每一项工作的紧前工作时，可按下述步骤绘制双代号网络图：</a:t>
            </a:r>
          </a:p>
        </p:txBody>
      </p:sp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555114950"/>
              </p:ext>
            </p:extLst>
          </p:nvPr>
        </p:nvGraphicFramePr>
        <p:xfrm>
          <a:off x="1043608" y="1563638"/>
          <a:ext cx="7920880" cy="3487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765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Graphic spid="6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997021091"/>
              </p:ext>
            </p:extLst>
          </p:nvPr>
        </p:nvGraphicFramePr>
        <p:xfrm>
          <a:off x="1043608" y="411510"/>
          <a:ext cx="7920880" cy="4640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765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LIBID_PRE" val="13076"/>
  <p:tag name="MH_CONTENTSID" val="264"/>
  <p:tag name="MH_SECTIONID" val="265,"/>
</p:tagLst>
</file>

<file path=ppt/theme/theme1.xml><?xml version="1.0" encoding="utf-8"?>
<a:theme xmlns:a="http://schemas.openxmlformats.org/drawingml/2006/main" name="A000120140530A99PPBG">
  <a:themeElements>
    <a:clrScheme name="KSO_BLUE9">
      <a:dk1>
        <a:srgbClr val="47494B"/>
      </a:dk1>
      <a:lt1>
        <a:srgbClr val="FFFFFF"/>
      </a:lt1>
      <a:dk2>
        <a:srgbClr val="454749"/>
      </a:dk2>
      <a:lt2>
        <a:srgbClr val="EAF5FC"/>
      </a:lt2>
      <a:accent1>
        <a:srgbClr val="046FB6"/>
      </a:accent1>
      <a:accent2>
        <a:srgbClr val="22B1DE"/>
      </a:accent2>
      <a:accent3>
        <a:srgbClr val="7B93D7"/>
      </a:accent3>
      <a:accent4>
        <a:srgbClr val="5D76BA"/>
      </a:accent4>
      <a:accent5>
        <a:srgbClr val="3DBFD1"/>
      </a:accent5>
      <a:accent6>
        <a:srgbClr val="FFC000"/>
      </a:accent6>
      <a:hlink>
        <a:srgbClr val="00B0F0"/>
      </a:hlink>
      <a:folHlink>
        <a:srgbClr val="AFB2B4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636869495982041620</Template>
  <TotalTime>2982</TotalTime>
  <Words>1357</Words>
  <Application>Microsoft Office PowerPoint</Application>
  <PresentationFormat>全屏显示(16:9)</PresentationFormat>
  <Paragraphs>122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黑体</vt:lpstr>
      <vt:lpstr>华文行楷</vt:lpstr>
      <vt:lpstr>微软雅黑</vt:lpstr>
      <vt:lpstr>幼圆</vt:lpstr>
      <vt:lpstr>Arial</vt:lpstr>
      <vt:lpstr>Calibri</vt:lpstr>
      <vt:lpstr>Franklin Gothic Book</vt:lpstr>
      <vt:lpstr>Times New Roman</vt:lpstr>
      <vt:lpstr>Wingdings 2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480</cp:revision>
  <dcterms:created xsi:type="dcterms:W3CDTF">2019-02-28T02:56:41Z</dcterms:created>
  <dcterms:modified xsi:type="dcterms:W3CDTF">2024-12-02T08:17:44Z</dcterms:modified>
</cp:coreProperties>
</file>