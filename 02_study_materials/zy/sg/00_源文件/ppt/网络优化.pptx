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93" r:id="rId1"/>
  </p:sldMasterIdLst>
  <p:notesMasterIdLst>
    <p:notesMasterId r:id="rId9"/>
  </p:notesMasterIdLst>
  <p:sldIdLst>
    <p:sldId id="416" r:id="rId2"/>
    <p:sldId id="417" r:id="rId3"/>
    <p:sldId id="418" r:id="rId4"/>
    <p:sldId id="419" r:id="rId5"/>
    <p:sldId id="420" r:id="rId6"/>
    <p:sldId id="421" r:id="rId7"/>
    <p:sldId id="422" r:id="rId8"/>
  </p:sldIdLst>
  <p:sldSz cx="9144000" cy="5143500" type="screen16x9"/>
  <p:notesSz cx="6858000" cy="9144000"/>
  <p:custDataLst>
    <p:tags r:id="rId10"/>
  </p:custDataLst>
  <p:defaultTextStyle>
    <a:defPPr>
      <a:defRPr lang="zh-CN"/>
    </a:defPPr>
    <a:lvl1pPr marL="0" algn="l" defTabSz="914130" rtl="0" eaLnBrk="1" latinLnBrk="0" hangingPunct="1">
      <a:defRPr sz="1800" kern="1200">
        <a:solidFill>
          <a:schemeClr val="tx1"/>
        </a:solidFill>
        <a:latin typeface="+mn-lt"/>
        <a:ea typeface="+mn-ea"/>
        <a:cs typeface="+mn-cs"/>
      </a:defRPr>
    </a:lvl1pPr>
    <a:lvl2pPr marL="457058" algn="l" defTabSz="914130" rtl="0" eaLnBrk="1" latinLnBrk="0" hangingPunct="1">
      <a:defRPr sz="1800" kern="1200">
        <a:solidFill>
          <a:schemeClr val="tx1"/>
        </a:solidFill>
        <a:latin typeface="+mn-lt"/>
        <a:ea typeface="+mn-ea"/>
        <a:cs typeface="+mn-cs"/>
      </a:defRPr>
    </a:lvl2pPr>
    <a:lvl3pPr marL="914130" algn="l" defTabSz="914130" rtl="0" eaLnBrk="1" latinLnBrk="0" hangingPunct="1">
      <a:defRPr sz="1800" kern="1200">
        <a:solidFill>
          <a:schemeClr val="tx1"/>
        </a:solidFill>
        <a:latin typeface="+mn-lt"/>
        <a:ea typeface="+mn-ea"/>
        <a:cs typeface="+mn-cs"/>
      </a:defRPr>
    </a:lvl3pPr>
    <a:lvl4pPr marL="1371192" algn="l" defTabSz="914130" rtl="0" eaLnBrk="1" latinLnBrk="0" hangingPunct="1">
      <a:defRPr sz="1800" kern="1200">
        <a:solidFill>
          <a:schemeClr val="tx1"/>
        </a:solidFill>
        <a:latin typeface="+mn-lt"/>
        <a:ea typeface="+mn-ea"/>
        <a:cs typeface="+mn-cs"/>
      </a:defRPr>
    </a:lvl4pPr>
    <a:lvl5pPr marL="1828259" algn="l" defTabSz="914130" rtl="0" eaLnBrk="1" latinLnBrk="0" hangingPunct="1">
      <a:defRPr sz="1800" kern="1200">
        <a:solidFill>
          <a:schemeClr val="tx1"/>
        </a:solidFill>
        <a:latin typeface="+mn-lt"/>
        <a:ea typeface="+mn-ea"/>
        <a:cs typeface="+mn-cs"/>
      </a:defRPr>
    </a:lvl5pPr>
    <a:lvl6pPr marL="2285316" algn="l" defTabSz="914130" rtl="0" eaLnBrk="1" latinLnBrk="0" hangingPunct="1">
      <a:defRPr sz="1800" kern="1200">
        <a:solidFill>
          <a:schemeClr val="tx1"/>
        </a:solidFill>
        <a:latin typeface="+mn-lt"/>
        <a:ea typeface="+mn-ea"/>
        <a:cs typeface="+mn-cs"/>
      </a:defRPr>
    </a:lvl6pPr>
    <a:lvl7pPr marL="2742374" algn="l" defTabSz="914130" rtl="0" eaLnBrk="1" latinLnBrk="0" hangingPunct="1">
      <a:defRPr sz="1800" kern="1200">
        <a:solidFill>
          <a:schemeClr val="tx1"/>
        </a:solidFill>
        <a:latin typeface="+mn-lt"/>
        <a:ea typeface="+mn-ea"/>
        <a:cs typeface="+mn-cs"/>
      </a:defRPr>
    </a:lvl7pPr>
    <a:lvl8pPr marL="3199440" algn="l" defTabSz="914130" rtl="0" eaLnBrk="1" latinLnBrk="0" hangingPunct="1">
      <a:defRPr sz="1800" kern="1200">
        <a:solidFill>
          <a:schemeClr val="tx1"/>
        </a:solidFill>
        <a:latin typeface="+mn-lt"/>
        <a:ea typeface="+mn-ea"/>
        <a:cs typeface="+mn-cs"/>
      </a:defRPr>
    </a:lvl8pPr>
    <a:lvl9pPr marL="3656503" algn="l" defTabSz="91413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中度样式 4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中度样式 4 - 强调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0505E3EF-67EA-436B-97B2-0124C06EBD24}" styleName="中度样式 4 - 强调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中度样式 4 - 强调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中度样式 4 - 强调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778" autoAdjust="0"/>
    <p:restoredTop sz="94660"/>
  </p:normalViewPr>
  <p:slideViewPr>
    <p:cSldViewPr>
      <p:cViewPr varScale="1">
        <p:scale>
          <a:sx n="119" d="100"/>
          <a:sy n="119" d="100"/>
        </p:scale>
        <p:origin x="558" y="102"/>
      </p:cViewPr>
      <p:guideLst>
        <p:guide orient="horz" pos="1620"/>
        <p:guide pos="2880"/>
      </p:guideLst>
    </p:cSldViewPr>
  </p:slideViewPr>
  <p:notesTextViewPr>
    <p:cViewPr>
      <p:scale>
        <a:sx n="1" d="1"/>
        <a:sy n="1" d="1"/>
      </p:scale>
      <p:origin x="0" y="0"/>
    </p:cViewPr>
  </p:notesTextViewPr>
  <p:sorterViewPr>
    <p:cViewPr>
      <p:scale>
        <a:sx n="100" d="100"/>
        <a:sy n="100" d="100"/>
      </p:scale>
      <p:origin x="0" y="180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tags" Target="tags/tag1.xml"/><Relationship Id="rId4" Type="http://schemas.openxmlformats.org/officeDocument/2006/relationships/slide" Target="slides/slide3.xml"/><Relationship Id="rId9" Type="http://schemas.openxmlformats.org/officeDocument/2006/relationships/notesMaster" Target="notesMasters/notesMaster1.xml"/><Relationship Id="rId14"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0A77F8-624E-4543-8713-FB5C6C9D5732}" type="doc">
      <dgm:prSet loTypeId="urn:microsoft.com/office/officeart/2005/8/layout/list1" loCatId="list" qsTypeId="urn:microsoft.com/office/officeart/2005/8/quickstyle/simple1" qsCatId="simple" csTypeId="urn:microsoft.com/office/officeart/2005/8/colors/colorful5" csCatId="colorful" phldr="1"/>
      <dgm:spPr/>
      <dgm:t>
        <a:bodyPr/>
        <a:lstStyle/>
        <a:p>
          <a:endParaRPr lang="zh-CN" altLang="en-US"/>
        </a:p>
      </dgm:t>
    </dgm:pt>
    <dgm:pt modelId="{750186A1-BEDF-4C60-A06F-2466D5C8240D}">
      <dgm:prSet phldrT="[文本]" custT="1"/>
      <dgm:spPr/>
      <dgm:t>
        <a:bodyPr/>
        <a:lstStyle/>
        <a:p>
          <a:r>
            <a:rPr lang="zh-CN" altLang="en-US" sz="2000" b="1" dirty="0">
              <a:solidFill>
                <a:schemeClr val="tx1"/>
              </a:solidFill>
              <a:latin typeface="Times New Roman" pitchFamily="18" charset="0"/>
              <a:ea typeface="宋体" pitchFamily="2" charset="-122"/>
              <a:cs typeface="Times New Roman" pitchFamily="18" charset="0"/>
            </a:rPr>
            <a:t>综上结论：</a:t>
          </a:r>
        </a:p>
      </dgm:t>
    </dgm:pt>
    <dgm:pt modelId="{C3FD2DBB-D020-472D-A782-A98AEAA34B35}" type="parTrans" cxnId="{A714BCFE-7C27-4059-8B7F-FE2B19813E76}">
      <dgm:prSet/>
      <dgm:spPr/>
      <dgm:t>
        <a:bodyPr/>
        <a:lstStyle/>
        <a:p>
          <a:endParaRPr lang="zh-CN" altLang="en-US" sz="2000" b="1">
            <a:solidFill>
              <a:schemeClr val="tx1"/>
            </a:solidFill>
            <a:latin typeface="Times New Roman" pitchFamily="18" charset="0"/>
            <a:ea typeface="宋体" pitchFamily="2" charset="-122"/>
            <a:cs typeface="Times New Roman" pitchFamily="18" charset="0"/>
          </a:endParaRPr>
        </a:p>
      </dgm:t>
    </dgm:pt>
    <dgm:pt modelId="{ADFACF52-F749-4ED0-9FC8-E9570375305D}" type="sibTrans" cxnId="{A714BCFE-7C27-4059-8B7F-FE2B19813E76}">
      <dgm:prSet/>
      <dgm:spPr/>
      <dgm:t>
        <a:bodyPr/>
        <a:lstStyle/>
        <a:p>
          <a:endParaRPr lang="zh-CN" altLang="en-US" sz="2000" b="1">
            <a:solidFill>
              <a:schemeClr val="tx1"/>
            </a:solidFill>
            <a:latin typeface="Times New Roman" pitchFamily="18" charset="0"/>
            <a:ea typeface="宋体" pitchFamily="2" charset="-122"/>
            <a:cs typeface="Times New Roman" pitchFamily="18" charset="0"/>
          </a:endParaRPr>
        </a:p>
      </dgm:t>
    </dgm:pt>
    <dgm:pt modelId="{EE8BC577-AEBB-49DA-BDD4-9C21471B8557}">
      <dgm:prSet phldrT="[文本]" custT="1"/>
      <dgm:spPr/>
      <dgm:t>
        <a:bodyPr/>
        <a:lstStyle/>
        <a:p>
          <a:r>
            <a:rPr lang="en-US" altLang="zh-CN" sz="2000" b="1" dirty="0">
              <a:solidFill>
                <a:schemeClr val="tx1"/>
              </a:solidFill>
              <a:latin typeface="Times New Roman" pitchFamily="18" charset="0"/>
              <a:ea typeface="宋体" pitchFamily="2" charset="-122"/>
              <a:cs typeface="Times New Roman" pitchFamily="18" charset="0"/>
            </a:rPr>
            <a:t>1</a:t>
          </a:r>
          <a:r>
            <a:rPr lang="zh-CN" altLang="en-US" sz="2000" b="1" dirty="0">
              <a:solidFill>
                <a:schemeClr val="tx1"/>
              </a:solidFill>
              <a:latin typeface="Times New Roman" pitchFamily="18" charset="0"/>
              <a:ea typeface="宋体" pitchFamily="2" charset="-122"/>
              <a:cs typeface="Times New Roman" pitchFamily="18" charset="0"/>
            </a:rPr>
            <a:t>、工作的直接费用率越大，说明将该工作的持续时间缩短一个时间单位，所需增加的直接费就越多。</a:t>
          </a:r>
        </a:p>
      </dgm:t>
    </dgm:pt>
    <dgm:pt modelId="{92304237-AA20-4684-AE1E-A1013C5B8279}" type="parTrans" cxnId="{106AF440-4FA2-4759-A9C8-13C7087E406A}">
      <dgm:prSet/>
      <dgm:spPr/>
      <dgm:t>
        <a:bodyPr/>
        <a:lstStyle/>
        <a:p>
          <a:endParaRPr lang="zh-CN" altLang="en-US" sz="2000" b="1">
            <a:solidFill>
              <a:schemeClr val="tx1"/>
            </a:solidFill>
            <a:latin typeface="Times New Roman" pitchFamily="18" charset="0"/>
            <a:ea typeface="宋体" pitchFamily="2" charset="-122"/>
            <a:cs typeface="Times New Roman" pitchFamily="18" charset="0"/>
          </a:endParaRPr>
        </a:p>
      </dgm:t>
    </dgm:pt>
    <dgm:pt modelId="{DCCD3D9E-49F5-45C3-A00C-C4FA7217D00F}" type="sibTrans" cxnId="{106AF440-4FA2-4759-A9C8-13C7087E406A}">
      <dgm:prSet/>
      <dgm:spPr/>
      <dgm:t>
        <a:bodyPr/>
        <a:lstStyle/>
        <a:p>
          <a:endParaRPr lang="zh-CN" altLang="en-US" sz="2000" b="1">
            <a:solidFill>
              <a:schemeClr val="tx1"/>
            </a:solidFill>
            <a:latin typeface="Times New Roman" pitchFamily="18" charset="0"/>
            <a:ea typeface="宋体" pitchFamily="2" charset="-122"/>
            <a:cs typeface="Times New Roman" pitchFamily="18" charset="0"/>
          </a:endParaRPr>
        </a:p>
      </dgm:t>
    </dgm:pt>
    <dgm:pt modelId="{DCCE8ECC-45B9-4452-94BC-7DD31673CC65}">
      <dgm:prSet phldrT="[文本]" custT="1"/>
      <dgm:spPr/>
      <dgm:t>
        <a:bodyPr/>
        <a:lstStyle/>
        <a:p>
          <a:r>
            <a:rPr lang="en-US" altLang="zh-CN" sz="2000" b="1" dirty="0">
              <a:solidFill>
                <a:schemeClr val="tx1"/>
              </a:solidFill>
              <a:latin typeface="Times New Roman" pitchFamily="18" charset="0"/>
              <a:ea typeface="宋体" pitchFamily="2" charset="-122"/>
              <a:cs typeface="Times New Roman" pitchFamily="18" charset="0"/>
            </a:rPr>
            <a:t>2</a:t>
          </a:r>
          <a:r>
            <a:rPr lang="zh-CN" altLang="en-US" sz="2000" b="1" dirty="0">
              <a:solidFill>
                <a:schemeClr val="tx1"/>
              </a:solidFill>
              <a:latin typeface="Times New Roman" pitchFamily="18" charset="0"/>
              <a:ea typeface="宋体" pitchFamily="2" charset="-122"/>
              <a:cs typeface="Times New Roman" pitchFamily="18" charset="0"/>
            </a:rPr>
            <a:t>、在压缩关键工作的持续时间以达到缩短工期的目的时，应将直接费用率最小的关键工作作为压缩对象。</a:t>
          </a:r>
        </a:p>
      </dgm:t>
    </dgm:pt>
    <dgm:pt modelId="{4CA858B4-D8DB-42B0-9129-FF71085518C8}" type="parTrans" cxnId="{58EAA40D-FAFC-4F33-90F0-B661E63CE4B5}">
      <dgm:prSet/>
      <dgm:spPr/>
      <dgm:t>
        <a:bodyPr/>
        <a:lstStyle/>
        <a:p>
          <a:endParaRPr lang="zh-CN" altLang="en-US" sz="2000" b="1">
            <a:solidFill>
              <a:schemeClr val="tx1"/>
            </a:solidFill>
            <a:latin typeface="Times New Roman" pitchFamily="18" charset="0"/>
            <a:ea typeface="宋体" pitchFamily="2" charset="-122"/>
            <a:cs typeface="Times New Roman" pitchFamily="18" charset="0"/>
          </a:endParaRPr>
        </a:p>
      </dgm:t>
    </dgm:pt>
    <dgm:pt modelId="{A6BBE37A-FD1F-42CD-957B-FC92BADAB0B1}" type="sibTrans" cxnId="{58EAA40D-FAFC-4F33-90F0-B661E63CE4B5}">
      <dgm:prSet/>
      <dgm:spPr/>
      <dgm:t>
        <a:bodyPr/>
        <a:lstStyle/>
        <a:p>
          <a:endParaRPr lang="zh-CN" altLang="en-US" sz="2000" b="1">
            <a:solidFill>
              <a:schemeClr val="tx1"/>
            </a:solidFill>
            <a:latin typeface="Times New Roman" pitchFamily="18" charset="0"/>
            <a:ea typeface="宋体" pitchFamily="2" charset="-122"/>
            <a:cs typeface="Times New Roman" pitchFamily="18" charset="0"/>
          </a:endParaRPr>
        </a:p>
      </dgm:t>
    </dgm:pt>
    <dgm:pt modelId="{6ACC5085-209C-4547-A78B-4CF543009B1A}">
      <dgm:prSet phldrT="[文本]" custT="1"/>
      <dgm:spPr/>
      <dgm:t>
        <a:bodyPr/>
        <a:lstStyle/>
        <a:p>
          <a:r>
            <a:rPr lang="en-US" altLang="zh-CN" sz="2000" b="1" dirty="0">
              <a:solidFill>
                <a:schemeClr val="tx1"/>
              </a:solidFill>
              <a:latin typeface="Times New Roman" pitchFamily="18" charset="0"/>
              <a:ea typeface="宋体" pitchFamily="2" charset="-122"/>
              <a:cs typeface="Times New Roman" pitchFamily="18" charset="0"/>
            </a:rPr>
            <a:t>3</a:t>
          </a:r>
          <a:r>
            <a:rPr lang="zh-CN" altLang="en-US" sz="2000" b="1" dirty="0">
              <a:solidFill>
                <a:schemeClr val="tx1"/>
              </a:solidFill>
              <a:latin typeface="Times New Roman" pitchFamily="18" charset="0"/>
              <a:ea typeface="宋体" pitchFamily="2" charset="-122"/>
              <a:cs typeface="Times New Roman" pitchFamily="18" charset="0"/>
            </a:rPr>
            <a:t>、当有多条关键线路出现而需要同时压缩多个关键工作的持续时间时，应将他们的直接费用率之和（组合直接费用率）最小者作为压缩对象。</a:t>
          </a:r>
        </a:p>
      </dgm:t>
    </dgm:pt>
    <dgm:pt modelId="{6E7DF448-699B-4C30-91A2-B7CCD2059BC9}" type="parTrans" cxnId="{AEF52C92-4CE8-454D-82F9-C50D0CAB5FC9}">
      <dgm:prSet/>
      <dgm:spPr/>
      <dgm:t>
        <a:bodyPr/>
        <a:lstStyle/>
        <a:p>
          <a:endParaRPr lang="zh-CN" altLang="en-US" sz="2000" b="1">
            <a:solidFill>
              <a:schemeClr val="tx1"/>
            </a:solidFill>
            <a:latin typeface="Times New Roman" pitchFamily="18" charset="0"/>
            <a:ea typeface="宋体" pitchFamily="2" charset="-122"/>
            <a:cs typeface="Times New Roman" pitchFamily="18" charset="0"/>
          </a:endParaRPr>
        </a:p>
      </dgm:t>
    </dgm:pt>
    <dgm:pt modelId="{D8739795-7747-4231-97F7-F9061626C735}" type="sibTrans" cxnId="{AEF52C92-4CE8-454D-82F9-C50D0CAB5FC9}">
      <dgm:prSet/>
      <dgm:spPr/>
      <dgm:t>
        <a:bodyPr/>
        <a:lstStyle/>
        <a:p>
          <a:endParaRPr lang="zh-CN" altLang="en-US" sz="2000" b="1">
            <a:solidFill>
              <a:schemeClr val="tx1"/>
            </a:solidFill>
            <a:latin typeface="Times New Roman" pitchFamily="18" charset="0"/>
            <a:ea typeface="宋体" pitchFamily="2" charset="-122"/>
            <a:cs typeface="Times New Roman" pitchFamily="18" charset="0"/>
          </a:endParaRPr>
        </a:p>
      </dgm:t>
    </dgm:pt>
    <dgm:pt modelId="{1BFFABF4-4F1B-46D2-B98F-0C1822318C97}" type="pres">
      <dgm:prSet presAssocID="{070A77F8-624E-4543-8713-FB5C6C9D5732}" presName="linear" presStyleCnt="0">
        <dgm:presLayoutVars>
          <dgm:dir/>
          <dgm:animLvl val="lvl"/>
          <dgm:resizeHandles val="exact"/>
        </dgm:presLayoutVars>
      </dgm:prSet>
      <dgm:spPr/>
    </dgm:pt>
    <dgm:pt modelId="{3321E992-3D37-4AA7-BAEF-5744E745B760}" type="pres">
      <dgm:prSet presAssocID="{750186A1-BEDF-4C60-A06F-2466D5C8240D}" presName="parentLin" presStyleCnt="0"/>
      <dgm:spPr/>
    </dgm:pt>
    <dgm:pt modelId="{6671A673-CE19-4CB3-9681-CCBFC0E1A5A7}" type="pres">
      <dgm:prSet presAssocID="{750186A1-BEDF-4C60-A06F-2466D5C8240D}" presName="parentLeftMargin" presStyleLbl="node1" presStyleIdx="0" presStyleCnt="4"/>
      <dgm:spPr/>
    </dgm:pt>
    <dgm:pt modelId="{4DA2E2BD-05E0-41DA-B6EA-9DFDE8E763CC}" type="pres">
      <dgm:prSet presAssocID="{750186A1-BEDF-4C60-A06F-2466D5C8240D}" presName="parentText" presStyleLbl="node1" presStyleIdx="0" presStyleCnt="4" custScaleX="142857">
        <dgm:presLayoutVars>
          <dgm:chMax val="0"/>
          <dgm:bulletEnabled val="1"/>
        </dgm:presLayoutVars>
      </dgm:prSet>
      <dgm:spPr/>
    </dgm:pt>
    <dgm:pt modelId="{32F05DA3-4519-40A9-91A0-AC0D1716A1D3}" type="pres">
      <dgm:prSet presAssocID="{750186A1-BEDF-4C60-A06F-2466D5C8240D}" presName="negativeSpace" presStyleCnt="0"/>
      <dgm:spPr/>
    </dgm:pt>
    <dgm:pt modelId="{BC4AE4AF-21F7-46C2-BC91-3D487429C9CA}" type="pres">
      <dgm:prSet presAssocID="{750186A1-BEDF-4C60-A06F-2466D5C8240D}" presName="childText" presStyleLbl="conFgAcc1" presStyleIdx="0" presStyleCnt="4">
        <dgm:presLayoutVars>
          <dgm:bulletEnabled val="1"/>
        </dgm:presLayoutVars>
      </dgm:prSet>
      <dgm:spPr/>
    </dgm:pt>
    <dgm:pt modelId="{93F0EF0C-F04A-48B7-9D2F-948358B65396}" type="pres">
      <dgm:prSet presAssocID="{ADFACF52-F749-4ED0-9FC8-E9570375305D}" presName="spaceBetweenRectangles" presStyleCnt="0"/>
      <dgm:spPr/>
    </dgm:pt>
    <dgm:pt modelId="{0D475278-9352-4619-919A-1EA61A804E1D}" type="pres">
      <dgm:prSet presAssocID="{EE8BC577-AEBB-49DA-BDD4-9C21471B8557}" presName="parentLin" presStyleCnt="0"/>
      <dgm:spPr/>
    </dgm:pt>
    <dgm:pt modelId="{2B218132-15A3-45F7-9263-D2359EF38070}" type="pres">
      <dgm:prSet presAssocID="{EE8BC577-AEBB-49DA-BDD4-9C21471B8557}" presName="parentLeftMargin" presStyleLbl="node1" presStyleIdx="0" presStyleCnt="4"/>
      <dgm:spPr/>
    </dgm:pt>
    <dgm:pt modelId="{938AD619-AC45-49B4-AC0B-FE79BC7B34AD}" type="pres">
      <dgm:prSet presAssocID="{EE8BC577-AEBB-49DA-BDD4-9C21471B8557}" presName="parentText" presStyleLbl="node1" presStyleIdx="1" presStyleCnt="4" custScaleX="142857">
        <dgm:presLayoutVars>
          <dgm:chMax val="0"/>
          <dgm:bulletEnabled val="1"/>
        </dgm:presLayoutVars>
      </dgm:prSet>
      <dgm:spPr/>
    </dgm:pt>
    <dgm:pt modelId="{3F449940-676F-40ED-9DE5-FF670D04B7F5}" type="pres">
      <dgm:prSet presAssocID="{EE8BC577-AEBB-49DA-BDD4-9C21471B8557}" presName="negativeSpace" presStyleCnt="0"/>
      <dgm:spPr/>
    </dgm:pt>
    <dgm:pt modelId="{CBE0497C-05AA-4E29-9044-B1C6385211B0}" type="pres">
      <dgm:prSet presAssocID="{EE8BC577-AEBB-49DA-BDD4-9C21471B8557}" presName="childText" presStyleLbl="conFgAcc1" presStyleIdx="1" presStyleCnt="4">
        <dgm:presLayoutVars>
          <dgm:bulletEnabled val="1"/>
        </dgm:presLayoutVars>
      </dgm:prSet>
      <dgm:spPr/>
    </dgm:pt>
    <dgm:pt modelId="{F4BCAD0E-6D4E-4E60-B181-FBED554F772C}" type="pres">
      <dgm:prSet presAssocID="{DCCD3D9E-49F5-45C3-A00C-C4FA7217D00F}" presName="spaceBetweenRectangles" presStyleCnt="0"/>
      <dgm:spPr/>
    </dgm:pt>
    <dgm:pt modelId="{68C33088-ECD0-4EE8-8C42-FBFA6DA1509E}" type="pres">
      <dgm:prSet presAssocID="{DCCE8ECC-45B9-4452-94BC-7DD31673CC65}" presName="parentLin" presStyleCnt="0"/>
      <dgm:spPr/>
    </dgm:pt>
    <dgm:pt modelId="{0CB9D4C8-4FA7-4BDE-A21B-BD7D30E2CA50}" type="pres">
      <dgm:prSet presAssocID="{DCCE8ECC-45B9-4452-94BC-7DD31673CC65}" presName="parentLeftMargin" presStyleLbl="node1" presStyleIdx="1" presStyleCnt="4"/>
      <dgm:spPr/>
    </dgm:pt>
    <dgm:pt modelId="{0901E6DA-D8C5-4D75-A6CE-F69D84B24AD9}" type="pres">
      <dgm:prSet presAssocID="{DCCE8ECC-45B9-4452-94BC-7DD31673CC65}" presName="parentText" presStyleLbl="node1" presStyleIdx="2" presStyleCnt="4" custScaleX="142857">
        <dgm:presLayoutVars>
          <dgm:chMax val="0"/>
          <dgm:bulletEnabled val="1"/>
        </dgm:presLayoutVars>
      </dgm:prSet>
      <dgm:spPr/>
    </dgm:pt>
    <dgm:pt modelId="{1A681209-8020-4804-8EA4-A44C8CCFB481}" type="pres">
      <dgm:prSet presAssocID="{DCCE8ECC-45B9-4452-94BC-7DD31673CC65}" presName="negativeSpace" presStyleCnt="0"/>
      <dgm:spPr/>
    </dgm:pt>
    <dgm:pt modelId="{FD1DBA67-EED5-453B-ACA5-BD5CFCE0E827}" type="pres">
      <dgm:prSet presAssocID="{DCCE8ECC-45B9-4452-94BC-7DD31673CC65}" presName="childText" presStyleLbl="conFgAcc1" presStyleIdx="2" presStyleCnt="4">
        <dgm:presLayoutVars>
          <dgm:bulletEnabled val="1"/>
        </dgm:presLayoutVars>
      </dgm:prSet>
      <dgm:spPr/>
    </dgm:pt>
    <dgm:pt modelId="{8743350A-8B1E-482C-A25C-CF032DEF62D1}" type="pres">
      <dgm:prSet presAssocID="{A6BBE37A-FD1F-42CD-957B-FC92BADAB0B1}" presName="spaceBetweenRectangles" presStyleCnt="0"/>
      <dgm:spPr/>
    </dgm:pt>
    <dgm:pt modelId="{3A88F26C-B492-470D-9D50-DA8E3621FBDE}" type="pres">
      <dgm:prSet presAssocID="{6ACC5085-209C-4547-A78B-4CF543009B1A}" presName="parentLin" presStyleCnt="0"/>
      <dgm:spPr/>
    </dgm:pt>
    <dgm:pt modelId="{9F773B56-8B59-4138-BB03-DFFE0D2A72F5}" type="pres">
      <dgm:prSet presAssocID="{6ACC5085-209C-4547-A78B-4CF543009B1A}" presName="parentLeftMargin" presStyleLbl="node1" presStyleIdx="2" presStyleCnt="4"/>
      <dgm:spPr/>
    </dgm:pt>
    <dgm:pt modelId="{8A32848A-FD68-46D5-A206-C3344C9BD64A}" type="pres">
      <dgm:prSet presAssocID="{6ACC5085-209C-4547-A78B-4CF543009B1A}" presName="parentText" presStyleLbl="node1" presStyleIdx="3" presStyleCnt="4" custScaleX="142857" custScaleY="170994">
        <dgm:presLayoutVars>
          <dgm:chMax val="0"/>
          <dgm:bulletEnabled val="1"/>
        </dgm:presLayoutVars>
      </dgm:prSet>
      <dgm:spPr/>
    </dgm:pt>
    <dgm:pt modelId="{3D7B385F-CA7F-4679-A34C-6600F0A3FB70}" type="pres">
      <dgm:prSet presAssocID="{6ACC5085-209C-4547-A78B-4CF543009B1A}" presName="negativeSpace" presStyleCnt="0"/>
      <dgm:spPr/>
    </dgm:pt>
    <dgm:pt modelId="{36693C6F-14B3-45D9-8D7B-D53FA733CD6E}" type="pres">
      <dgm:prSet presAssocID="{6ACC5085-209C-4547-A78B-4CF543009B1A}" presName="childText" presStyleLbl="conFgAcc1" presStyleIdx="3" presStyleCnt="4">
        <dgm:presLayoutVars>
          <dgm:bulletEnabled val="1"/>
        </dgm:presLayoutVars>
      </dgm:prSet>
      <dgm:spPr/>
    </dgm:pt>
  </dgm:ptLst>
  <dgm:cxnLst>
    <dgm:cxn modelId="{58EAA40D-FAFC-4F33-90F0-B661E63CE4B5}" srcId="{070A77F8-624E-4543-8713-FB5C6C9D5732}" destId="{DCCE8ECC-45B9-4452-94BC-7DD31673CC65}" srcOrd="2" destOrd="0" parTransId="{4CA858B4-D8DB-42B0-9129-FF71085518C8}" sibTransId="{A6BBE37A-FD1F-42CD-957B-FC92BADAB0B1}"/>
    <dgm:cxn modelId="{046C0517-F1DA-43AC-B5D6-BB380DF916AC}" type="presOf" srcId="{6ACC5085-209C-4547-A78B-4CF543009B1A}" destId="{8A32848A-FD68-46D5-A206-C3344C9BD64A}" srcOrd="1" destOrd="0" presId="urn:microsoft.com/office/officeart/2005/8/layout/list1"/>
    <dgm:cxn modelId="{76F80F39-D288-4D9C-A5E7-A121BD3C256E}" type="presOf" srcId="{6ACC5085-209C-4547-A78B-4CF543009B1A}" destId="{9F773B56-8B59-4138-BB03-DFFE0D2A72F5}" srcOrd="0" destOrd="0" presId="urn:microsoft.com/office/officeart/2005/8/layout/list1"/>
    <dgm:cxn modelId="{49126E3C-F054-4DDF-85F9-7917206112A2}" type="presOf" srcId="{750186A1-BEDF-4C60-A06F-2466D5C8240D}" destId="{4DA2E2BD-05E0-41DA-B6EA-9DFDE8E763CC}" srcOrd="1" destOrd="0" presId="urn:microsoft.com/office/officeart/2005/8/layout/list1"/>
    <dgm:cxn modelId="{106AF440-4FA2-4759-A9C8-13C7087E406A}" srcId="{070A77F8-624E-4543-8713-FB5C6C9D5732}" destId="{EE8BC577-AEBB-49DA-BDD4-9C21471B8557}" srcOrd="1" destOrd="0" parTransId="{92304237-AA20-4684-AE1E-A1013C5B8279}" sibTransId="{DCCD3D9E-49F5-45C3-A00C-C4FA7217D00F}"/>
    <dgm:cxn modelId="{FC22005F-BE45-4A4D-8E26-A5CBDC587A24}" type="presOf" srcId="{DCCE8ECC-45B9-4452-94BC-7DD31673CC65}" destId="{0CB9D4C8-4FA7-4BDE-A21B-BD7D30E2CA50}" srcOrd="0" destOrd="0" presId="urn:microsoft.com/office/officeart/2005/8/layout/list1"/>
    <dgm:cxn modelId="{6E61EE6A-A862-4317-B274-55B52FF23CEA}" type="presOf" srcId="{EE8BC577-AEBB-49DA-BDD4-9C21471B8557}" destId="{938AD619-AC45-49B4-AC0B-FE79BC7B34AD}" srcOrd="1" destOrd="0" presId="urn:microsoft.com/office/officeart/2005/8/layout/list1"/>
    <dgm:cxn modelId="{AEF52C92-4CE8-454D-82F9-C50D0CAB5FC9}" srcId="{070A77F8-624E-4543-8713-FB5C6C9D5732}" destId="{6ACC5085-209C-4547-A78B-4CF543009B1A}" srcOrd="3" destOrd="0" parTransId="{6E7DF448-699B-4C30-91A2-B7CCD2059BC9}" sibTransId="{D8739795-7747-4231-97F7-F9061626C735}"/>
    <dgm:cxn modelId="{0A2CA996-4BBC-4A35-BBA3-B33BDA310139}" type="presOf" srcId="{EE8BC577-AEBB-49DA-BDD4-9C21471B8557}" destId="{2B218132-15A3-45F7-9263-D2359EF38070}" srcOrd="0" destOrd="0" presId="urn:microsoft.com/office/officeart/2005/8/layout/list1"/>
    <dgm:cxn modelId="{10BD4BA3-5AD1-43FF-8801-0A46BDB316F3}" type="presOf" srcId="{070A77F8-624E-4543-8713-FB5C6C9D5732}" destId="{1BFFABF4-4F1B-46D2-B98F-0C1822318C97}" srcOrd="0" destOrd="0" presId="urn:microsoft.com/office/officeart/2005/8/layout/list1"/>
    <dgm:cxn modelId="{7156C2D4-19C5-4E7E-92A0-D34646333331}" type="presOf" srcId="{750186A1-BEDF-4C60-A06F-2466D5C8240D}" destId="{6671A673-CE19-4CB3-9681-CCBFC0E1A5A7}" srcOrd="0" destOrd="0" presId="urn:microsoft.com/office/officeart/2005/8/layout/list1"/>
    <dgm:cxn modelId="{7C0479E9-D3D4-416B-95C8-AE2CC9C89F51}" type="presOf" srcId="{DCCE8ECC-45B9-4452-94BC-7DD31673CC65}" destId="{0901E6DA-D8C5-4D75-A6CE-F69D84B24AD9}" srcOrd="1" destOrd="0" presId="urn:microsoft.com/office/officeart/2005/8/layout/list1"/>
    <dgm:cxn modelId="{A714BCFE-7C27-4059-8B7F-FE2B19813E76}" srcId="{070A77F8-624E-4543-8713-FB5C6C9D5732}" destId="{750186A1-BEDF-4C60-A06F-2466D5C8240D}" srcOrd="0" destOrd="0" parTransId="{C3FD2DBB-D020-472D-A782-A98AEAA34B35}" sibTransId="{ADFACF52-F749-4ED0-9FC8-E9570375305D}"/>
    <dgm:cxn modelId="{0E749C72-A2B5-4E08-BC5D-350BFAB22A95}" type="presParOf" srcId="{1BFFABF4-4F1B-46D2-B98F-0C1822318C97}" destId="{3321E992-3D37-4AA7-BAEF-5744E745B760}" srcOrd="0" destOrd="0" presId="urn:microsoft.com/office/officeart/2005/8/layout/list1"/>
    <dgm:cxn modelId="{6431D96E-3F5E-44A9-B88E-59B51DA1E459}" type="presParOf" srcId="{3321E992-3D37-4AA7-BAEF-5744E745B760}" destId="{6671A673-CE19-4CB3-9681-CCBFC0E1A5A7}" srcOrd="0" destOrd="0" presId="urn:microsoft.com/office/officeart/2005/8/layout/list1"/>
    <dgm:cxn modelId="{36DC30B8-3923-42D6-AA81-2D7D5DE471BC}" type="presParOf" srcId="{3321E992-3D37-4AA7-BAEF-5744E745B760}" destId="{4DA2E2BD-05E0-41DA-B6EA-9DFDE8E763CC}" srcOrd="1" destOrd="0" presId="urn:microsoft.com/office/officeart/2005/8/layout/list1"/>
    <dgm:cxn modelId="{05C7C58F-2E9A-434B-A5B5-296AD76B34B0}" type="presParOf" srcId="{1BFFABF4-4F1B-46D2-B98F-0C1822318C97}" destId="{32F05DA3-4519-40A9-91A0-AC0D1716A1D3}" srcOrd="1" destOrd="0" presId="urn:microsoft.com/office/officeart/2005/8/layout/list1"/>
    <dgm:cxn modelId="{42F3CEAC-6680-439D-AF16-B774614B0953}" type="presParOf" srcId="{1BFFABF4-4F1B-46D2-B98F-0C1822318C97}" destId="{BC4AE4AF-21F7-46C2-BC91-3D487429C9CA}" srcOrd="2" destOrd="0" presId="urn:microsoft.com/office/officeart/2005/8/layout/list1"/>
    <dgm:cxn modelId="{0D2B0830-5697-4A99-B2BA-150B87302D38}" type="presParOf" srcId="{1BFFABF4-4F1B-46D2-B98F-0C1822318C97}" destId="{93F0EF0C-F04A-48B7-9D2F-948358B65396}" srcOrd="3" destOrd="0" presId="urn:microsoft.com/office/officeart/2005/8/layout/list1"/>
    <dgm:cxn modelId="{D5B724A2-4A30-46E9-B89F-A892BB7A82EC}" type="presParOf" srcId="{1BFFABF4-4F1B-46D2-B98F-0C1822318C97}" destId="{0D475278-9352-4619-919A-1EA61A804E1D}" srcOrd="4" destOrd="0" presId="urn:microsoft.com/office/officeart/2005/8/layout/list1"/>
    <dgm:cxn modelId="{09850DD5-FD96-479F-A731-0BDF63751736}" type="presParOf" srcId="{0D475278-9352-4619-919A-1EA61A804E1D}" destId="{2B218132-15A3-45F7-9263-D2359EF38070}" srcOrd="0" destOrd="0" presId="urn:microsoft.com/office/officeart/2005/8/layout/list1"/>
    <dgm:cxn modelId="{D4D7B29B-8B1E-4B3F-9FFD-C0728FED2B3F}" type="presParOf" srcId="{0D475278-9352-4619-919A-1EA61A804E1D}" destId="{938AD619-AC45-49B4-AC0B-FE79BC7B34AD}" srcOrd="1" destOrd="0" presId="urn:microsoft.com/office/officeart/2005/8/layout/list1"/>
    <dgm:cxn modelId="{11E7D025-5E25-4BBE-89C8-5B83C92168BF}" type="presParOf" srcId="{1BFFABF4-4F1B-46D2-B98F-0C1822318C97}" destId="{3F449940-676F-40ED-9DE5-FF670D04B7F5}" srcOrd="5" destOrd="0" presId="urn:microsoft.com/office/officeart/2005/8/layout/list1"/>
    <dgm:cxn modelId="{4E0847F2-F771-430C-97E8-0A3F3D2E6F75}" type="presParOf" srcId="{1BFFABF4-4F1B-46D2-B98F-0C1822318C97}" destId="{CBE0497C-05AA-4E29-9044-B1C6385211B0}" srcOrd="6" destOrd="0" presId="urn:microsoft.com/office/officeart/2005/8/layout/list1"/>
    <dgm:cxn modelId="{061FB420-E8A6-496D-8B0D-C5280B8A7724}" type="presParOf" srcId="{1BFFABF4-4F1B-46D2-B98F-0C1822318C97}" destId="{F4BCAD0E-6D4E-4E60-B181-FBED554F772C}" srcOrd="7" destOrd="0" presId="urn:microsoft.com/office/officeart/2005/8/layout/list1"/>
    <dgm:cxn modelId="{9E9A2A35-05EB-46B9-BFFE-CFA92F4A2FAE}" type="presParOf" srcId="{1BFFABF4-4F1B-46D2-B98F-0C1822318C97}" destId="{68C33088-ECD0-4EE8-8C42-FBFA6DA1509E}" srcOrd="8" destOrd="0" presId="urn:microsoft.com/office/officeart/2005/8/layout/list1"/>
    <dgm:cxn modelId="{85192741-C4AC-4844-ABC3-0DBF99B3588E}" type="presParOf" srcId="{68C33088-ECD0-4EE8-8C42-FBFA6DA1509E}" destId="{0CB9D4C8-4FA7-4BDE-A21B-BD7D30E2CA50}" srcOrd="0" destOrd="0" presId="urn:microsoft.com/office/officeart/2005/8/layout/list1"/>
    <dgm:cxn modelId="{F6530776-962B-49EA-A47E-94A23E1281A1}" type="presParOf" srcId="{68C33088-ECD0-4EE8-8C42-FBFA6DA1509E}" destId="{0901E6DA-D8C5-4D75-A6CE-F69D84B24AD9}" srcOrd="1" destOrd="0" presId="urn:microsoft.com/office/officeart/2005/8/layout/list1"/>
    <dgm:cxn modelId="{6D77AD38-7399-479E-87E9-7F7019ED8A1E}" type="presParOf" srcId="{1BFFABF4-4F1B-46D2-B98F-0C1822318C97}" destId="{1A681209-8020-4804-8EA4-A44C8CCFB481}" srcOrd="9" destOrd="0" presId="urn:microsoft.com/office/officeart/2005/8/layout/list1"/>
    <dgm:cxn modelId="{1380B8DD-8254-472F-9E6A-16803CF4A0DB}" type="presParOf" srcId="{1BFFABF4-4F1B-46D2-B98F-0C1822318C97}" destId="{FD1DBA67-EED5-453B-ACA5-BD5CFCE0E827}" srcOrd="10" destOrd="0" presId="urn:microsoft.com/office/officeart/2005/8/layout/list1"/>
    <dgm:cxn modelId="{430DC397-146B-4776-B492-451E01B172BA}" type="presParOf" srcId="{1BFFABF4-4F1B-46D2-B98F-0C1822318C97}" destId="{8743350A-8B1E-482C-A25C-CF032DEF62D1}" srcOrd="11" destOrd="0" presId="urn:microsoft.com/office/officeart/2005/8/layout/list1"/>
    <dgm:cxn modelId="{08C99A2C-DF82-4EB2-BC76-59F207B05A33}" type="presParOf" srcId="{1BFFABF4-4F1B-46D2-B98F-0C1822318C97}" destId="{3A88F26C-B492-470D-9D50-DA8E3621FBDE}" srcOrd="12" destOrd="0" presId="urn:microsoft.com/office/officeart/2005/8/layout/list1"/>
    <dgm:cxn modelId="{715A5867-E1EF-4B24-BD89-3ED65C7991AE}" type="presParOf" srcId="{3A88F26C-B492-470D-9D50-DA8E3621FBDE}" destId="{9F773B56-8B59-4138-BB03-DFFE0D2A72F5}" srcOrd="0" destOrd="0" presId="urn:microsoft.com/office/officeart/2005/8/layout/list1"/>
    <dgm:cxn modelId="{9E9B58E1-C3EB-456C-80DE-5F85170B5674}" type="presParOf" srcId="{3A88F26C-B492-470D-9D50-DA8E3621FBDE}" destId="{8A32848A-FD68-46D5-A206-C3344C9BD64A}" srcOrd="1" destOrd="0" presId="urn:microsoft.com/office/officeart/2005/8/layout/list1"/>
    <dgm:cxn modelId="{779850BF-3FF7-4A1C-A95D-42A3EBCAA858}" type="presParOf" srcId="{1BFFABF4-4F1B-46D2-B98F-0C1822318C97}" destId="{3D7B385F-CA7F-4679-A34C-6600F0A3FB70}" srcOrd="13" destOrd="0" presId="urn:microsoft.com/office/officeart/2005/8/layout/list1"/>
    <dgm:cxn modelId="{DDEA683D-EC98-4DE8-8C7B-6FA0B43FEA07}" type="presParOf" srcId="{1BFFABF4-4F1B-46D2-B98F-0C1822318C97}" destId="{36693C6F-14B3-45D9-8D7B-D53FA733CD6E}"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4AE4AF-21F7-46C2-BC91-3D487429C9CA}">
      <dsp:nvSpPr>
        <dsp:cNvPr id="0" name=""/>
        <dsp:cNvSpPr/>
      </dsp:nvSpPr>
      <dsp:spPr>
        <a:xfrm>
          <a:off x="0" y="435542"/>
          <a:ext cx="7992888" cy="579600"/>
        </a:xfrm>
        <a:prstGeom prst="rect">
          <a:avLst/>
        </a:prstGeom>
        <a:solidFill>
          <a:schemeClr val="lt1">
            <a:alpha val="90000"/>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4DA2E2BD-05E0-41DA-B6EA-9DFDE8E763CC}">
      <dsp:nvSpPr>
        <dsp:cNvPr id="0" name=""/>
        <dsp:cNvSpPr/>
      </dsp:nvSpPr>
      <dsp:spPr>
        <a:xfrm>
          <a:off x="380520" y="96062"/>
          <a:ext cx="7610408" cy="678960"/>
        </a:xfrm>
        <a:prstGeom prst="round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1478" tIns="0" rIns="211478" bIns="0" numCol="1" spcCol="1270" anchor="ctr" anchorCtr="0">
          <a:noAutofit/>
        </a:bodyPr>
        <a:lstStyle/>
        <a:p>
          <a:pPr marL="0" lvl="0" indent="0" algn="l" defTabSz="889000">
            <a:lnSpc>
              <a:spcPct val="90000"/>
            </a:lnSpc>
            <a:spcBef>
              <a:spcPct val="0"/>
            </a:spcBef>
            <a:spcAft>
              <a:spcPct val="35000"/>
            </a:spcAft>
            <a:buNone/>
          </a:pPr>
          <a:r>
            <a:rPr lang="zh-CN" altLang="en-US" sz="2000" b="1" kern="1200" dirty="0">
              <a:solidFill>
                <a:schemeClr val="tx1"/>
              </a:solidFill>
              <a:latin typeface="Times New Roman" pitchFamily="18" charset="0"/>
              <a:ea typeface="宋体" pitchFamily="2" charset="-122"/>
              <a:cs typeface="Times New Roman" pitchFamily="18" charset="0"/>
            </a:rPr>
            <a:t>综上结论：</a:t>
          </a:r>
        </a:p>
      </dsp:txBody>
      <dsp:txXfrm>
        <a:off x="413664" y="129206"/>
        <a:ext cx="7544120" cy="612672"/>
      </dsp:txXfrm>
    </dsp:sp>
    <dsp:sp modelId="{CBE0497C-05AA-4E29-9044-B1C6385211B0}">
      <dsp:nvSpPr>
        <dsp:cNvPr id="0" name=""/>
        <dsp:cNvSpPr/>
      </dsp:nvSpPr>
      <dsp:spPr>
        <a:xfrm>
          <a:off x="0" y="1478822"/>
          <a:ext cx="7992888" cy="579600"/>
        </a:xfrm>
        <a:prstGeom prst="rect">
          <a:avLst/>
        </a:prstGeom>
        <a:solidFill>
          <a:schemeClr val="lt1">
            <a:alpha val="90000"/>
            <a:hueOff val="0"/>
            <a:satOff val="0"/>
            <a:lumOff val="0"/>
            <a:alphaOff val="0"/>
          </a:schemeClr>
        </a:solidFill>
        <a:ln w="12700" cap="flat" cmpd="sng" algn="ctr">
          <a:solidFill>
            <a:schemeClr val="accent5">
              <a:hueOff val="-2842414"/>
              <a:satOff val="12778"/>
              <a:lumOff val="-981"/>
              <a:alphaOff val="0"/>
            </a:schemeClr>
          </a:solidFill>
          <a:prstDash val="solid"/>
          <a:miter lim="800000"/>
        </a:ln>
        <a:effectLst/>
      </dsp:spPr>
      <dsp:style>
        <a:lnRef idx="2">
          <a:scrgbClr r="0" g="0" b="0"/>
        </a:lnRef>
        <a:fillRef idx="1">
          <a:scrgbClr r="0" g="0" b="0"/>
        </a:fillRef>
        <a:effectRef idx="0">
          <a:scrgbClr r="0" g="0" b="0"/>
        </a:effectRef>
        <a:fontRef idx="minor"/>
      </dsp:style>
    </dsp:sp>
    <dsp:sp modelId="{938AD619-AC45-49B4-AC0B-FE79BC7B34AD}">
      <dsp:nvSpPr>
        <dsp:cNvPr id="0" name=""/>
        <dsp:cNvSpPr/>
      </dsp:nvSpPr>
      <dsp:spPr>
        <a:xfrm>
          <a:off x="380520" y="1139342"/>
          <a:ext cx="7610408" cy="678960"/>
        </a:xfrm>
        <a:prstGeom prst="roundRect">
          <a:avLst/>
        </a:prstGeom>
        <a:solidFill>
          <a:schemeClr val="accent5">
            <a:hueOff val="-2842414"/>
            <a:satOff val="12778"/>
            <a:lumOff val="-98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1478" tIns="0" rIns="211478"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solidFill>
                <a:schemeClr val="tx1"/>
              </a:solidFill>
              <a:latin typeface="Times New Roman" pitchFamily="18" charset="0"/>
              <a:ea typeface="宋体" pitchFamily="2" charset="-122"/>
              <a:cs typeface="Times New Roman" pitchFamily="18" charset="0"/>
            </a:rPr>
            <a:t>1</a:t>
          </a:r>
          <a:r>
            <a:rPr lang="zh-CN" altLang="en-US" sz="2000" b="1" kern="1200" dirty="0">
              <a:solidFill>
                <a:schemeClr val="tx1"/>
              </a:solidFill>
              <a:latin typeface="Times New Roman" pitchFamily="18" charset="0"/>
              <a:ea typeface="宋体" pitchFamily="2" charset="-122"/>
              <a:cs typeface="Times New Roman" pitchFamily="18" charset="0"/>
            </a:rPr>
            <a:t>、工作的直接费用率越大，说明将该工作的持续时间缩短一个时间单位，所需增加的直接费就越多。</a:t>
          </a:r>
        </a:p>
      </dsp:txBody>
      <dsp:txXfrm>
        <a:off x="413664" y="1172486"/>
        <a:ext cx="7544120" cy="612672"/>
      </dsp:txXfrm>
    </dsp:sp>
    <dsp:sp modelId="{FD1DBA67-EED5-453B-ACA5-BD5CFCE0E827}">
      <dsp:nvSpPr>
        <dsp:cNvPr id="0" name=""/>
        <dsp:cNvSpPr/>
      </dsp:nvSpPr>
      <dsp:spPr>
        <a:xfrm>
          <a:off x="0" y="2522102"/>
          <a:ext cx="7992888" cy="579600"/>
        </a:xfrm>
        <a:prstGeom prst="rect">
          <a:avLst/>
        </a:prstGeom>
        <a:solidFill>
          <a:schemeClr val="lt1">
            <a:alpha val="90000"/>
            <a:hueOff val="0"/>
            <a:satOff val="0"/>
            <a:lumOff val="0"/>
            <a:alphaOff val="0"/>
          </a:schemeClr>
        </a:solidFill>
        <a:ln w="12700" cap="flat" cmpd="sng" algn="ctr">
          <a:solidFill>
            <a:schemeClr val="accent5">
              <a:hueOff val="-5684827"/>
              <a:satOff val="25556"/>
              <a:lumOff val="-1961"/>
              <a:alphaOff val="0"/>
            </a:schemeClr>
          </a:solidFill>
          <a:prstDash val="solid"/>
          <a:miter lim="800000"/>
        </a:ln>
        <a:effectLst/>
      </dsp:spPr>
      <dsp:style>
        <a:lnRef idx="2">
          <a:scrgbClr r="0" g="0" b="0"/>
        </a:lnRef>
        <a:fillRef idx="1">
          <a:scrgbClr r="0" g="0" b="0"/>
        </a:fillRef>
        <a:effectRef idx="0">
          <a:scrgbClr r="0" g="0" b="0"/>
        </a:effectRef>
        <a:fontRef idx="minor"/>
      </dsp:style>
    </dsp:sp>
    <dsp:sp modelId="{0901E6DA-D8C5-4D75-A6CE-F69D84B24AD9}">
      <dsp:nvSpPr>
        <dsp:cNvPr id="0" name=""/>
        <dsp:cNvSpPr/>
      </dsp:nvSpPr>
      <dsp:spPr>
        <a:xfrm>
          <a:off x="380520" y="2182622"/>
          <a:ext cx="7610408" cy="678960"/>
        </a:xfrm>
        <a:prstGeom prst="roundRect">
          <a:avLst/>
        </a:prstGeom>
        <a:solidFill>
          <a:schemeClr val="accent5">
            <a:hueOff val="-5684827"/>
            <a:satOff val="25556"/>
            <a:lumOff val="-196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1478" tIns="0" rIns="211478"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solidFill>
                <a:schemeClr val="tx1"/>
              </a:solidFill>
              <a:latin typeface="Times New Roman" pitchFamily="18" charset="0"/>
              <a:ea typeface="宋体" pitchFamily="2" charset="-122"/>
              <a:cs typeface="Times New Roman" pitchFamily="18" charset="0"/>
            </a:rPr>
            <a:t>2</a:t>
          </a:r>
          <a:r>
            <a:rPr lang="zh-CN" altLang="en-US" sz="2000" b="1" kern="1200" dirty="0">
              <a:solidFill>
                <a:schemeClr val="tx1"/>
              </a:solidFill>
              <a:latin typeface="Times New Roman" pitchFamily="18" charset="0"/>
              <a:ea typeface="宋体" pitchFamily="2" charset="-122"/>
              <a:cs typeface="Times New Roman" pitchFamily="18" charset="0"/>
            </a:rPr>
            <a:t>、在压缩关键工作的持续时间以达到缩短工期的目的时，应将直接费用率最小的关键工作作为压缩对象。</a:t>
          </a:r>
        </a:p>
      </dsp:txBody>
      <dsp:txXfrm>
        <a:off x="413664" y="2215766"/>
        <a:ext cx="7544120" cy="612672"/>
      </dsp:txXfrm>
    </dsp:sp>
    <dsp:sp modelId="{36693C6F-14B3-45D9-8D7B-D53FA733CD6E}">
      <dsp:nvSpPr>
        <dsp:cNvPr id="0" name=""/>
        <dsp:cNvSpPr/>
      </dsp:nvSpPr>
      <dsp:spPr>
        <a:xfrm>
          <a:off x="0" y="4047403"/>
          <a:ext cx="7992888" cy="579600"/>
        </a:xfrm>
        <a:prstGeom prst="rect">
          <a:avLst/>
        </a:prstGeom>
        <a:solidFill>
          <a:schemeClr val="lt1">
            <a:alpha val="90000"/>
            <a:hueOff val="0"/>
            <a:satOff val="0"/>
            <a:lumOff val="0"/>
            <a:alphaOff val="0"/>
          </a:schemeClr>
        </a:solidFill>
        <a:ln w="12700" cap="flat" cmpd="sng" algn="ctr">
          <a:solidFill>
            <a:schemeClr val="accent5">
              <a:hueOff val="-8527241"/>
              <a:satOff val="38334"/>
              <a:lumOff val="-2942"/>
              <a:alphaOff val="0"/>
            </a:schemeClr>
          </a:solidFill>
          <a:prstDash val="solid"/>
          <a:miter lim="800000"/>
        </a:ln>
        <a:effectLst/>
      </dsp:spPr>
      <dsp:style>
        <a:lnRef idx="2">
          <a:scrgbClr r="0" g="0" b="0"/>
        </a:lnRef>
        <a:fillRef idx="1">
          <a:scrgbClr r="0" g="0" b="0"/>
        </a:fillRef>
        <a:effectRef idx="0">
          <a:scrgbClr r="0" g="0" b="0"/>
        </a:effectRef>
        <a:fontRef idx="minor"/>
      </dsp:style>
    </dsp:sp>
    <dsp:sp modelId="{8A32848A-FD68-46D5-A206-C3344C9BD64A}">
      <dsp:nvSpPr>
        <dsp:cNvPr id="0" name=""/>
        <dsp:cNvSpPr/>
      </dsp:nvSpPr>
      <dsp:spPr>
        <a:xfrm>
          <a:off x="380520" y="3225902"/>
          <a:ext cx="7610408" cy="1160980"/>
        </a:xfrm>
        <a:prstGeom prst="roundRect">
          <a:avLst/>
        </a:prstGeom>
        <a:solidFill>
          <a:schemeClr val="accent5">
            <a:hueOff val="-8527241"/>
            <a:satOff val="38334"/>
            <a:lumOff val="-294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11478" tIns="0" rIns="211478" bIns="0" numCol="1" spcCol="1270" anchor="ctr" anchorCtr="0">
          <a:noAutofit/>
        </a:bodyPr>
        <a:lstStyle/>
        <a:p>
          <a:pPr marL="0" lvl="0" indent="0" algn="l" defTabSz="889000">
            <a:lnSpc>
              <a:spcPct val="90000"/>
            </a:lnSpc>
            <a:spcBef>
              <a:spcPct val="0"/>
            </a:spcBef>
            <a:spcAft>
              <a:spcPct val="35000"/>
            </a:spcAft>
            <a:buNone/>
          </a:pPr>
          <a:r>
            <a:rPr lang="en-US" altLang="zh-CN" sz="2000" b="1" kern="1200" dirty="0">
              <a:solidFill>
                <a:schemeClr val="tx1"/>
              </a:solidFill>
              <a:latin typeface="Times New Roman" pitchFamily="18" charset="0"/>
              <a:ea typeface="宋体" pitchFamily="2" charset="-122"/>
              <a:cs typeface="Times New Roman" pitchFamily="18" charset="0"/>
            </a:rPr>
            <a:t>3</a:t>
          </a:r>
          <a:r>
            <a:rPr lang="zh-CN" altLang="en-US" sz="2000" b="1" kern="1200" dirty="0">
              <a:solidFill>
                <a:schemeClr val="tx1"/>
              </a:solidFill>
              <a:latin typeface="Times New Roman" pitchFamily="18" charset="0"/>
              <a:ea typeface="宋体" pitchFamily="2" charset="-122"/>
              <a:cs typeface="Times New Roman" pitchFamily="18" charset="0"/>
            </a:rPr>
            <a:t>、当有多条关键线路出现而需要同时压缩多个关键工作的持续时间时，应将他们的直接费用率之和（组合直接费用率）最小者作为压缩对象。</a:t>
          </a:r>
        </a:p>
      </dsp:txBody>
      <dsp:txXfrm>
        <a:off x="437194" y="3282576"/>
        <a:ext cx="7497060" cy="1047632"/>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0417AAB-FCBD-40B2-B028-268332E93037}" type="datetimeFigureOut">
              <a:rPr lang="zh-CN" altLang="en-US" smtClean="0"/>
              <a:t>2024/12/2</a:t>
            </a:fld>
            <a:endParaRPr lang="zh-CN" altLang="en-US"/>
          </a:p>
        </p:txBody>
      </p:sp>
      <p:sp>
        <p:nvSpPr>
          <p:cNvPr id="4"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303F446-A760-4077-983F-8A30C4399FE6}" type="slidenum">
              <a:rPr lang="zh-CN" altLang="en-US" smtClean="0"/>
              <a:t>‹#›</a:t>
            </a:fld>
            <a:endParaRPr lang="zh-CN" altLang="en-US"/>
          </a:p>
        </p:txBody>
      </p:sp>
    </p:spTree>
    <p:extLst>
      <p:ext uri="{BB962C8B-B14F-4D97-AF65-F5344CB8AC3E}">
        <p14:creationId xmlns:p14="http://schemas.microsoft.com/office/powerpoint/2010/main" val="10054671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标题幻灯片">
    <p:bg>
      <p:bgPr>
        <a:solidFill>
          <a:schemeClr val="bg1"/>
        </a:solidFill>
        <a:effectLst/>
      </p:bgPr>
    </p:bg>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l="233" t="12301" r="1751" b="16008"/>
          <a:stretch/>
        </p:blipFill>
        <p:spPr>
          <a:xfrm>
            <a:off x="0" y="0"/>
            <a:ext cx="9144000" cy="5143500"/>
          </a:xfrm>
          <a:prstGeom prst="rect">
            <a:avLst/>
          </a:prstGeom>
        </p:spPr>
      </p:pic>
      <p:sp>
        <p:nvSpPr>
          <p:cNvPr id="4" name="KSO_FD"/>
          <p:cNvSpPr>
            <a:spLocks noGrp="1"/>
          </p:cNvSpPr>
          <p:nvPr>
            <p:ph type="dt" sz="half" idx="10"/>
          </p:nvPr>
        </p:nvSpPr>
        <p:spPr/>
        <p:txBody>
          <a:bodyPr/>
          <a:lstStyle/>
          <a:p>
            <a:fld id="{C9E60F58-3108-4415-857A-6D0360DF626E}" type="datetimeFigureOut">
              <a:rPr lang="zh-CN" altLang="en-US" smtClean="0"/>
              <a:t>2024/12/2</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4AE85CE2-CEAD-46BB-861E-7D62265DC969}" type="slidenum">
              <a:rPr lang="zh-CN" altLang="en-US" smtClean="0"/>
              <a:t>‹#›</a:t>
            </a:fld>
            <a:endParaRPr lang="zh-CN" altLang="en-US"/>
          </a:p>
        </p:txBody>
      </p:sp>
      <p:sp>
        <p:nvSpPr>
          <p:cNvPr id="3" name="KSO_CT2"/>
          <p:cNvSpPr>
            <a:spLocks noGrp="1"/>
          </p:cNvSpPr>
          <p:nvPr>
            <p:ph type="subTitle" idx="1" hasCustomPrompt="1"/>
          </p:nvPr>
        </p:nvSpPr>
        <p:spPr>
          <a:xfrm>
            <a:off x="5133793" y="1806593"/>
            <a:ext cx="2945922" cy="303719"/>
          </a:xfrm>
          <a:prstGeom prst="roundRect">
            <a:avLst>
              <a:gd name="adj" fmla="val 50000"/>
            </a:avLst>
          </a:prstGeom>
          <a:noFill/>
          <a:ln>
            <a:noFill/>
          </a:ln>
        </p:spPr>
        <p:txBody>
          <a:bodyPr vert="horz" anchor="ctr">
            <a:noAutofit/>
          </a:bodyPr>
          <a:lstStyle>
            <a:lvl1pPr marL="0" indent="0" algn="ctr">
              <a:buNone/>
              <a:defRPr sz="1400" b="0">
                <a:solidFill>
                  <a:schemeClr val="tx1"/>
                </a:solidFill>
                <a:effectLst/>
                <a:latin typeface="+mn-ea"/>
                <a:ea typeface="+mn-ea"/>
              </a:defRPr>
            </a:lvl1pPr>
            <a:lvl2pPr marL="257175" indent="0" algn="ctr">
              <a:buNone/>
              <a:defRPr sz="1100"/>
            </a:lvl2pPr>
            <a:lvl3pPr marL="514350" indent="0" algn="ctr">
              <a:buNone/>
              <a:defRPr sz="1000"/>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zh-CN" altLang="en-US" dirty="0"/>
              <a:t>单击此处添加您的副标题</a:t>
            </a:r>
          </a:p>
        </p:txBody>
      </p:sp>
      <p:sp>
        <p:nvSpPr>
          <p:cNvPr id="7" name="KSO_CT1"/>
          <p:cNvSpPr>
            <a:spLocks noGrp="1"/>
          </p:cNvSpPr>
          <p:nvPr>
            <p:ph type="title" hasCustomPrompt="1"/>
          </p:nvPr>
        </p:nvSpPr>
        <p:spPr>
          <a:xfrm>
            <a:off x="4822164" y="983400"/>
            <a:ext cx="3727691" cy="805914"/>
          </a:xfrm>
        </p:spPr>
        <p:txBody>
          <a:bodyPr vert="horz" anchor="b">
            <a:noAutofit/>
          </a:bodyPr>
          <a:lstStyle>
            <a:lvl1pPr algn="ctr">
              <a:lnSpc>
                <a:spcPct val="100000"/>
              </a:lnSpc>
              <a:defRPr sz="2400" b="1" kern="1000" baseline="0">
                <a:solidFill>
                  <a:schemeClr val="accent1"/>
                </a:solidFill>
                <a:effectLst/>
                <a:latin typeface="+mj-ea"/>
                <a:ea typeface="+mj-ea"/>
              </a:defRPr>
            </a:lvl1pPr>
          </a:lstStyle>
          <a:p>
            <a:r>
              <a:rPr lang="zh-CN" altLang="en-US" dirty="0"/>
              <a:t>单击此处添加您的标题文字</a:t>
            </a:r>
          </a:p>
        </p:txBody>
      </p:sp>
    </p:spTree>
    <p:extLst>
      <p:ext uri="{BB962C8B-B14F-4D97-AF65-F5344CB8AC3E}">
        <p14:creationId xmlns:p14="http://schemas.microsoft.com/office/powerpoint/2010/main" val="489679569"/>
      </p:ext>
    </p:extLst>
  </p:cSld>
  <p:clrMapOvr>
    <a:masterClrMapping/>
  </p:clrMapOvr>
  <p:extLst>
    <p:ext uri="{DCECCB84-F9BA-43D5-87BE-67443E8EF086}">
      <p15:sldGuideLst xmlns:p15="http://schemas.microsoft.com/office/powerpoint/2012/main">
        <p15:guide id="1" pos="4967">
          <p15:clr>
            <a:srgbClr val="FBAE40"/>
          </p15:clr>
        </p15:guide>
        <p15:guide id="0" orient="horz" pos="2160" userDrawn="1">
          <p15:clr>
            <a:srgbClr val="FBAE40"/>
          </p15:clr>
        </p15:guide>
        <p15:guide id="2" pos="6623"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lgn="ctr">
              <a:defRPr sz="3200" b="1">
                <a:latin typeface="+mn-ea"/>
                <a:ea typeface="+mn-ea"/>
              </a:defRPr>
            </a:lvl1pPr>
          </a:lstStyle>
          <a:p>
            <a:r>
              <a:rPr lang="zh-CN" altLang="en-US" dirty="0"/>
              <a:t>单击此处编辑母版标题样式</a:t>
            </a:r>
            <a:endParaRPr lang="en-US" dirty="0"/>
          </a:p>
        </p:txBody>
      </p:sp>
      <p:sp>
        <p:nvSpPr>
          <p:cNvPr id="3" name="KSO_BC1"/>
          <p:cNvSpPr>
            <a:spLocks noGrp="1"/>
          </p:cNvSpPr>
          <p:nvPr>
            <p:ph idx="1"/>
          </p:nvPr>
        </p:nvSpPr>
        <p:spPr/>
        <p:txBody>
          <a:bodyPr>
            <a:normAutofit/>
          </a:bodyPr>
          <a:lstStyle>
            <a:lvl1pPr>
              <a:defRPr sz="2400" b="1">
                <a:solidFill>
                  <a:schemeClr val="tx1">
                    <a:lumMod val="50000"/>
                  </a:schemeClr>
                </a:solidFill>
                <a:latin typeface="+mj-ea"/>
                <a:ea typeface="+mj-ea"/>
              </a:defRPr>
            </a:lvl1pPr>
            <a:lvl2pPr>
              <a:defRPr sz="1400" b="1">
                <a:latin typeface="+mj-ea"/>
                <a:ea typeface="+mj-ea"/>
              </a:defRPr>
            </a:lvl2pPr>
          </a:lstStyle>
          <a:p>
            <a:pPr lvl="0"/>
            <a:r>
              <a:rPr lang="zh-CN" altLang="en-US" dirty="0"/>
              <a:t>单击此处编辑母版文本样式</a:t>
            </a:r>
          </a:p>
          <a:p>
            <a:pPr lvl="1"/>
            <a:r>
              <a:rPr lang="zh-CN" altLang="en-US" dirty="0"/>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1710504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KSO_ST1"/>
          <p:cNvSpPr>
            <a:spLocks noGrp="1"/>
          </p:cNvSpPr>
          <p:nvPr>
            <p:ph type="title" hasCustomPrompt="1"/>
          </p:nvPr>
        </p:nvSpPr>
        <p:spPr>
          <a:xfrm>
            <a:off x="1574008" y="1581152"/>
            <a:ext cx="5995988" cy="926306"/>
          </a:xfrm>
        </p:spPr>
        <p:txBody>
          <a:bodyPr anchor="b">
            <a:normAutofit/>
          </a:bodyPr>
          <a:lstStyle>
            <a:lvl1pPr algn="ctr">
              <a:defRPr sz="2000">
                <a:solidFill>
                  <a:schemeClr val="tx1">
                    <a:lumMod val="50000"/>
                  </a:schemeClr>
                </a:solidFill>
                <a:effectLst/>
              </a:defRPr>
            </a:lvl1pPr>
          </a:lstStyle>
          <a:p>
            <a:r>
              <a:rPr lang="zh-CN" altLang="en-US" dirty="0"/>
              <a:t>此处添加您的标题</a:t>
            </a:r>
            <a:endParaRPr lang="en-US" dirty="0"/>
          </a:p>
        </p:txBody>
      </p:sp>
      <p:sp>
        <p:nvSpPr>
          <p:cNvPr id="3" name="KSO_ST2"/>
          <p:cNvSpPr>
            <a:spLocks noGrp="1"/>
          </p:cNvSpPr>
          <p:nvPr>
            <p:ph type="body" idx="1" hasCustomPrompt="1"/>
          </p:nvPr>
        </p:nvSpPr>
        <p:spPr>
          <a:xfrm>
            <a:off x="3038171" y="2550318"/>
            <a:ext cx="3067663" cy="268109"/>
          </a:xfrm>
          <a:prstGeom prst="roundRect">
            <a:avLst>
              <a:gd name="adj" fmla="val 50000"/>
            </a:avLst>
          </a:prstGeom>
          <a:noFill/>
        </p:spPr>
        <p:txBody>
          <a:bodyPr anchor="ctr">
            <a:normAutofit/>
          </a:bodyPr>
          <a:lstStyle>
            <a:lvl1pPr marL="0" indent="0" algn="ctr">
              <a:buNone/>
              <a:defRPr sz="900">
                <a:solidFill>
                  <a:schemeClr val="tx1"/>
                </a:solidFill>
              </a:defRPr>
            </a:lvl1pPr>
            <a:lvl2pPr marL="257175" indent="0">
              <a:buNone/>
              <a:defRPr sz="1100">
                <a:solidFill>
                  <a:schemeClr val="tx1">
                    <a:tint val="75000"/>
                  </a:schemeClr>
                </a:solidFill>
              </a:defRPr>
            </a:lvl2pPr>
            <a:lvl3pPr marL="514350" indent="0">
              <a:buNone/>
              <a:defRPr sz="1000">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r>
              <a:rPr lang="zh-CN" altLang="en-US" dirty="0"/>
              <a:t>单击此处添加您的副标题</a:t>
            </a:r>
            <a:endParaRPr lang="en-US" altLang="zh-CN" dirty="0"/>
          </a:p>
        </p:txBody>
      </p:sp>
      <p:sp>
        <p:nvSpPr>
          <p:cNvPr id="4"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173341061"/>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sz="half" idx="1"/>
          </p:nvPr>
        </p:nvSpPr>
        <p:spPr>
          <a:xfrm>
            <a:off x="1049867" y="933453"/>
            <a:ext cx="3810000" cy="3699272"/>
          </a:xfrm>
        </p:spPr>
        <p:txBody>
          <a:bodyPr/>
          <a:lstStyle>
            <a:lvl1pPr>
              <a:defRPr>
                <a:solidFill>
                  <a:schemeClr val="tx1">
                    <a:lumMod val="50000"/>
                  </a:schemeClr>
                </a:solidFill>
              </a:defRPr>
            </a:lvl1pPr>
          </a:lstStyle>
          <a:p>
            <a:pPr lvl="0"/>
            <a:r>
              <a:rPr lang="zh-CN" altLang="en-US" dirty="0"/>
              <a:t>单击此处编辑母版文本样式</a:t>
            </a:r>
          </a:p>
          <a:p>
            <a:pPr lvl="1"/>
            <a:r>
              <a:rPr lang="zh-CN" altLang="en-US" dirty="0"/>
              <a:t>第二级</a:t>
            </a:r>
          </a:p>
        </p:txBody>
      </p:sp>
      <p:sp>
        <p:nvSpPr>
          <p:cNvPr id="4" name="KSO_BC2"/>
          <p:cNvSpPr>
            <a:spLocks noGrp="1"/>
          </p:cNvSpPr>
          <p:nvPr>
            <p:ph sz="half" idx="2"/>
          </p:nvPr>
        </p:nvSpPr>
        <p:spPr>
          <a:xfrm>
            <a:off x="4889501" y="933453"/>
            <a:ext cx="3820587" cy="3699272"/>
          </a:xfrm>
        </p:spPr>
        <p:txBody>
          <a:bodyPr/>
          <a:lstStyle>
            <a:lvl1pPr>
              <a:defRPr>
                <a:solidFill>
                  <a:schemeClr val="tx1">
                    <a:lumMod val="50000"/>
                  </a:schemeClr>
                </a:solidFill>
              </a:defRPr>
            </a:lvl1pPr>
          </a:lstStyle>
          <a:p>
            <a:pPr lvl="0"/>
            <a:r>
              <a:rPr lang="zh-CN" altLang="en-US" dirty="0"/>
              <a:t>单击此处编辑母版文本样式</a:t>
            </a:r>
          </a:p>
          <a:p>
            <a:pPr lvl="1"/>
            <a:r>
              <a:rPr lang="zh-CN" altLang="en-US" dirty="0"/>
              <a:t>第二级</a:t>
            </a:r>
          </a:p>
        </p:txBody>
      </p:sp>
      <p:sp>
        <p:nvSpPr>
          <p:cNvPr id="5"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15729077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KSO_BT1"/>
          <p:cNvSpPr>
            <a:spLocks noGrp="1"/>
          </p:cNvSpPr>
          <p:nvPr>
            <p:ph type="title"/>
          </p:nvPr>
        </p:nvSpPr>
        <p:spPr>
          <a:xfrm>
            <a:off x="1727199" y="88899"/>
            <a:ext cx="6984076" cy="537767"/>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824578" y="1032272"/>
            <a:ext cx="3868340" cy="617934"/>
          </a:xfrm>
        </p:spPr>
        <p:txBody>
          <a:bodyPr anchor="b">
            <a:normAutofit/>
          </a:bodyPr>
          <a:lstStyle>
            <a:lvl1pPr marL="0" indent="0">
              <a:buNone/>
              <a:defRPr sz="1000" b="1"/>
            </a:lvl1pPr>
            <a:lvl2pPr marL="257175" indent="0">
              <a:buNone/>
              <a:defRPr sz="1100" b="1"/>
            </a:lvl2pPr>
            <a:lvl3pPr marL="514350" indent="0">
              <a:buNone/>
              <a:defRPr sz="1000"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4" name="KSO_BC1"/>
          <p:cNvSpPr>
            <a:spLocks noGrp="1"/>
          </p:cNvSpPr>
          <p:nvPr>
            <p:ph sz="half" idx="2"/>
          </p:nvPr>
        </p:nvSpPr>
        <p:spPr>
          <a:xfrm>
            <a:off x="824578" y="1650206"/>
            <a:ext cx="3868340" cy="2763441"/>
          </a:xfrm>
        </p:spPr>
        <p:txBody>
          <a:bodyPr/>
          <a:lstStyle/>
          <a:p>
            <a:pPr lvl="0"/>
            <a:r>
              <a:rPr lang="zh-CN" altLang="en-US"/>
              <a:t>单击此处编辑母版文本样式</a:t>
            </a:r>
          </a:p>
          <a:p>
            <a:pPr lvl="1"/>
            <a:r>
              <a:rPr lang="zh-CN" altLang="en-US"/>
              <a:t>第二级</a:t>
            </a:r>
          </a:p>
        </p:txBody>
      </p:sp>
      <p:sp>
        <p:nvSpPr>
          <p:cNvPr id="5" name="Text Placeholder 4"/>
          <p:cNvSpPr>
            <a:spLocks noGrp="1"/>
          </p:cNvSpPr>
          <p:nvPr>
            <p:ph type="body" sz="quarter" idx="3"/>
          </p:nvPr>
        </p:nvSpPr>
        <p:spPr>
          <a:xfrm>
            <a:off x="4823885" y="1032272"/>
            <a:ext cx="3887391" cy="617934"/>
          </a:xfrm>
        </p:spPr>
        <p:txBody>
          <a:bodyPr anchor="b">
            <a:normAutofit/>
          </a:bodyPr>
          <a:lstStyle>
            <a:lvl1pPr marL="0" indent="0">
              <a:buNone/>
              <a:defRPr sz="1000" b="1"/>
            </a:lvl1pPr>
            <a:lvl2pPr marL="257175" indent="0">
              <a:buNone/>
              <a:defRPr sz="1100" b="1"/>
            </a:lvl2pPr>
            <a:lvl3pPr marL="514350" indent="0">
              <a:buNone/>
              <a:defRPr sz="1000"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zh-CN" altLang="en-US"/>
              <a:t>单击此处编辑母版文本样式</a:t>
            </a:r>
          </a:p>
        </p:txBody>
      </p:sp>
      <p:sp>
        <p:nvSpPr>
          <p:cNvPr id="6" name="KSO_BC2"/>
          <p:cNvSpPr>
            <a:spLocks noGrp="1"/>
          </p:cNvSpPr>
          <p:nvPr>
            <p:ph sz="quarter" idx="4"/>
          </p:nvPr>
        </p:nvSpPr>
        <p:spPr>
          <a:xfrm>
            <a:off x="4823885" y="1650206"/>
            <a:ext cx="3887391" cy="2763441"/>
          </a:xfrm>
        </p:spPr>
        <p:txBody>
          <a:bodyPr/>
          <a:lstStyle/>
          <a:p>
            <a:pPr lvl="0"/>
            <a:r>
              <a:rPr lang="zh-CN" altLang="en-US"/>
              <a:t>单击此处编辑母版文本样式</a:t>
            </a:r>
          </a:p>
          <a:p>
            <a:pPr lvl="1"/>
            <a:r>
              <a:rPr lang="zh-CN" altLang="en-US"/>
              <a:t>第二级</a:t>
            </a:r>
          </a:p>
        </p:txBody>
      </p:sp>
      <p:sp>
        <p:nvSpPr>
          <p:cNvPr id="7"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8" name="KSO_FT"/>
          <p:cNvSpPr>
            <a:spLocks noGrp="1"/>
          </p:cNvSpPr>
          <p:nvPr>
            <p:ph type="ftr" sz="quarter" idx="11"/>
          </p:nvPr>
        </p:nvSpPr>
        <p:spPr/>
        <p:txBody>
          <a:bodyPr/>
          <a:lstStyle/>
          <a:p>
            <a:endParaRPr lang="zh-CN" altLang="en-US"/>
          </a:p>
        </p:txBody>
      </p:sp>
      <p:sp>
        <p:nvSpPr>
          <p:cNvPr id="9"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3950825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4" name="KSO_FT"/>
          <p:cNvSpPr>
            <a:spLocks noGrp="1"/>
          </p:cNvSpPr>
          <p:nvPr>
            <p:ph type="ftr" sz="quarter" idx="11"/>
          </p:nvPr>
        </p:nvSpPr>
        <p:spPr/>
        <p:txBody>
          <a:bodyPr/>
          <a:lstStyle/>
          <a:p>
            <a:endParaRPr lang="zh-CN" altLang="en-US"/>
          </a:p>
        </p:txBody>
      </p:sp>
      <p:sp>
        <p:nvSpPr>
          <p:cNvPr id="5"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9757675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3" name="KSO_FT"/>
          <p:cNvSpPr>
            <a:spLocks noGrp="1"/>
          </p:cNvSpPr>
          <p:nvPr>
            <p:ph type="ftr" sz="quarter" idx="11"/>
          </p:nvPr>
        </p:nvSpPr>
        <p:spPr/>
        <p:txBody>
          <a:bodyPr/>
          <a:lstStyle/>
          <a:p>
            <a:endParaRPr lang="zh-CN" altLang="en-US"/>
          </a:p>
        </p:txBody>
      </p:sp>
      <p:sp>
        <p:nvSpPr>
          <p:cNvPr id="4"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8257985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KSO_BT1"/>
          <p:cNvSpPr>
            <a:spLocks noGrp="1"/>
          </p:cNvSpPr>
          <p:nvPr>
            <p:ph type="title"/>
          </p:nvPr>
        </p:nvSpPr>
        <p:spPr>
          <a:xfrm>
            <a:off x="858444" y="400052"/>
            <a:ext cx="2949178" cy="1200150"/>
          </a:xfrm>
        </p:spPr>
        <p:txBody>
          <a:bodyPr anchor="b"/>
          <a:lstStyle>
            <a:lvl1pPr>
              <a:defRPr sz="1800"/>
            </a:lvl1pPr>
          </a:lstStyle>
          <a:p>
            <a:r>
              <a:rPr lang="zh-CN" altLang="en-US"/>
              <a:t>单击此处编辑母版标题样式</a:t>
            </a:r>
            <a:endParaRPr lang="en-US" dirty="0"/>
          </a:p>
        </p:txBody>
      </p:sp>
      <p:sp>
        <p:nvSpPr>
          <p:cNvPr id="3" name="KSO_BC1"/>
          <p:cNvSpPr>
            <a:spLocks noGrp="1"/>
          </p:cNvSpPr>
          <p:nvPr>
            <p:ph idx="1"/>
          </p:nvPr>
        </p:nvSpPr>
        <p:spPr>
          <a:xfrm>
            <a:off x="4115992" y="797724"/>
            <a:ext cx="4629150" cy="3655219"/>
          </a:xfrm>
        </p:spPr>
        <p:txBody>
          <a:bodyPr>
            <a:normAutofit/>
          </a:bodyPr>
          <a:lstStyle>
            <a:lvl1pPr>
              <a:defRPr sz="1100"/>
            </a:lvl1pPr>
            <a:lvl2pPr>
              <a:defRPr sz="1000"/>
            </a:lvl2pPr>
            <a:lvl3pPr>
              <a:defRPr sz="900"/>
            </a:lvl3pPr>
            <a:lvl4pPr>
              <a:defRPr sz="800"/>
            </a:lvl4pPr>
            <a:lvl5pPr>
              <a:defRPr sz="800"/>
            </a:lvl5pPr>
            <a:lvl6pPr>
              <a:defRPr sz="1100"/>
            </a:lvl6pPr>
            <a:lvl7pPr>
              <a:defRPr sz="1100"/>
            </a:lvl7pPr>
            <a:lvl8pPr>
              <a:defRPr sz="1100"/>
            </a:lvl8pPr>
            <a:lvl9pPr>
              <a:defRPr sz="1100"/>
            </a:lvl9pPr>
          </a:lstStyle>
          <a:p>
            <a:pPr lvl="0"/>
            <a:r>
              <a:rPr lang="zh-CN" altLang="en-US"/>
              <a:t>单击此处编辑母版文本样式</a:t>
            </a:r>
          </a:p>
          <a:p>
            <a:pPr lvl="1"/>
            <a:r>
              <a:rPr lang="zh-CN" altLang="en-US"/>
              <a:t>第二级</a:t>
            </a:r>
          </a:p>
        </p:txBody>
      </p:sp>
      <p:sp>
        <p:nvSpPr>
          <p:cNvPr id="4" name="KSO_BC2"/>
          <p:cNvSpPr>
            <a:spLocks noGrp="1"/>
          </p:cNvSpPr>
          <p:nvPr>
            <p:ph type="body" sz="half" idx="2"/>
          </p:nvPr>
        </p:nvSpPr>
        <p:spPr>
          <a:xfrm>
            <a:off x="858444" y="1600202"/>
            <a:ext cx="2949178" cy="2858691"/>
          </a:xfrm>
        </p:spPr>
        <p:txBody>
          <a:bodyPr/>
          <a:lstStyle>
            <a:lvl1pPr marL="0" indent="0">
              <a:buNone/>
              <a:defRPr sz="900"/>
            </a:lvl1pPr>
            <a:lvl2pPr marL="257175" indent="0">
              <a:buNone/>
              <a:defRPr sz="800"/>
            </a:lvl2pPr>
            <a:lvl3pPr marL="514350" indent="0">
              <a:buNone/>
              <a:defRPr sz="700"/>
            </a:lvl3pPr>
            <a:lvl4pPr marL="771525" indent="0">
              <a:buNone/>
              <a:defRPr sz="600"/>
            </a:lvl4pPr>
            <a:lvl5pPr marL="1028700" indent="0">
              <a:buNone/>
              <a:defRPr sz="600"/>
            </a:lvl5pPr>
            <a:lvl6pPr marL="1285875" indent="0">
              <a:buNone/>
              <a:defRPr sz="600"/>
            </a:lvl6pPr>
            <a:lvl7pPr marL="1543050" indent="0">
              <a:buNone/>
              <a:defRPr sz="600"/>
            </a:lvl7pPr>
            <a:lvl8pPr marL="1800225" indent="0">
              <a:buNone/>
              <a:defRPr sz="600"/>
            </a:lvl8pPr>
            <a:lvl9pPr marL="2057400" indent="0">
              <a:buNone/>
              <a:defRPr sz="600"/>
            </a:lvl9pPr>
          </a:lstStyle>
          <a:p>
            <a:pPr lvl="0"/>
            <a:r>
              <a:rPr lang="zh-CN" altLang="en-US"/>
              <a:t>单击此处编辑母版文本样式</a:t>
            </a:r>
          </a:p>
        </p:txBody>
      </p:sp>
      <p:sp>
        <p:nvSpPr>
          <p:cNvPr id="5"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7024856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KSO_BT1"/>
          <p:cNvSpPr>
            <a:spLocks noGrp="1"/>
          </p:cNvSpPr>
          <p:nvPr>
            <p:ph type="title"/>
          </p:nvPr>
        </p:nvSpPr>
        <p:spPr>
          <a:xfrm>
            <a:off x="934644" y="342900"/>
            <a:ext cx="2949178" cy="1200150"/>
          </a:xfrm>
        </p:spPr>
        <p:txBody>
          <a:bodyPr anchor="b"/>
          <a:lstStyle>
            <a:lvl1pPr>
              <a:defRPr sz="1800"/>
            </a:lvl1pPr>
          </a:lstStyle>
          <a:p>
            <a:r>
              <a:rPr lang="zh-CN" altLang="en-US"/>
              <a:t>单击此处编辑母版标题样式</a:t>
            </a:r>
            <a:endParaRPr lang="en-US" dirty="0"/>
          </a:p>
        </p:txBody>
      </p:sp>
      <p:sp>
        <p:nvSpPr>
          <p:cNvPr id="3" name="KSO_BC1"/>
          <p:cNvSpPr>
            <a:spLocks noGrp="1" noChangeAspect="1"/>
          </p:cNvSpPr>
          <p:nvPr>
            <p:ph type="pic" idx="1"/>
          </p:nvPr>
        </p:nvSpPr>
        <p:spPr>
          <a:xfrm>
            <a:off x="4082125" y="740572"/>
            <a:ext cx="4629150" cy="3655219"/>
          </a:xfrm>
        </p:spPr>
        <p:txBody>
          <a:bodyPr anchor="t"/>
          <a:lstStyle>
            <a:lvl1pPr marL="0" indent="0">
              <a:buNone/>
              <a:defRPr sz="1800"/>
            </a:lvl1pPr>
            <a:lvl2pPr marL="257175" indent="0">
              <a:buNone/>
              <a:defRPr sz="1600"/>
            </a:lvl2pPr>
            <a:lvl3pPr marL="514350" indent="0">
              <a:buNone/>
              <a:defRPr sz="1400"/>
            </a:lvl3pPr>
            <a:lvl4pPr marL="771525" indent="0">
              <a:buNone/>
              <a:defRPr sz="1100"/>
            </a:lvl4pPr>
            <a:lvl5pPr marL="1028700" indent="0">
              <a:buNone/>
              <a:defRPr sz="1100"/>
            </a:lvl5pPr>
            <a:lvl6pPr marL="1285875" indent="0">
              <a:buNone/>
              <a:defRPr sz="1100"/>
            </a:lvl6pPr>
            <a:lvl7pPr marL="1543050" indent="0">
              <a:buNone/>
              <a:defRPr sz="1100"/>
            </a:lvl7pPr>
            <a:lvl8pPr marL="1800225" indent="0">
              <a:buNone/>
              <a:defRPr sz="1100"/>
            </a:lvl8pPr>
            <a:lvl9pPr marL="2057400" indent="0">
              <a:buNone/>
              <a:defRPr sz="1100"/>
            </a:lvl9pPr>
          </a:lstStyle>
          <a:p>
            <a:r>
              <a:rPr lang="zh-CN" altLang="en-US"/>
              <a:t>单击图标添加图片</a:t>
            </a:r>
            <a:endParaRPr lang="en-US" dirty="0"/>
          </a:p>
        </p:txBody>
      </p:sp>
      <p:sp>
        <p:nvSpPr>
          <p:cNvPr id="4" name="KSO_BC2"/>
          <p:cNvSpPr>
            <a:spLocks noGrp="1"/>
          </p:cNvSpPr>
          <p:nvPr>
            <p:ph type="body" sz="half" idx="2"/>
          </p:nvPr>
        </p:nvSpPr>
        <p:spPr>
          <a:xfrm>
            <a:off x="934644" y="1543050"/>
            <a:ext cx="2949178" cy="2858691"/>
          </a:xfrm>
        </p:spPr>
        <p:txBody>
          <a:bodyPr/>
          <a:lstStyle>
            <a:lvl1pPr marL="0" indent="0">
              <a:buNone/>
              <a:defRPr sz="900"/>
            </a:lvl1pPr>
            <a:lvl2pPr marL="257175" indent="0">
              <a:buNone/>
              <a:defRPr sz="800"/>
            </a:lvl2pPr>
            <a:lvl3pPr marL="514350" indent="0">
              <a:buNone/>
              <a:defRPr sz="700"/>
            </a:lvl3pPr>
            <a:lvl4pPr marL="771525" indent="0">
              <a:buNone/>
              <a:defRPr sz="600"/>
            </a:lvl4pPr>
            <a:lvl5pPr marL="1028700" indent="0">
              <a:buNone/>
              <a:defRPr sz="600"/>
            </a:lvl5pPr>
            <a:lvl6pPr marL="1285875" indent="0">
              <a:buNone/>
              <a:defRPr sz="600"/>
            </a:lvl6pPr>
            <a:lvl7pPr marL="1543050" indent="0">
              <a:buNone/>
              <a:defRPr sz="600"/>
            </a:lvl7pPr>
            <a:lvl8pPr marL="1800225" indent="0">
              <a:buNone/>
              <a:defRPr sz="600"/>
            </a:lvl8pPr>
            <a:lvl9pPr marL="2057400" indent="0">
              <a:buNone/>
              <a:defRPr sz="600"/>
            </a:lvl9pPr>
          </a:lstStyle>
          <a:p>
            <a:pPr lvl="0"/>
            <a:r>
              <a:rPr lang="zh-CN" altLang="en-US"/>
              <a:t>单击此处编辑母版文本样式</a:t>
            </a:r>
          </a:p>
        </p:txBody>
      </p:sp>
      <p:sp>
        <p:nvSpPr>
          <p:cNvPr id="5"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6" name="KSO_FT"/>
          <p:cNvSpPr>
            <a:spLocks noGrp="1"/>
          </p:cNvSpPr>
          <p:nvPr>
            <p:ph type="ftr" sz="quarter" idx="11"/>
          </p:nvPr>
        </p:nvSpPr>
        <p:spPr/>
        <p:txBody>
          <a:bodyPr/>
          <a:lstStyle/>
          <a:p>
            <a:endParaRPr lang="zh-CN" altLang="en-US"/>
          </a:p>
        </p:txBody>
      </p:sp>
      <p:sp>
        <p:nvSpPr>
          <p:cNvPr id="7"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3494004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a:t>单击此处编辑母版标题样式</a:t>
            </a:r>
            <a:endParaRPr lang="en-US" dirty="0"/>
          </a:p>
        </p:txBody>
      </p:sp>
      <p:sp>
        <p:nvSpPr>
          <p:cNvPr id="3" name="KSO_BC1"/>
          <p:cNvSpPr>
            <a:spLocks noGrp="1"/>
          </p:cNvSpPr>
          <p:nvPr>
            <p:ph type="body" orient="vert" idx="1"/>
          </p:nvPr>
        </p:nvSpPr>
        <p:spPr/>
        <p:txBody>
          <a:bodyPr vert="eaVert"/>
          <a:lstStyle/>
          <a:p>
            <a:pPr lvl="0"/>
            <a:r>
              <a:rPr lang="zh-CN" altLang="en-US"/>
              <a:t>单击此处编辑母版文本样式</a:t>
            </a:r>
          </a:p>
          <a:p>
            <a:pPr lvl="1"/>
            <a:r>
              <a:rPr lang="zh-CN" altLang="en-US"/>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7690674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KSO_BT1"/>
          <p:cNvSpPr>
            <a:spLocks noGrp="1"/>
          </p:cNvSpPr>
          <p:nvPr>
            <p:ph type="title" orient="vert"/>
          </p:nvPr>
        </p:nvSpPr>
        <p:spPr>
          <a:xfrm>
            <a:off x="7628469" y="273844"/>
            <a:ext cx="886883" cy="4358879"/>
          </a:xfrm>
        </p:spPr>
        <p:txBody>
          <a:bodyPr vert="eaVert"/>
          <a:lstStyle/>
          <a:p>
            <a:r>
              <a:rPr lang="zh-CN" altLang="en-US"/>
              <a:t>单击此处编辑母版标题样式</a:t>
            </a:r>
            <a:endParaRPr lang="en-US" dirty="0"/>
          </a:p>
        </p:txBody>
      </p:sp>
      <p:sp>
        <p:nvSpPr>
          <p:cNvPr id="3" name="KSO_BC1"/>
          <p:cNvSpPr>
            <a:spLocks noGrp="1"/>
          </p:cNvSpPr>
          <p:nvPr>
            <p:ph type="body" orient="vert" idx="1"/>
          </p:nvPr>
        </p:nvSpPr>
        <p:spPr>
          <a:xfrm>
            <a:off x="1585383" y="273844"/>
            <a:ext cx="5949952" cy="4358879"/>
          </a:xfrm>
        </p:spPr>
        <p:txBody>
          <a:bodyPr vert="eaVert"/>
          <a:lstStyle/>
          <a:p>
            <a:pPr lvl="0"/>
            <a:r>
              <a:rPr lang="zh-CN" altLang="en-US"/>
              <a:t>单击此处编辑母版文本样式</a:t>
            </a:r>
          </a:p>
          <a:p>
            <a:pPr lvl="1"/>
            <a:r>
              <a:rPr lang="zh-CN" altLang="en-US"/>
              <a:t>第二级</a:t>
            </a:r>
          </a:p>
        </p:txBody>
      </p:sp>
      <p:sp>
        <p:nvSpPr>
          <p:cNvPr id="4" name="KSO_FD"/>
          <p:cNvSpPr>
            <a:spLocks noGrp="1"/>
          </p:cNvSpPr>
          <p:nvPr>
            <p:ph type="dt" sz="half" idx="10"/>
          </p:nvPr>
        </p:nvSpPr>
        <p:spPr/>
        <p:txBody>
          <a:bodyPr/>
          <a:lstStyle/>
          <a:p>
            <a:fld id="{1FE7BD1D-B284-4506-85BF-D02BB5BA5E47}" type="datetimeFigureOut">
              <a:rPr lang="zh-CN" altLang="en-US" smtClean="0"/>
              <a:t>2024/12/2</a:t>
            </a:fld>
            <a:endParaRPr lang="zh-CN" altLang="en-US"/>
          </a:p>
        </p:txBody>
      </p:sp>
      <p:sp>
        <p:nvSpPr>
          <p:cNvPr id="5" name="KSO_FT"/>
          <p:cNvSpPr>
            <a:spLocks noGrp="1"/>
          </p:cNvSpPr>
          <p:nvPr>
            <p:ph type="ftr" sz="quarter" idx="11"/>
          </p:nvPr>
        </p:nvSpPr>
        <p:spPr/>
        <p:txBody>
          <a:bodyPr/>
          <a:lstStyle/>
          <a:p>
            <a:endParaRPr lang="zh-CN" altLang="en-US"/>
          </a:p>
        </p:txBody>
      </p:sp>
      <p:sp>
        <p:nvSpPr>
          <p:cNvPr id="6" name="KSO_FN"/>
          <p:cNvSpPr>
            <a:spLocks noGrp="1"/>
          </p:cNvSpPr>
          <p:nvPr>
            <p:ph type="sldNum" sz="quarter" idx="12"/>
          </p:nvPr>
        </p:nvSpPr>
        <p:spPr/>
        <p:txBody>
          <a:bodyPr/>
          <a:lstStyle/>
          <a:p>
            <a:fld id="{B175336B-BC74-4DD6-BD11-FD15792EF55D}" type="slidenum">
              <a:rPr lang="zh-CN" altLang="en-US" smtClean="0"/>
              <a:t>‹#›</a:t>
            </a:fld>
            <a:endParaRPr lang="zh-CN" altLang="en-US"/>
          </a:p>
        </p:txBody>
      </p:sp>
    </p:spTree>
    <p:extLst>
      <p:ext uri="{BB962C8B-B14F-4D97-AF65-F5344CB8AC3E}">
        <p14:creationId xmlns:p14="http://schemas.microsoft.com/office/powerpoint/2010/main" val="26129633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2" name="图片 11"/>
          <p:cNvPicPr>
            <a:picLocks noChangeAspect="1"/>
          </p:cNvPicPr>
          <p:nvPr/>
        </p:nvPicPr>
        <p:blipFill rotWithShape="1">
          <a:blip r:embed="rId13">
            <a:extLst>
              <a:ext uri="{28A0092B-C50C-407E-A947-70E740481C1C}">
                <a14:useLocalDpi xmlns:a14="http://schemas.microsoft.com/office/drawing/2010/main" val="0"/>
              </a:ext>
            </a:extLst>
          </a:blip>
          <a:srcRect l="1474" t="26028" r="6166" b="4484"/>
          <a:stretch/>
        </p:blipFill>
        <p:spPr>
          <a:xfrm>
            <a:off x="-2" y="1753372"/>
            <a:ext cx="5924552" cy="3390128"/>
          </a:xfrm>
          <a:prstGeom prst="rect">
            <a:avLst/>
          </a:prstGeom>
        </p:spPr>
      </p:pic>
      <p:sp>
        <p:nvSpPr>
          <p:cNvPr id="4" name="KSO_FD"/>
          <p:cNvSpPr>
            <a:spLocks noGrp="1"/>
          </p:cNvSpPr>
          <p:nvPr>
            <p:ph type="dt" sz="half" idx="2"/>
          </p:nvPr>
        </p:nvSpPr>
        <p:spPr>
          <a:xfrm>
            <a:off x="628650" y="4838703"/>
            <a:ext cx="2057400" cy="273844"/>
          </a:xfrm>
          <a:prstGeom prst="rect">
            <a:avLst/>
          </a:prstGeom>
        </p:spPr>
        <p:txBody>
          <a:bodyPr vert="horz" lIns="68580" tIns="34290" rIns="68580" bIns="34290" rtlCol="0" anchor="ctr"/>
          <a:lstStyle>
            <a:lvl1pPr algn="l">
              <a:defRPr sz="900">
                <a:solidFill>
                  <a:schemeClr val="tx1"/>
                </a:solidFill>
              </a:defRPr>
            </a:lvl1pPr>
          </a:lstStyle>
          <a:p>
            <a:fld id="{1FE7BD1D-B284-4506-85BF-D02BB5BA5E47}" type="datetimeFigureOut">
              <a:rPr lang="zh-CN" altLang="en-US" smtClean="0"/>
              <a:t>2024/12/2</a:t>
            </a:fld>
            <a:endParaRPr lang="zh-CN" altLang="en-US"/>
          </a:p>
        </p:txBody>
      </p:sp>
      <p:sp>
        <p:nvSpPr>
          <p:cNvPr id="5" name="KSO_FT"/>
          <p:cNvSpPr>
            <a:spLocks noGrp="1"/>
          </p:cNvSpPr>
          <p:nvPr>
            <p:ph type="ftr" sz="quarter" idx="3"/>
          </p:nvPr>
        </p:nvSpPr>
        <p:spPr>
          <a:xfrm>
            <a:off x="3028950" y="4838703"/>
            <a:ext cx="3086100" cy="273844"/>
          </a:xfrm>
          <a:prstGeom prst="rect">
            <a:avLst/>
          </a:prstGeom>
        </p:spPr>
        <p:txBody>
          <a:bodyPr vert="horz" lIns="68580" tIns="34290" rIns="68580" bIns="34290" rtlCol="0" anchor="ctr"/>
          <a:lstStyle>
            <a:lvl1pPr algn="ctr">
              <a:defRPr sz="900">
                <a:solidFill>
                  <a:schemeClr val="tx1"/>
                </a:solidFill>
              </a:defRPr>
            </a:lvl1pPr>
          </a:lstStyle>
          <a:p>
            <a:endParaRPr lang="zh-CN" altLang="en-US"/>
          </a:p>
        </p:txBody>
      </p:sp>
      <p:sp>
        <p:nvSpPr>
          <p:cNvPr id="6" name="KSO_FN"/>
          <p:cNvSpPr>
            <a:spLocks noGrp="1"/>
          </p:cNvSpPr>
          <p:nvPr>
            <p:ph type="sldNum" sz="quarter" idx="4"/>
          </p:nvPr>
        </p:nvSpPr>
        <p:spPr>
          <a:xfrm>
            <a:off x="6457950" y="4838703"/>
            <a:ext cx="2057400" cy="273844"/>
          </a:xfrm>
          <a:prstGeom prst="rect">
            <a:avLst/>
          </a:prstGeom>
        </p:spPr>
        <p:txBody>
          <a:bodyPr vert="horz" lIns="68580" tIns="34290" rIns="68580" bIns="34290" rtlCol="0" anchor="ctr"/>
          <a:lstStyle>
            <a:lvl1pPr algn="r">
              <a:defRPr sz="900">
                <a:solidFill>
                  <a:schemeClr val="tx1"/>
                </a:solidFill>
              </a:defRPr>
            </a:lvl1pPr>
          </a:lstStyle>
          <a:p>
            <a:fld id="{B175336B-BC74-4DD6-BD11-FD15792EF55D}" type="slidenum">
              <a:rPr lang="zh-CN" altLang="en-US" smtClean="0"/>
              <a:t>‹#›</a:t>
            </a:fld>
            <a:endParaRPr lang="zh-CN" altLang="en-US"/>
          </a:p>
        </p:txBody>
      </p:sp>
      <p:sp>
        <p:nvSpPr>
          <p:cNvPr id="3" name="KSO_BC1"/>
          <p:cNvSpPr>
            <a:spLocks noGrp="1"/>
          </p:cNvSpPr>
          <p:nvPr>
            <p:ph type="body" idx="1"/>
          </p:nvPr>
        </p:nvSpPr>
        <p:spPr>
          <a:xfrm>
            <a:off x="854015" y="850107"/>
            <a:ext cx="7866654" cy="3825107"/>
          </a:xfrm>
          <a:prstGeom prst="rect">
            <a:avLst/>
          </a:prstGeom>
        </p:spPr>
        <p:txBody>
          <a:bodyPr vert="horz" lIns="68580" tIns="34290" rIns="68580" bIns="34290" rtlCol="0">
            <a:normAutofit/>
          </a:bodyPr>
          <a:lstStyle/>
          <a:p>
            <a:pPr lvl="0"/>
            <a:r>
              <a:rPr lang="zh-CN" altLang="en-US" dirty="0"/>
              <a:t>单击此处编辑母版文本样式</a:t>
            </a:r>
          </a:p>
          <a:p>
            <a:pPr lvl="1"/>
            <a:r>
              <a:rPr lang="zh-CN" altLang="en-US" dirty="0"/>
              <a:t>第二级</a:t>
            </a:r>
          </a:p>
        </p:txBody>
      </p:sp>
      <p:sp>
        <p:nvSpPr>
          <p:cNvPr id="2" name="KSO_BT1"/>
          <p:cNvSpPr>
            <a:spLocks noGrp="1"/>
          </p:cNvSpPr>
          <p:nvPr>
            <p:ph type="title"/>
          </p:nvPr>
        </p:nvSpPr>
        <p:spPr>
          <a:xfrm>
            <a:off x="504826" y="160440"/>
            <a:ext cx="8215844" cy="597008"/>
          </a:xfrm>
          <a:prstGeom prst="rect">
            <a:avLst/>
          </a:prstGeom>
        </p:spPr>
        <p:txBody>
          <a:bodyPr vert="horz" lIns="68580" tIns="34290" rIns="68580" bIns="34290" rtlCol="0" anchor="ctr">
            <a:normAutofit/>
          </a:bodyPr>
          <a:lstStyle/>
          <a:p>
            <a:r>
              <a:rPr lang="zh-CN" altLang="en-US" dirty="0"/>
              <a:t>单击此处编辑母版标题样式</a:t>
            </a:r>
            <a:endParaRPr lang="en-US" dirty="0"/>
          </a:p>
        </p:txBody>
      </p:sp>
    </p:spTree>
    <p:extLst>
      <p:ext uri="{BB962C8B-B14F-4D97-AF65-F5344CB8AC3E}">
        <p14:creationId xmlns:p14="http://schemas.microsoft.com/office/powerpoint/2010/main" val="2821067487"/>
      </p:ext>
    </p:extLst>
  </p:cSld>
  <p:clrMap bg1="lt1" tx1="dk1" bg2="lt2" tx2="dk2" accent1="accent1" accent2="accent2" accent3="accent3" accent4="accent4" accent5="accent5" accent6="accent6" hlink="hlink" folHlink="folHlink"/>
  <p:sldLayoutIdLst>
    <p:sldLayoutId id="2147484094" r:id="rId1"/>
    <p:sldLayoutId id="2147484095" r:id="rId2"/>
    <p:sldLayoutId id="2147484096" r:id="rId3"/>
    <p:sldLayoutId id="2147484097" r:id="rId4"/>
    <p:sldLayoutId id="2147484098" r:id="rId5"/>
    <p:sldLayoutId id="2147484099" r:id="rId6"/>
    <p:sldLayoutId id="2147484100" r:id="rId7"/>
    <p:sldLayoutId id="2147484101" r:id="rId8"/>
    <p:sldLayoutId id="2147484102" r:id="rId9"/>
    <p:sldLayoutId id="2147484103" r:id="rId10"/>
    <p:sldLayoutId id="2147484104" r:id="rId11"/>
  </p:sldLayoutIdLst>
  <p:txStyles>
    <p:titleStyle>
      <a:lvl1pPr algn="ctr" defTabSz="514350" rtl="0" eaLnBrk="1" latinLnBrk="0" hangingPunct="1">
        <a:lnSpc>
          <a:spcPct val="90000"/>
        </a:lnSpc>
        <a:spcBef>
          <a:spcPct val="0"/>
        </a:spcBef>
        <a:buNone/>
        <a:defRPr sz="2400" b="0" i="0" kern="1200" baseline="0">
          <a:solidFill>
            <a:schemeClr val="tx1">
              <a:lumMod val="50000"/>
            </a:schemeClr>
          </a:solidFill>
          <a:effectLst/>
          <a:latin typeface="+mj-ea"/>
          <a:ea typeface="+mj-ea"/>
          <a:cs typeface="+mj-cs"/>
        </a:defRPr>
      </a:lvl1pPr>
    </p:titleStyle>
    <p:bodyStyle>
      <a:lvl1pPr marL="271463" indent="-271463" algn="just" defTabSz="514350" rtl="0" eaLnBrk="1" latinLnBrk="0" hangingPunct="1">
        <a:lnSpc>
          <a:spcPct val="110000"/>
        </a:lnSpc>
        <a:spcBef>
          <a:spcPts val="900"/>
        </a:spcBef>
        <a:spcAft>
          <a:spcPts val="0"/>
        </a:spcAft>
        <a:buClr>
          <a:schemeClr val="accent2"/>
        </a:buClr>
        <a:buSzPct val="50000"/>
        <a:buFont typeface="Wingdings 2" panose="05020102010507070707" pitchFamily="18" charset="2"/>
        <a:buChar char=""/>
        <a:defRPr lang="zh-CN" altLang="en-US" sz="1800" b="1" kern="1200" baseline="0" dirty="0" smtClean="0">
          <a:solidFill>
            <a:schemeClr val="accent1"/>
          </a:solidFill>
          <a:latin typeface="+mn-ea"/>
          <a:ea typeface="+mn-ea"/>
          <a:cs typeface="+mn-cs"/>
        </a:defRPr>
      </a:lvl1pPr>
      <a:lvl2pPr marL="271463" indent="-271463" algn="just" defTabSz="514350" rtl="0" eaLnBrk="1" latinLnBrk="0" hangingPunct="1">
        <a:lnSpc>
          <a:spcPct val="120000"/>
        </a:lnSpc>
        <a:spcBef>
          <a:spcPts val="0"/>
        </a:spcBef>
        <a:spcAft>
          <a:spcPts val="900"/>
        </a:spcAft>
        <a:buClr>
          <a:schemeClr val="accent2">
            <a:lumMod val="60000"/>
            <a:lumOff val="40000"/>
          </a:schemeClr>
        </a:buClr>
        <a:buFont typeface="幼圆" panose="02010509060101010101" pitchFamily="49" charset="-122"/>
        <a:buChar char=" "/>
        <a:defRPr sz="1400" b="0" kern="1200" baseline="0">
          <a:solidFill>
            <a:schemeClr val="tx1"/>
          </a:solidFill>
          <a:latin typeface="+mn-ea"/>
          <a:ea typeface="+mn-ea"/>
          <a:cs typeface="+mn-cs"/>
        </a:defRPr>
      </a:lvl2pPr>
      <a:lvl3pPr marL="642938" indent="-128588" algn="l" defTabSz="514350" rtl="0" eaLnBrk="1" latinLnBrk="0" hangingPunct="1">
        <a:lnSpc>
          <a:spcPct val="90000"/>
        </a:lnSpc>
        <a:spcBef>
          <a:spcPts val="281"/>
        </a:spcBef>
        <a:buFont typeface="Arial" panose="020B0604020202020204" pitchFamily="34" charset="0"/>
        <a:buChar char="•"/>
        <a:defRPr sz="1100" kern="1200">
          <a:solidFill>
            <a:schemeClr val="tx1"/>
          </a:solidFill>
          <a:latin typeface="+mn-lt"/>
          <a:ea typeface="+mn-ea"/>
          <a:cs typeface="+mn-cs"/>
        </a:defRPr>
      </a:lvl3pPr>
      <a:lvl4pPr marL="90011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4pPr>
      <a:lvl5pPr marL="115728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00" kern="1200">
          <a:solidFill>
            <a:schemeClr val="tx1"/>
          </a:solidFill>
          <a:latin typeface="+mn-lt"/>
          <a:ea typeface="+mn-ea"/>
          <a:cs typeface="+mn-cs"/>
        </a:defRPr>
      </a:lvl9pPr>
    </p:bodyStyle>
    <p:otherStyle>
      <a:defPPr>
        <a:defRPr lang="en-US"/>
      </a:defPPr>
      <a:lvl1pPr marL="0" algn="l" defTabSz="514350" rtl="0" eaLnBrk="1" latinLnBrk="0" hangingPunct="1">
        <a:defRPr sz="1000" kern="1200">
          <a:solidFill>
            <a:schemeClr val="tx1"/>
          </a:solidFill>
          <a:latin typeface="+mn-lt"/>
          <a:ea typeface="+mn-ea"/>
          <a:cs typeface="+mn-cs"/>
        </a:defRPr>
      </a:lvl1pPr>
      <a:lvl2pPr marL="257175" algn="l" defTabSz="514350" rtl="0" eaLnBrk="1" latinLnBrk="0" hangingPunct="1">
        <a:defRPr sz="1000" kern="1200">
          <a:solidFill>
            <a:schemeClr val="tx1"/>
          </a:solidFill>
          <a:latin typeface="+mn-lt"/>
          <a:ea typeface="+mn-ea"/>
          <a:cs typeface="+mn-cs"/>
        </a:defRPr>
      </a:lvl2pPr>
      <a:lvl3pPr marL="514350" algn="l" defTabSz="514350" rtl="0" eaLnBrk="1" latinLnBrk="0" hangingPunct="1">
        <a:defRPr sz="1000" kern="1200">
          <a:solidFill>
            <a:schemeClr val="tx1"/>
          </a:solidFill>
          <a:latin typeface="+mn-lt"/>
          <a:ea typeface="+mn-ea"/>
          <a:cs typeface="+mn-cs"/>
        </a:defRPr>
      </a:lvl3pPr>
      <a:lvl4pPr marL="771525" algn="l" defTabSz="514350" rtl="0" eaLnBrk="1" latinLnBrk="0" hangingPunct="1">
        <a:defRPr sz="1000" kern="1200">
          <a:solidFill>
            <a:schemeClr val="tx1"/>
          </a:solidFill>
          <a:latin typeface="+mn-lt"/>
          <a:ea typeface="+mn-ea"/>
          <a:cs typeface="+mn-cs"/>
        </a:defRPr>
      </a:lvl4pPr>
      <a:lvl5pPr marL="1028700" algn="l" defTabSz="514350" rtl="0" eaLnBrk="1" latinLnBrk="0" hangingPunct="1">
        <a:defRPr sz="1000" kern="1200">
          <a:solidFill>
            <a:schemeClr val="tx1"/>
          </a:solidFill>
          <a:latin typeface="+mn-lt"/>
          <a:ea typeface="+mn-ea"/>
          <a:cs typeface="+mn-cs"/>
        </a:defRPr>
      </a:lvl5pPr>
      <a:lvl6pPr marL="1285875" algn="l" defTabSz="514350" rtl="0" eaLnBrk="1" latinLnBrk="0" hangingPunct="1">
        <a:defRPr sz="1000" kern="1200">
          <a:solidFill>
            <a:schemeClr val="tx1"/>
          </a:solidFill>
          <a:latin typeface="+mn-lt"/>
          <a:ea typeface="+mn-ea"/>
          <a:cs typeface="+mn-cs"/>
        </a:defRPr>
      </a:lvl6pPr>
      <a:lvl7pPr marL="1543050" algn="l" defTabSz="514350" rtl="0" eaLnBrk="1" latinLnBrk="0" hangingPunct="1">
        <a:defRPr sz="1000" kern="1200">
          <a:solidFill>
            <a:schemeClr val="tx1"/>
          </a:solidFill>
          <a:latin typeface="+mn-lt"/>
          <a:ea typeface="+mn-ea"/>
          <a:cs typeface="+mn-cs"/>
        </a:defRPr>
      </a:lvl7pPr>
      <a:lvl8pPr marL="1800225" algn="l" defTabSz="514350" rtl="0" eaLnBrk="1" latinLnBrk="0" hangingPunct="1">
        <a:defRPr sz="1000" kern="1200">
          <a:solidFill>
            <a:schemeClr val="tx1"/>
          </a:solidFill>
          <a:latin typeface="+mn-lt"/>
          <a:ea typeface="+mn-ea"/>
          <a:cs typeface="+mn-cs"/>
        </a:defRPr>
      </a:lvl8pPr>
      <a:lvl9pPr marL="2057400" algn="l" defTabSz="514350" rtl="0" eaLnBrk="1" latinLnBrk="0" hangingPunct="1">
        <a:defRPr sz="10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b="1" dirty="0">
                <a:latin typeface="华文行楷" panose="02010800040101010101" pitchFamily="2" charset="-122"/>
                <a:ea typeface="华文行楷" panose="02010800040101010101" pitchFamily="2" charset="-122"/>
              </a:rPr>
              <a:t>如切如磋  如琢如磨</a:t>
            </a:r>
          </a:p>
        </p:txBody>
      </p:sp>
      <p:sp>
        <p:nvSpPr>
          <p:cNvPr id="3" name="TextBox 2"/>
          <p:cNvSpPr txBox="1"/>
          <p:nvPr/>
        </p:nvSpPr>
        <p:spPr>
          <a:xfrm>
            <a:off x="107504" y="368964"/>
            <a:ext cx="8928992" cy="461665"/>
          </a:xfrm>
          <a:prstGeom prst="rect">
            <a:avLst/>
          </a:prstGeom>
          <a:noFill/>
        </p:spPr>
        <p:txBody>
          <a:bodyPr wrap="square" rtlCol="0">
            <a:spAutoFit/>
          </a:bodyPr>
          <a:lstStyle/>
          <a:p>
            <a:r>
              <a:rPr lang="zh-CN" altLang="en-US" sz="2400" b="1" dirty="0">
                <a:latin typeface="Times New Roman" pitchFamily="18" charset="0"/>
                <a:ea typeface="宋体" pitchFamily="2" charset="-122"/>
                <a:cs typeface="Times New Roman" pitchFamily="18" charset="0"/>
              </a:rPr>
              <a:t>二 、网络计划优化</a:t>
            </a:r>
            <a:endParaRPr lang="zh-CN" altLang="en-US" sz="2400" b="1" baseline="-25000" dirty="0">
              <a:latin typeface="Times New Roman" pitchFamily="18" charset="0"/>
              <a:ea typeface="宋体" pitchFamily="2" charset="-122"/>
              <a:cs typeface="Times New Roman" pitchFamily="18" charset="0"/>
            </a:endParaRPr>
          </a:p>
        </p:txBody>
      </p:sp>
      <p:graphicFrame>
        <p:nvGraphicFramePr>
          <p:cNvPr id="4" name="表格 3"/>
          <p:cNvGraphicFramePr>
            <a:graphicFrameLocks noGrp="1"/>
          </p:cNvGraphicFramePr>
          <p:nvPr>
            <p:extLst>
              <p:ext uri="{D42A27DB-BD31-4B8C-83A1-F6EECF244321}">
                <p14:modId xmlns:p14="http://schemas.microsoft.com/office/powerpoint/2010/main" val="4103018142"/>
              </p:ext>
            </p:extLst>
          </p:nvPr>
        </p:nvGraphicFramePr>
        <p:xfrm>
          <a:off x="1043607" y="830632"/>
          <a:ext cx="7992889" cy="4261398"/>
        </p:xfrm>
        <a:graphic>
          <a:graphicData uri="http://schemas.openxmlformats.org/drawingml/2006/table">
            <a:tbl>
              <a:tblPr firstRow="1" firstCol="1" bandRow="1">
                <a:tableStyleId>{8A107856-5554-42FB-B03E-39F5DBC370BA}</a:tableStyleId>
              </a:tblPr>
              <a:tblGrid>
                <a:gridCol w="1440161">
                  <a:extLst>
                    <a:ext uri="{9D8B030D-6E8A-4147-A177-3AD203B41FA5}">
                      <a16:colId xmlns:a16="http://schemas.microsoft.com/office/drawing/2014/main" val="20000"/>
                    </a:ext>
                  </a:extLst>
                </a:gridCol>
                <a:gridCol w="6552728">
                  <a:extLst>
                    <a:ext uri="{9D8B030D-6E8A-4147-A177-3AD203B41FA5}">
                      <a16:colId xmlns:a16="http://schemas.microsoft.com/office/drawing/2014/main" val="20001"/>
                    </a:ext>
                  </a:extLst>
                </a:gridCol>
              </a:tblGrid>
              <a:tr h="530570">
                <a:tc rowSpan="3">
                  <a:txBody>
                    <a:bodyPr/>
                    <a:lstStyle/>
                    <a:p>
                      <a:pPr algn="ctr">
                        <a:lnSpc>
                          <a:spcPct val="150000"/>
                        </a:lnSpc>
                        <a:spcAft>
                          <a:spcPts val="0"/>
                        </a:spcAft>
                      </a:pPr>
                      <a:r>
                        <a:rPr lang="zh-CN" sz="1600" b="1" kern="100" dirty="0">
                          <a:effectLst/>
                          <a:latin typeface="Times New Roman" pitchFamily="18" charset="0"/>
                          <a:ea typeface="宋体" pitchFamily="2" charset="-122"/>
                          <a:cs typeface="Times New Roman" pitchFamily="18" charset="0"/>
                        </a:rPr>
                        <a:t>网络计划表示的逻辑关系</a:t>
                      </a:r>
                    </a:p>
                  </a:txBody>
                  <a:tcPr marL="59508" marR="59508"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）工艺关系：由工艺技术要求的工作先后顺序关系；</a:t>
                      </a:r>
                    </a:p>
                  </a:txBody>
                  <a:tcPr marL="59508" marR="59508" marT="0" marB="0" anchor="ctr"/>
                </a:tc>
                <a:extLst>
                  <a:ext uri="{0D108BD9-81ED-4DB2-BD59-A6C34878D82A}">
                    <a16:rowId xmlns:a16="http://schemas.microsoft.com/office/drawing/2014/main" val="10000"/>
                  </a:ext>
                </a:extLst>
              </a:tr>
              <a:tr h="530570">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）组织关系：施工组织时按需要进行的工作先后顺序安排。</a:t>
                      </a:r>
                    </a:p>
                  </a:txBody>
                  <a:tcPr marL="59508" marR="59508" marT="0" marB="0" anchor="ctr"/>
                </a:tc>
                <a:extLst>
                  <a:ext uri="{0D108BD9-81ED-4DB2-BD59-A6C34878D82A}">
                    <a16:rowId xmlns:a16="http://schemas.microsoft.com/office/drawing/2014/main" val="10001"/>
                  </a:ext>
                </a:extLst>
              </a:tr>
              <a:tr h="530570">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）通常情况下，网络计划优化时，只能调整工作间的组织关系。</a:t>
                      </a:r>
                    </a:p>
                  </a:txBody>
                  <a:tcPr marL="59508" marR="59508" marT="0" marB="0" anchor="ctr"/>
                </a:tc>
                <a:extLst>
                  <a:ext uri="{0D108BD9-81ED-4DB2-BD59-A6C34878D82A}">
                    <a16:rowId xmlns:a16="http://schemas.microsoft.com/office/drawing/2014/main" val="10002"/>
                  </a:ext>
                </a:extLst>
              </a:tr>
              <a:tr h="1334844">
                <a:tc rowSpan="2">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网络计划的优化目标</a:t>
                      </a:r>
                    </a:p>
                  </a:txBody>
                  <a:tcPr marL="59508" marR="59508"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）按计划任务的需要和条件可分为三方面：工期目标、费用目标和资源目标。</a:t>
                      </a:r>
                    </a:p>
                  </a:txBody>
                  <a:tcPr marL="59508" marR="59508" marT="0" marB="0" anchor="ctr"/>
                </a:tc>
                <a:extLst>
                  <a:ext uri="{0D108BD9-81ED-4DB2-BD59-A6C34878D82A}">
                    <a16:rowId xmlns:a16="http://schemas.microsoft.com/office/drawing/2014/main" val="10003"/>
                  </a:ext>
                </a:extLst>
              </a:tr>
              <a:tr h="1334844">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2</a:t>
                      </a:r>
                      <a:r>
                        <a:rPr lang="zh-CN" sz="1600" b="1" kern="100" dirty="0">
                          <a:effectLst/>
                          <a:latin typeface="Times New Roman" pitchFamily="18" charset="0"/>
                          <a:ea typeface="宋体" pitchFamily="2" charset="-122"/>
                          <a:cs typeface="Times New Roman" pitchFamily="18" charset="0"/>
                        </a:rPr>
                        <a:t>）根据优化目标的不同，网络计划的优化相应分为工期优化、费用优化和资源优化三种。</a:t>
                      </a:r>
                    </a:p>
                  </a:txBody>
                  <a:tcPr marL="59508" marR="59508" marT="0" marB="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65314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b="1" dirty="0">
                <a:latin typeface="华文行楷" panose="02010800040101010101" pitchFamily="2" charset="-122"/>
                <a:ea typeface="华文行楷" panose="02010800040101010101" pitchFamily="2" charset="-122"/>
              </a:rPr>
              <a:t>如切如磋  如琢如磨</a:t>
            </a:r>
          </a:p>
        </p:txBody>
      </p:sp>
      <p:sp>
        <p:nvSpPr>
          <p:cNvPr id="4" name="TextBox 3"/>
          <p:cNvSpPr txBox="1"/>
          <p:nvPr/>
        </p:nvSpPr>
        <p:spPr>
          <a:xfrm>
            <a:off x="107504" y="299432"/>
            <a:ext cx="8928992" cy="400110"/>
          </a:xfrm>
          <a:prstGeom prst="rect">
            <a:avLst/>
          </a:prstGeom>
          <a:noFill/>
        </p:spPr>
        <p:txBody>
          <a:bodyPr wrap="square" rtlCol="0">
            <a:spAutoFit/>
          </a:bodyPr>
          <a:lstStyle/>
          <a:p>
            <a:r>
              <a:rPr lang="zh-CN" altLang="en-US" sz="2000" b="1" dirty="0">
                <a:latin typeface="Times New Roman" pitchFamily="18" charset="0"/>
                <a:ea typeface="宋体" pitchFamily="2" charset="-122"/>
                <a:cs typeface="Times New Roman" pitchFamily="18" charset="0"/>
              </a:rPr>
              <a:t>（一）工期优化</a:t>
            </a:r>
          </a:p>
        </p:txBody>
      </p:sp>
      <p:graphicFrame>
        <p:nvGraphicFramePr>
          <p:cNvPr id="5" name="表格 4"/>
          <p:cNvGraphicFramePr>
            <a:graphicFrameLocks noGrp="1"/>
          </p:cNvGraphicFramePr>
          <p:nvPr>
            <p:extLst>
              <p:ext uri="{D42A27DB-BD31-4B8C-83A1-F6EECF244321}">
                <p14:modId xmlns:p14="http://schemas.microsoft.com/office/powerpoint/2010/main" val="1008275990"/>
              </p:ext>
            </p:extLst>
          </p:nvPr>
        </p:nvGraphicFramePr>
        <p:xfrm>
          <a:off x="1043607" y="769074"/>
          <a:ext cx="8064896" cy="4322955"/>
        </p:xfrm>
        <a:graphic>
          <a:graphicData uri="http://schemas.openxmlformats.org/drawingml/2006/table">
            <a:tbl>
              <a:tblPr firstRow="1" firstCol="1" bandRow="1">
                <a:tableStyleId>{0505E3EF-67EA-436B-97B2-0124C06EBD24}</a:tableStyleId>
              </a:tblPr>
              <a:tblGrid>
                <a:gridCol w="415808">
                  <a:extLst>
                    <a:ext uri="{9D8B030D-6E8A-4147-A177-3AD203B41FA5}">
                      <a16:colId xmlns:a16="http://schemas.microsoft.com/office/drawing/2014/main" val="20000"/>
                    </a:ext>
                  </a:extLst>
                </a:gridCol>
                <a:gridCol w="7649088">
                  <a:extLst>
                    <a:ext uri="{9D8B030D-6E8A-4147-A177-3AD203B41FA5}">
                      <a16:colId xmlns:a16="http://schemas.microsoft.com/office/drawing/2014/main" val="20001"/>
                    </a:ext>
                  </a:extLst>
                </a:gridCol>
              </a:tblGrid>
              <a:tr h="720491">
                <a:tc rowSpan="9">
                  <a:txBody>
                    <a:bodyPr/>
                    <a:lstStyle/>
                    <a:p>
                      <a:pPr algn="ctr">
                        <a:spcAft>
                          <a:spcPts val="0"/>
                        </a:spcAft>
                      </a:pPr>
                      <a:r>
                        <a:rPr lang="zh-CN" sz="1600" b="1" kern="100" dirty="0">
                          <a:effectLst/>
                          <a:latin typeface="Times New Roman" pitchFamily="18" charset="0"/>
                          <a:ea typeface="宋体" pitchFamily="2" charset="-122"/>
                          <a:cs typeface="Times New Roman" pitchFamily="18" charset="0"/>
                        </a:rPr>
                        <a:t>工期优化</a:t>
                      </a:r>
                    </a:p>
                  </a:txBody>
                  <a:tcPr marL="53176" marR="53176" marT="0" marB="0" anchor="ct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1</a:t>
                      </a:r>
                      <a:r>
                        <a:rPr lang="zh-CN" sz="1600" b="1" kern="100" dirty="0">
                          <a:effectLst/>
                          <a:latin typeface="Times New Roman" pitchFamily="18" charset="0"/>
                          <a:ea typeface="宋体" pitchFamily="2" charset="-122"/>
                          <a:cs typeface="Times New Roman" pitchFamily="18" charset="0"/>
                        </a:rPr>
                        <a:t>）工期优化：当网络计划的计算工期不满足要求工期时，通过压缩关键工作的持续时间以满足要求工期目标的过程。</a:t>
                      </a:r>
                    </a:p>
                  </a:txBody>
                  <a:tcPr marL="53176" marR="53176" marT="0" marB="0" anchor="ctr"/>
                </a:tc>
                <a:extLst>
                  <a:ext uri="{0D108BD9-81ED-4DB2-BD59-A6C34878D82A}">
                    <a16:rowId xmlns:a16="http://schemas.microsoft.com/office/drawing/2014/main" val="10000"/>
                  </a:ext>
                </a:extLst>
              </a:tr>
              <a:tr h="720491">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2</a:t>
                      </a:r>
                      <a:r>
                        <a:rPr lang="zh-CN" sz="1600" b="1" kern="100" dirty="0">
                          <a:effectLst/>
                          <a:latin typeface="Times New Roman" pitchFamily="18" charset="0"/>
                          <a:ea typeface="宋体" pitchFamily="2" charset="-122"/>
                          <a:cs typeface="Times New Roman" pitchFamily="18" charset="0"/>
                        </a:rPr>
                        <a:t>）网络计划工期优化的基本方法是在不改变网络计划中各项工作之间逻辑关系的前提下，通过压缩关键工作的持续时间来达到优化目标。</a:t>
                      </a:r>
                    </a:p>
                  </a:txBody>
                  <a:tcPr marL="53176" marR="53176" marT="0" marB="0" anchor="ctr"/>
                </a:tc>
                <a:extLst>
                  <a:ext uri="{0D108BD9-81ED-4DB2-BD59-A6C34878D82A}">
                    <a16:rowId xmlns:a16="http://schemas.microsoft.com/office/drawing/2014/main" val="10001"/>
                  </a:ext>
                </a:extLst>
              </a:tr>
              <a:tr h="360247">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）在工期优化过程中，按照经济合理的原则，不能将关键工作压缩成非关键工作。</a:t>
                      </a:r>
                    </a:p>
                  </a:txBody>
                  <a:tcPr marL="53176" marR="53176" marT="0" marB="0" anchor="ctr"/>
                </a:tc>
                <a:extLst>
                  <a:ext uri="{0D108BD9-81ED-4DB2-BD59-A6C34878D82A}">
                    <a16:rowId xmlns:a16="http://schemas.microsoft.com/office/drawing/2014/main" val="10002"/>
                  </a:ext>
                </a:extLst>
              </a:tr>
              <a:tr h="720491">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4</a:t>
                      </a:r>
                      <a:r>
                        <a:rPr lang="zh-CN" sz="1600" b="1" kern="100" dirty="0">
                          <a:effectLst/>
                          <a:latin typeface="Times New Roman" pitchFamily="18" charset="0"/>
                          <a:ea typeface="宋体" pitchFamily="2" charset="-122"/>
                          <a:cs typeface="Times New Roman" pitchFamily="18" charset="0"/>
                        </a:rPr>
                        <a:t>）此外，当工期优化过程中出现多条关键线路时，必须将各条关键线路的总持续时间压缩相同数值，否则，不能有效地缩短工期。</a:t>
                      </a:r>
                    </a:p>
                  </a:txBody>
                  <a:tcPr marL="53176" marR="53176" marT="0" marB="0" anchor="ctr"/>
                </a:tc>
                <a:extLst>
                  <a:ext uri="{0D108BD9-81ED-4DB2-BD59-A6C34878D82A}">
                    <a16:rowId xmlns:a16="http://schemas.microsoft.com/office/drawing/2014/main" val="10003"/>
                  </a:ext>
                </a:extLst>
              </a:tr>
              <a:tr h="360247">
                <a:tc vMerge="1">
                  <a:txBody>
                    <a:bodyPr/>
                    <a:lstStyle/>
                    <a:p>
                      <a:endParaRPr lang="zh-CN" altLang="en-US"/>
                    </a:p>
                  </a:txBody>
                  <a:tcPr/>
                </a:tc>
                <a:tc>
                  <a:txBody>
                    <a:bodyPr/>
                    <a:lstStyle/>
                    <a:p>
                      <a:pPr algn="just">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）选择压缩对象时应考虑下列因素：</a:t>
                      </a:r>
                    </a:p>
                  </a:txBody>
                  <a:tcPr marL="53176" marR="53176" marT="0" marB="0" anchor="ctr"/>
                </a:tc>
                <a:extLst>
                  <a:ext uri="{0D108BD9-81ED-4DB2-BD59-A6C34878D82A}">
                    <a16:rowId xmlns:a16="http://schemas.microsoft.com/office/drawing/2014/main" val="10004"/>
                  </a:ext>
                </a:extLst>
              </a:tr>
              <a:tr h="360247">
                <a:tc vMerge="1">
                  <a:txBody>
                    <a:bodyPr/>
                    <a:lstStyle/>
                    <a:p>
                      <a:endParaRPr lang="zh-CN" altLang="en-US"/>
                    </a:p>
                  </a:txBody>
                  <a:tcPr/>
                </a:tc>
                <a:tc>
                  <a:txBody>
                    <a:bodyPr/>
                    <a:lstStyle/>
                    <a:p>
                      <a:pPr algn="just">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）缩短持续时间对质量和安全影响不大的工作。</a:t>
                      </a:r>
                    </a:p>
                  </a:txBody>
                  <a:tcPr marL="53176" marR="53176" marT="0" marB="0" anchor="ctr"/>
                </a:tc>
                <a:extLst>
                  <a:ext uri="{0D108BD9-81ED-4DB2-BD59-A6C34878D82A}">
                    <a16:rowId xmlns:a16="http://schemas.microsoft.com/office/drawing/2014/main" val="10005"/>
                  </a:ext>
                </a:extLst>
              </a:tr>
              <a:tr h="360247">
                <a:tc vMerge="1">
                  <a:txBody>
                    <a:bodyPr/>
                    <a:lstStyle/>
                    <a:p>
                      <a:endParaRPr lang="zh-CN" altLang="en-US"/>
                    </a:p>
                  </a:txBody>
                  <a:tcPr/>
                </a:tc>
                <a:tc>
                  <a:txBody>
                    <a:bodyPr/>
                    <a:lstStyle/>
                    <a:p>
                      <a:pPr algn="just">
                        <a:spcAft>
                          <a:spcPts val="0"/>
                        </a:spcAft>
                      </a:pP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）有充足备用资源的工作。</a:t>
                      </a:r>
                    </a:p>
                  </a:txBody>
                  <a:tcPr marL="53176" marR="53176" marT="0" marB="0" anchor="ctr"/>
                </a:tc>
                <a:extLst>
                  <a:ext uri="{0D108BD9-81ED-4DB2-BD59-A6C34878D82A}">
                    <a16:rowId xmlns:a16="http://schemas.microsoft.com/office/drawing/2014/main" val="10006"/>
                  </a:ext>
                </a:extLst>
              </a:tr>
              <a:tr h="360247">
                <a:tc vMerge="1">
                  <a:txBody>
                    <a:bodyPr/>
                    <a:lstStyle/>
                    <a:p>
                      <a:endParaRPr lang="zh-CN" altLang="en-US"/>
                    </a:p>
                  </a:txBody>
                  <a:tcPr/>
                </a:tc>
                <a:tc>
                  <a:txBody>
                    <a:bodyPr/>
                    <a:lstStyle/>
                    <a:p>
                      <a:pPr algn="just">
                        <a:spcAft>
                          <a:spcPts val="0"/>
                        </a:spcAft>
                      </a:pP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）缩短持续时间所需增加的费用最少的工作。</a:t>
                      </a:r>
                    </a:p>
                  </a:txBody>
                  <a:tcPr marL="53176" marR="53176" marT="0" marB="0" anchor="ctr"/>
                </a:tc>
                <a:extLst>
                  <a:ext uri="{0D108BD9-81ED-4DB2-BD59-A6C34878D82A}">
                    <a16:rowId xmlns:a16="http://schemas.microsoft.com/office/drawing/2014/main" val="10007"/>
                  </a:ext>
                </a:extLst>
              </a:tr>
              <a:tr h="360247">
                <a:tc vMerge="1">
                  <a:txBody>
                    <a:bodyPr/>
                    <a:lstStyle/>
                    <a:p>
                      <a:endParaRPr lang="zh-CN" altLang="en-US"/>
                    </a:p>
                  </a:txBody>
                  <a:tcPr/>
                </a:tc>
                <a:tc>
                  <a:txBody>
                    <a:bodyPr/>
                    <a:lstStyle/>
                    <a:p>
                      <a:pPr algn="just">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6</a:t>
                      </a:r>
                      <a:r>
                        <a:rPr lang="zh-CN" sz="1600" b="1" kern="100" dirty="0">
                          <a:effectLst/>
                          <a:latin typeface="Times New Roman" pitchFamily="18" charset="0"/>
                          <a:ea typeface="宋体" pitchFamily="2" charset="-122"/>
                          <a:cs typeface="Times New Roman" pitchFamily="18" charset="0"/>
                        </a:rPr>
                        <a:t>）选择关键工作压缩其持续时间时，应选择优选系数最小的关键工作。</a:t>
                      </a:r>
                    </a:p>
                  </a:txBody>
                  <a:tcPr marL="53176" marR="53176" marT="0" marB="0" anchor="ct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241302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barn(inVertical)">
                                      <p:cBhvr>
                                        <p:cTn id="14"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b="1" dirty="0">
                <a:latin typeface="华文行楷" panose="02010800040101010101" pitchFamily="2" charset="-122"/>
                <a:ea typeface="华文行楷" panose="02010800040101010101" pitchFamily="2" charset="-122"/>
              </a:rPr>
              <a:t>如切如磋  如琢如磨</a:t>
            </a:r>
          </a:p>
        </p:txBody>
      </p:sp>
      <p:graphicFrame>
        <p:nvGraphicFramePr>
          <p:cNvPr id="3" name="表格 2"/>
          <p:cNvGraphicFramePr>
            <a:graphicFrameLocks noGrp="1"/>
          </p:cNvGraphicFramePr>
          <p:nvPr>
            <p:extLst>
              <p:ext uri="{D42A27DB-BD31-4B8C-83A1-F6EECF244321}">
                <p14:modId xmlns:p14="http://schemas.microsoft.com/office/powerpoint/2010/main" val="3295647207"/>
              </p:ext>
            </p:extLst>
          </p:nvPr>
        </p:nvGraphicFramePr>
        <p:xfrm>
          <a:off x="1043607" y="339502"/>
          <a:ext cx="7992889" cy="4724485"/>
        </p:xfrm>
        <a:graphic>
          <a:graphicData uri="http://schemas.openxmlformats.org/drawingml/2006/table">
            <a:tbl>
              <a:tblPr firstRow="1" firstCol="1" bandRow="1">
                <a:tableStyleId>{C4B1156A-380E-4F78-BDF5-A606A8083BF9}</a:tableStyleId>
              </a:tblPr>
              <a:tblGrid>
                <a:gridCol w="648073">
                  <a:extLst>
                    <a:ext uri="{9D8B030D-6E8A-4147-A177-3AD203B41FA5}">
                      <a16:colId xmlns:a16="http://schemas.microsoft.com/office/drawing/2014/main" val="20000"/>
                    </a:ext>
                  </a:extLst>
                </a:gridCol>
                <a:gridCol w="7344816">
                  <a:extLst>
                    <a:ext uri="{9D8B030D-6E8A-4147-A177-3AD203B41FA5}">
                      <a16:colId xmlns:a16="http://schemas.microsoft.com/office/drawing/2014/main" val="20001"/>
                    </a:ext>
                  </a:extLst>
                </a:gridCol>
              </a:tblGrid>
              <a:tr h="524786">
                <a:tc rowSpan="6">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具体步骤</a:t>
                      </a:r>
                    </a:p>
                  </a:txBody>
                  <a:tcPr marL="53176" marR="53176"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）确定初始网络计划的计算工期和关键线路。</a:t>
                      </a:r>
                    </a:p>
                  </a:txBody>
                  <a:tcPr marL="53176" marR="53176" marT="0" marB="0" anchor="ctr"/>
                </a:tc>
                <a:extLst>
                  <a:ext uri="{0D108BD9-81ED-4DB2-BD59-A6C34878D82A}">
                    <a16:rowId xmlns:a16="http://schemas.microsoft.com/office/drawing/2014/main" val="10000"/>
                  </a:ext>
                </a:extLst>
              </a:tr>
              <a:tr h="524786">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）按要求工期计算应缩短的时间：△</a:t>
                      </a:r>
                      <a:r>
                        <a:rPr lang="en-US" sz="1600" b="1" kern="100">
                          <a:effectLst/>
                          <a:latin typeface="Times New Roman" pitchFamily="18" charset="0"/>
                          <a:ea typeface="宋体" pitchFamily="2" charset="-122"/>
                          <a:cs typeface="Times New Roman" pitchFamily="18" charset="0"/>
                        </a:rPr>
                        <a:t>T</a:t>
                      </a: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Tc</a:t>
                      </a: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Tr</a:t>
                      </a:r>
                      <a:r>
                        <a:rPr lang="zh-CN" sz="1600" b="1" kern="100">
                          <a:effectLst/>
                          <a:latin typeface="Times New Roman" pitchFamily="18" charset="0"/>
                          <a:ea typeface="宋体" pitchFamily="2" charset="-122"/>
                          <a:cs typeface="Times New Roman" pitchFamily="18" charset="0"/>
                        </a:rPr>
                        <a:t>。</a:t>
                      </a:r>
                    </a:p>
                  </a:txBody>
                  <a:tcPr marL="53176" marR="53176" marT="0" marB="0" anchor="ctr"/>
                </a:tc>
                <a:extLst>
                  <a:ext uri="{0D108BD9-81ED-4DB2-BD59-A6C34878D82A}">
                    <a16:rowId xmlns:a16="http://schemas.microsoft.com/office/drawing/2014/main" val="10001"/>
                  </a:ext>
                </a:extLst>
              </a:tr>
              <a:tr h="524786">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）选择应缩短持续时间的关键工作。</a:t>
                      </a:r>
                    </a:p>
                  </a:txBody>
                  <a:tcPr marL="53176" marR="53176" marT="0" marB="0" anchor="ctr"/>
                </a:tc>
                <a:extLst>
                  <a:ext uri="{0D108BD9-81ED-4DB2-BD59-A6C34878D82A}">
                    <a16:rowId xmlns:a16="http://schemas.microsoft.com/office/drawing/2014/main" val="10002"/>
                  </a:ext>
                </a:extLst>
              </a:tr>
              <a:tr h="1049569">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4</a:t>
                      </a:r>
                      <a:r>
                        <a:rPr lang="zh-CN" sz="1600" b="1" kern="100">
                          <a:effectLst/>
                          <a:latin typeface="Times New Roman" pitchFamily="18" charset="0"/>
                          <a:ea typeface="宋体" pitchFamily="2" charset="-122"/>
                          <a:cs typeface="Times New Roman" pitchFamily="18" charset="0"/>
                        </a:rPr>
                        <a:t>）将所选定的关键工作的持续时间压缩至最短，并重新确定计算工期和关键线路。若被压缩的工作变成非关键工作，则应延长其持续时间，使之仍为关键工作。</a:t>
                      </a:r>
                    </a:p>
                  </a:txBody>
                  <a:tcPr marL="53176" marR="53176" marT="0" marB="0" anchor="ctr"/>
                </a:tc>
                <a:extLst>
                  <a:ext uri="{0D108BD9-81ED-4DB2-BD59-A6C34878D82A}">
                    <a16:rowId xmlns:a16="http://schemas.microsoft.com/office/drawing/2014/main" val="10003"/>
                  </a:ext>
                </a:extLst>
              </a:tr>
              <a:tr h="1049569">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5</a:t>
                      </a:r>
                      <a:r>
                        <a:rPr lang="zh-CN" sz="1600" b="1" kern="100">
                          <a:effectLst/>
                          <a:latin typeface="Times New Roman" pitchFamily="18" charset="0"/>
                          <a:ea typeface="宋体" pitchFamily="2" charset="-122"/>
                          <a:cs typeface="Times New Roman" pitchFamily="18" charset="0"/>
                        </a:rPr>
                        <a:t>）当计算工期仍超过要求工期时，则重复上述</a:t>
                      </a:r>
                      <a:r>
                        <a:rPr lang="en-US" sz="1600" b="1" kern="100">
                          <a:effectLst/>
                          <a:latin typeface="Times New Roman" pitchFamily="18" charset="0"/>
                          <a:ea typeface="宋体" pitchFamily="2" charset="-122"/>
                          <a:cs typeface="Times New Roman" pitchFamily="18" charset="0"/>
                        </a:rPr>
                        <a:t>(2)~(4)</a:t>
                      </a:r>
                      <a:r>
                        <a:rPr lang="zh-CN" sz="1600" b="1" kern="100">
                          <a:effectLst/>
                          <a:latin typeface="Times New Roman" pitchFamily="18" charset="0"/>
                          <a:ea typeface="宋体" pitchFamily="2" charset="-122"/>
                          <a:cs typeface="Times New Roman" pitchFamily="18" charset="0"/>
                        </a:rPr>
                        <a:t>，直至计算工期满足要求工期或计算工期已不能再缩短为止。</a:t>
                      </a:r>
                    </a:p>
                  </a:txBody>
                  <a:tcPr marL="53176" marR="53176" marT="0" marB="0" anchor="ctr"/>
                </a:tc>
                <a:extLst>
                  <a:ext uri="{0D108BD9-81ED-4DB2-BD59-A6C34878D82A}">
                    <a16:rowId xmlns:a16="http://schemas.microsoft.com/office/drawing/2014/main" val="10004"/>
                  </a:ext>
                </a:extLst>
              </a:tr>
              <a:tr h="1049569">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6</a:t>
                      </a:r>
                      <a:r>
                        <a:rPr lang="zh-CN" sz="1600" b="1" kern="100" dirty="0">
                          <a:effectLst/>
                          <a:latin typeface="Times New Roman" pitchFamily="18" charset="0"/>
                          <a:ea typeface="宋体" pitchFamily="2" charset="-122"/>
                          <a:cs typeface="Times New Roman" pitchFamily="18" charset="0"/>
                        </a:rPr>
                        <a:t>）当缩短到极限仍不能满足要求工期时，应对网络计划的原技术方案、组织方案进行调整，或对要求工期重新审定。</a:t>
                      </a:r>
                    </a:p>
                  </a:txBody>
                  <a:tcPr marL="53176" marR="53176"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5736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b="1" dirty="0">
                <a:latin typeface="华文行楷" panose="02010800040101010101" pitchFamily="2" charset="-122"/>
                <a:ea typeface="华文行楷" panose="02010800040101010101" pitchFamily="2" charset="-122"/>
              </a:rPr>
              <a:t>如切如磋  如琢如磨</a:t>
            </a:r>
          </a:p>
        </p:txBody>
      </p:sp>
      <p:sp>
        <p:nvSpPr>
          <p:cNvPr id="3" name="TextBox 2"/>
          <p:cNvSpPr txBox="1"/>
          <p:nvPr/>
        </p:nvSpPr>
        <p:spPr>
          <a:xfrm>
            <a:off x="107504" y="267494"/>
            <a:ext cx="8928992" cy="400110"/>
          </a:xfrm>
          <a:prstGeom prst="rect">
            <a:avLst/>
          </a:prstGeom>
          <a:noFill/>
        </p:spPr>
        <p:txBody>
          <a:bodyPr wrap="square" rtlCol="0">
            <a:spAutoFit/>
          </a:bodyPr>
          <a:lstStyle/>
          <a:p>
            <a:r>
              <a:rPr lang="zh-CN" altLang="en-US" sz="2000" b="1" dirty="0">
                <a:latin typeface="Times New Roman" pitchFamily="18" charset="0"/>
                <a:ea typeface="宋体" pitchFamily="2" charset="-122"/>
                <a:cs typeface="Times New Roman" pitchFamily="18" charset="0"/>
              </a:rPr>
              <a:t>（二）费用优化</a:t>
            </a:r>
          </a:p>
        </p:txBody>
      </p:sp>
      <p:graphicFrame>
        <p:nvGraphicFramePr>
          <p:cNvPr id="4" name="表格 3"/>
          <p:cNvGraphicFramePr>
            <a:graphicFrameLocks noGrp="1"/>
          </p:cNvGraphicFramePr>
          <p:nvPr>
            <p:extLst>
              <p:ext uri="{D42A27DB-BD31-4B8C-83A1-F6EECF244321}">
                <p14:modId xmlns:p14="http://schemas.microsoft.com/office/powerpoint/2010/main" val="3126442709"/>
              </p:ext>
            </p:extLst>
          </p:nvPr>
        </p:nvGraphicFramePr>
        <p:xfrm>
          <a:off x="1043607" y="699542"/>
          <a:ext cx="7992889" cy="4392488"/>
        </p:xfrm>
        <a:graphic>
          <a:graphicData uri="http://schemas.openxmlformats.org/drawingml/2006/table">
            <a:tbl>
              <a:tblPr firstRow="1" firstCol="1" bandRow="1">
                <a:tableStyleId>{22838BEF-8BB2-4498-84A7-C5851F593DF1}</a:tableStyleId>
              </a:tblPr>
              <a:tblGrid>
                <a:gridCol w="576065">
                  <a:extLst>
                    <a:ext uri="{9D8B030D-6E8A-4147-A177-3AD203B41FA5}">
                      <a16:colId xmlns:a16="http://schemas.microsoft.com/office/drawing/2014/main" val="20000"/>
                    </a:ext>
                  </a:extLst>
                </a:gridCol>
                <a:gridCol w="7416824">
                  <a:extLst>
                    <a:ext uri="{9D8B030D-6E8A-4147-A177-3AD203B41FA5}">
                      <a16:colId xmlns:a16="http://schemas.microsoft.com/office/drawing/2014/main" val="20001"/>
                    </a:ext>
                  </a:extLst>
                </a:gridCol>
              </a:tblGrid>
              <a:tr h="1197951">
                <a:tc rowSpan="6">
                  <a:txBody>
                    <a:bodyPr/>
                    <a:lstStyle/>
                    <a:p>
                      <a:pPr algn="ctr">
                        <a:lnSpc>
                          <a:spcPct val="150000"/>
                        </a:lnSpc>
                        <a:spcAft>
                          <a:spcPts val="0"/>
                        </a:spcAft>
                      </a:pPr>
                      <a:r>
                        <a:rPr lang="zh-CN" sz="1600" b="1" kern="100" dirty="0">
                          <a:effectLst/>
                          <a:latin typeface="Times New Roman" pitchFamily="18" charset="0"/>
                          <a:ea typeface="宋体" pitchFamily="2" charset="-122"/>
                          <a:cs typeface="Times New Roman" pitchFamily="18" charset="0"/>
                        </a:rPr>
                        <a:t>费用优化</a:t>
                      </a:r>
                    </a:p>
                  </a:txBody>
                  <a:tcPr marL="53176" marR="53176"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）费用优化又称工期成本优化，是指寻求工程总成本最低时的工期安排，或按要求工期寻求最低成本的计划安排的过程。为了能从多种方案中找出总成本最低的方案，必须首先分析费用和时间之间的关系。</a:t>
                      </a:r>
                    </a:p>
                  </a:txBody>
                  <a:tcPr marL="53176" marR="53176" marT="0" marB="0" anchor="ctr"/>
                </a:tc>
                <a:extLst>
                  <a:ext uri="{0D108BD9-81ED-4DB2-BD59-A6C34878D82A}">
                    <a16:rowId xmlns:a16="http://schemas.microsoft.com/office/drawing/2014/main" val="10000"/>
                  </a:ext>
                </a:extLst>
              </a:tr>
              <a:tr h="399318">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）工程费用与工期的关系：</a:t>
                      </a:r>
                    </a:p>
                  </a:txBody>
                  <a:tcPr marL="53176" marR="53176" marT="0" marB="0" anchor="ctr"/>
                </a:tc>
                <a:extLst>
                  <a:ext uri="{0D108BD9-81ED-4DB2-BD59-A6C34878D82A}">
                    <a16:rowId xmlns:a16="http://schemas.microsoft.com/office/drawing/2014/main" val="10001"/>
                  </a:ext>
                </a:extLst>
              </a:tr>
              <a:tr h="399318">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）工程总费用由直接费和间接费组成。</a:t>
                      </a:r>
                    </a:p>
                  </a:txBody>
                  <a:tcPr marL="53176" marR="53176" marT="0" marB="0" anchor="ctr"/>
                </a:tc>
                <a:extLst>
                  <a:ext uri="{0D108BD9-81ED-4DB2-BD59-A6C34878D82A}">
                    <a16:rowId xmlns:a16="http://schemas.microsoft.com/office/drawing/2014/main" val="10002"/>
                  </a:ext>
                </a:extLst>
              </a:tr>
              <a:tr h="399318">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）直接费：直接费会随着工期的缩短而增加。</a:t>
                      </a:r>
                    </a:p>
                  </a:txBody>
                  <a:tcPr marL="53176" marR="53176" marT="0" marB="0" anchor="ctr"/>
                </a:tc>
                <a:extLst>
                  <a:ext uri="{0D108BD9-81ED-4DB2-BD59-A6C34878D82A}">
                    <a16:rowId xmlns:a16="http://schemas.microsoft.com/office/drawing/2014/main" val="10003"/>
                  </a:ext>
                </a:extLst>
              </a:tr>
              <a:tr h="399318">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）间接费：间接费一般会随着工期的缩短而减少。</a:t>
                      </a:r>
                    </a:p>
                  </a:txBody>
                  <a:tcPr marL="53176" marR="53176" marT="0" marB="0" anchor="ctr"/>
                </a:tc>
                <a:extLst>
                  <a:ext uri="{0D108BD9-81ED-4DB2-BD59-A6C34878D82A}">
                    <a16:rowId xmlns:a16="http://schemas.microsoft.com/office/drawing/2014/main" val="10004"/>
                  </a:ext>
                </a:extLst>
              </a:tr>
              <a:tr h="1597265">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3</a:t>
                      </a:r>
                      <a:r>
                        <a:rPr lang="zh-CN" sz="1600" b="1" kern="100" dirty="0">
                          <a:effectLst/>
                          <a:latin typeface="Times New Roman" pitchFamily="18" charset="0"/>
                          <a:ea typeface="宋体" pitchFamily="2" charset="-122"/>
                          <a:cs typeface="Times New Roman" pitchFamily="18" charset="0"/>
                        </a:rPr>
                        <a:t>）工作直接费与持续时间的关系：</a:t>
                      </a:r>
                    </a:p>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分析网络计划中各项工作的直接费与持续时间之间的关系，这是网络计划工期成本优化的基础。工作的直接费随着持续时间的缩短而增加。直接费用率是指工作每缩短单位的持续时间而增加的直接费。</a:t>
                      </a:r>
                    </a:p>
                  </a:txBody>
                  <a:tcPr marL="53176" marR="53176" marT="0" marB="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25736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b="1" dirty="0">
                <a:latin typeface="华文行楷" panose="02010800040101010101" pitchFamily="2" charset="-122"/>
                <a:ea typeface="华文行楷" panose="02010800040101010101" pitchFamily="2" charset="-122"/>
              </a:rPr>
              <a:t>如切如磋  如琢如磨</a:t>
            </a:r>
          </a:p>
        </p:txBody>
      </p:sp>
      <p:graphicFrame>
        <p:nvGraphicFramePr>
          <p:cNvPr id="3" name="图示 2"/>
          <p:cNvGraphicFramePr/>
          <p:nvPr>
            <p:extLst>
              <p:ext uri="{D42A27DB-BD31-4B8C-83A1-F6EECF244321}">
                <p14:modId xmlns:p14="http://schemas.microsoft.com/office/powerpoint/2010/main" val="636481231"/>
              </p:ext>
            </p:extLst>
          </p:nvPr>
        </p:nvGraphicFramePr>
        <p:xfrm>
          <a:off x="1043608" y="368964"/>
          <a:ext cx="7992888" cy="472306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5736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 grpId="0">
        <p:bldAsOne/>
      </p:bldGraphic>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b="1" dirty="0">
                <a:latin typeface="华文行楷" panose="02010800040101010101" pitchFamily="2" charset="-122"/>
                <a:ea typeface="华文行楷" panose="02010800040101010101" pitchFamily="2" charset="-122"/>
              </a:rPr>
              <a:t>如切如磋  如琢如磨</a:t>
            </a:r>
          </a:p>
        </p:txBody>
      </p:sp>
      <p:sp>
        <p:nvSpPr>
          <p:cNvPr id="3" name="TextBox 2"/>
          <p:cNvSpPr txBox="1"/>
          <p:nvPr/>
        </p:nvSpPr>
        <p:spPr>
          <a:xfrm>
            <a:off x="107504" y="368964"/>
            <a:ext cx="8928992" cy="400110"/>
          </a:xfrm>
          <a:prstGeom prst="rect">
            <a:avLst/>
          </a:prstGeom>
          <a:noFill/>
        </p:spPr>
        <p:txBody>
          <a:bodyPr wrap="square" rtlCol="0">
            <a:spAutoFit/>
          </a:bodyPr>
          <a:lstStyle/>
          <a:p>
            <a:r>
              <a:rPr lang="zh-CN" altLang="en-US" sz="2000" b="1" dirty="0">
                <a:latin typeface="Times New Roman" pitchFamily="18" charset="0"/>
                <a:ea typeface="宋体" pitchFamily="2" charset="-122"/>
                <a:cs typeface="Times New Roman" pitchFamily="18" charset="0"/>
              </a:rPr>
              <a:t>（三）资源优化</a:t>
            </a:r>
          </a:p>
        </p:txBody>
      </p:sp>
      <p:graphicFrame>
        <p:nvGraphicFramePr>
          <p:cNvPr id="4" name="表格 3"/>
          <p:cNvGraphicFramePr>
            <a:graphicFrameLocks noGrp="1"/>
          </p:cNvGraphicFramePr>
          <p:nvPr>
            <p:extLst>
              <p:ext uri="{D42A27DB-BD31-4B8C-83A1-F6EECF244321}">
                <p14:modId xmlns:p14="http://schemas.microsoft.com/office/powerpoint/2010/main" val="863842125"/>
              </p:ext>
            </p:extLst>
          </p:nvPr>
        </p:nvGraphicFramePr>
        <p:xfrm>
          <a:off x="1043607" y="769075"/>
          <a:ext cx="7992889" cy="4322956"/>
        </p:xfrm>
        <a:graphic>
          <a:graphicData uri="http://schemas.openxmlformats.org/drawingml/2006/table">
            <a:tbl>
              <a:tblPr firstRow="1" firstCol="1" bandRow="1">
                <a:tableStyleId>{16D9F66E-5EB9-4882-86FB-DCBF35E3C3E4}</a:tableStyleId>
              </a:tblPr>
              <a:tblGrid>
                <a:gridCol w="648073">
                  <a:extLst>
                    <a:ext uri="{9D8B030D-6E8A-4147-A177-3AD203B41FA5}">
                      <a16:colId xmlns:a16="http://schemas.microsoft.com/office/drawing/2014/main" val="20000"/>
                    </a:ext>
                  </a:extLst>
                </a:gridCol>
                <a:gridCol w="7344816">
                  <a:extLst>
                    <a:ext uri="{9D8B030D-6E8A-4147-A177-3AD203B41FA5}">
                      <a16:colId xmlns:a16="http://schemas.microsoft.com/office/drawing/2014/main" val="20001"/>
                    </a:ext>
                  </a:extLst>
                </a:gridCol>
              </a:tblGrid>
              <a:tr h="1621108">
                <a:tc rowSpan="4">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资源优化</a:t>
                      </a:r>
                    </a:p>
                  </a:txBody>
                  <a:tcPr marL="53176" marR="53176"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）资源是指为完成一项计划任务所需投入的人力、材料、机械设备和资金等。资源优化的目的是通过改变工作的开始时间和完成时间，使资源按照时间的分布符合优化目标。</a:t>
                      </a:r>
                    </a:p>
                  </a:txBody>
                  <a:tcPr marL="53176" marR="53176" marT="0" marB="0" anchor="ctr"/>
                </a:tc>
                <a:extLst>
                  <a:ext uri="{0D108BD9-81ED-4DB2-BD59-A6C34878D82A}">
                    <a16:rowId xmlns:a16="http://schemas.microsoft.com/office/drawing/2014/main" val="10000"/>
                  </a:ext>
                </a:extLst>
              </a:tr>
              <a:tr h="540372">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）网络计划的资源优化分为两种：</a:t>
                      </a:r>
                    </a:p>
                  </a:txBody>
                  <a:tcPr marL="53176" marR="53176" marT="0" marB="0" anchor="ctr"/>
                </a:tc>
                <a:extLst>
                  <a:ext uri="{0D108BD9-81ED-4DB2-BD59-A6C34878D82A}">
                    <a16:rowId xmlns:a16="http://schemas.microsoft.com/office/drawing/2014/main" val="10001"/>
                  </a:ext>
                </a:extLst>
              </a:tr>
              <a:tr h="1080738">
                <a:tc vMerge="1">
                  <a:txBody>
                    <a:bodyPr/>
                    <a:lstStyle/>
                    <a:p>
                      <a:endParaRPr lang="zh-CN" altLang="en-US"/>
                    </a:p>
                  </a:txBody>
                  <a:tcPr/>
                </a:tc>
                <a:tc>
                  <a:txBody>
                    <a:bodyPr/>
                    <a:lstStyle/>
                    <a:p>
                      <a:pPr algn="just">
                        <a:lnSpc>
                          <a:spcPct val="150000"/>
                        </a:lnSpc>
                        <a:spcAft>
                          <a:spcPts val="0"/>
                        </a:spcAft>
                      </a:pP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）资源有限，工期最短：</a:t>
                      </a:r>
                    </a:p>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通过调整计划安排，在满足资源限制条件下，使工期延长最少的过程。</a:t>
                      </a:r>
                    </a:p>
                  </a:txBody>
                  <a:tcPr marL="53176" marR="53176" marT="0" marB="0" anchor="ctr"/>
                </a:tc>
                <a:extLst>
                  <a:ext uri="{0D108BD9-81ED-4DB2-BD59-A6C34878D82A}">
                    <a16:rowId xmlns:a16="http://schemas.microsoft.com/office/drawing/2014/main" val="10002"/>
                  </a:ext>
                </a:extLst>
              </a:tr>
              <a:tr h="1080738">
                <a:tc vMerge="1">
                  <a:txBody>
                    <a:bodyPr/>
                    <a:lstStyle/>
                    <a:p>
                      <a:endParaRPr lang="zh-CN" altLang="en-US"/>
                    </a:p>
                  </a:txBody>
                  <a:tcPr/>
                </a:tc>
                <a:tc>
                  <a:txBody>
                    <a:bodyPr/>
                    <a:lstStyle/>
                    <a:p>
                      <a:pPr algn="just">
                        <a:lnSpc>
                          <a:spcPct val="150000"/>
                        </a:lnSpc>
                        <a:spcAft>
                          <a:spcPts val="0"/>
                        </a:spcAft>
                      </a:pPr>
                      <a:r>
                        <a:rPr lang="en-US" sz="1600" b="1" kern="100" dirty="0">
                          <a:effectLst/>
                          <a:latin typeface="Times New Roman" pitchFamily="18" charset="0"/>
                          <a:ea typeface="宋体" pitchFamily="2" charset="-122"/>
                          <a:cs typeface="Times New Roman" pitchFamily="18" charset="0"/>
                        </a:rPr>
                        <a:t>2</a:t>
                      </a:r>
                      <a:r>
                        <a:rPr lang="zh-CN" sz="1600" b="1" kern="100" dirty="0">
                          <a:effectLst/>
                          <a:latin typeface="Times New Roman" pitchFamily="18" charset="0"/>
                          <a:ea typeface="宋体" pitchFamily="2" charset="-122"/>
                          <a:cs typeface="Times New Roman" pitchFamily="18" charset="0"/>
                        </a:rPr>
                        <a:t>）工期固定，资源均衡：</a:t>
                      </a:r>
                    </a:p>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通过调整计划安排，在工期保持不变的条件下，使资源需用量尽可能均衡的过程。</a:t>
                      </a:r>
                    </a:p>
                  </a:txBody>
                  <a:tcPr marL="53176" marR="53176"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5736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16" presetClass="entr" presetSubtype="21"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barn(inVertical)">
                                      <p:cBhvr>
                                        <p:cTn id="14"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3">
            <a:extLst>
              <a:ext uri="{FF2B5EF4-FFF2-40B4-BE49-F238E27FC236}">
                <a16:creationId xmlns:a16="http://schemas.microsoft.com/office/drawing/2014/main" id="{D044991F-C3DD-476A-8D35-0CD3D381456F}"/>
              </a:ext>
            </a:extLst>
          </p:cNvPr>
          <p:cNvSpPr txBox="1"/>
          <p:nvPr/>
        </p:nvSpPr>
        <p:spPr>
          <a:xfrm>
            <a:off x="7194916" y="30410"/>
            <a:ext cx="1913587" cy="338554"/>
          </a:xfrm>
          <a:prstGeom prst="rect">
            <a:avLst/>
          </a:prstGeom>
          <a:noFill/>
        </p:spPr>
        <p:txBody>
          <a:bodyPr wrap="square" rtlCol="0">
            <a:spAutoFit/>
          </a:bodyPr>
          <a:lstStyle/>
          <a:p>
            <a:pPr algn="ctr"/>
            <a:r>
              <a:rPr lang="zh-CN" altLang="en-US" sz="1600" b="1" dirty="0">
                <a:latin typeface="华文行楷" panose="02010800040101010101" pitchFamily="2" charset="-122"/>
                <a:ea typeface="华文行楷" panose="02010800040101010101" pitchFamily="2" charset="-122"/>
              </a:rPr>
              <a:t>如切如磋  如琢如磨</a:t>
            </a:r>
          </a:p>
        </p:txBody>
      </p:sp>
      <p:graphicFrame>
        <p:nvGraphicFramePr>
          <p:cNvPr id="3" name="表格 2"/>
          <p:cNvGraphicFramePr>
            <a:graphicFrameLocks noGrp="1"/>
          </p:cNvGraphicFramePr>
          <p:nvPr>
            <p:extLst>
              <p:ext uri="{D42A27DB-BD31-4B8C-83A1-F6EECF244321}">
                <p14:modId xmlns:p14="http://schemas.microsoft.com/office/powerpoint/2010/main" val="2440024722"/>
              </p:ext>
            </p:extLst>
          </p:nvPr>
        </p:nvGraphicFramePr>
        <p:xfrm>
          <a:off x="1043607" y="411509"/>
          <a:ext cx="7920881" cy="4608512"/>
        </p:xfrm>
        <a:graphic>
          <a:graphicData uri="http://schemas.openxmlformats.org/drawingml/2006/table">
            <a:tbl>
              <a:tblPr firstRow="1" firstCol="1" bandRow="1">
                <a:tableStyleId>{69CF1AB2-1976-4502-BF36-3FF5EA218861}</a:tableStyleId>
              </a:tblPr>
              <a:tblGrid>
                <a:gridCol w="792089">
                  <a:extLst>
                    <a:ext uri="{9D8B030D-6E8A-4147-A177-3AD203B41FA5}">
                      <a16:colId xmlns:a16="http://schemas.microsoft.com/office/drawing/2014/main" val="20000"/>
                    </a:ext>
                  </a:extLst>
                </a:gridCol>
                <a:gridCol w="7128792">
                  <a:extLst>
                    <a:ext uri="{9D8B030D-6E8A-4147-A177-3AD203B41FA5}">
                      <a16:colId xmlns:a16="http://schemas.microsoft.com/office/drawing/2014/main" val="20001"/>
                    </a:ext>
                  </a:extLst>
                </a:gridCol>
              </a:tblGrid>
              <a:tr h="921703">
                <a:tc rowSpan="4">
                  <a:txBody>
                    <a:bodyPr/>
                    <a:lstStyle/>
                    <a:p>
                      <a:pPr algn="ctr">
                        <a:lnSpc>
                          <a:spcPct val="150000"/>
                        </a:lnSpc>
                        <a:spcAft>
                          <a:spcPts val="0"/>
                        </a:spcAft>
                      </a:pPr>
                      <a:r>
                        <a:rPr lang="zh-CN" sz="1600" b="1" kern="100">
                          <a:effectLst/>
                          <a:latin typeface="Times New Roman" pitchFamily="18" charset="0"/>
                          <a:ea typeface="宋体" pitchFamily="2" charset="-122"/>
                          <a:cs typeface="Times New Roman" pitchFamily="18" charset="0"/>
                        </a:rPr>
                        <a:t>资源优化前提条件</a:t>
                      </a:r>
                    </a:p>
                  </a:txBody>
                  <a:tcPr marL="54131" marR="54131" marT="0" marB="0" anchor="ct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1</a:t>
                      </a:r>
                      <a:r>
                        <a:rPr lang="zh-CN" sz="1600" b="1" kern="100">
                          <a:effectLst/>
                          <a:latin typeface="Times New Roman" pitchFamily="18" charset="0"/>
                          <a:ea typeface="宋体" pitchFamily="2" charset="-122"/>
                          <a:cs typeface="Times New Roman" pitchFamily="18" charset="0"/>
                        </a:rPr>
                        <a:t>）不改变网络计划中各项工作之间的逻辑关系；</a:t>
                      </a:r>
                    </a:p>
                  </a:txBody>
                  <a:tcPr marL="54131" marR="54131" marT="0" marB="0" anchor="ctr"/>
                </a:tc>
                <a:extLst>
                  <a:ext uri="{0D108BD9-81ED-4DB2-BD59-A6C34878D82A}">
                    <a16:rowId xmlns:a16="http://schemas.microsoft.com/office/drawing/2014/main" val="10000"/>
                  </a:ext>
                </a:extLst>
              </a:tr>
              <a:tr h="921703">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2</a:t>
                      </a:r>
                      <a:r>
                        <a:rPr lang="zh-CN" sz="1600" b="1" kern="100">
                          <a:effectLst/>
                          <a:latin typeface="Times New Roman" pitchFamily="18" charset="0"/>
                          <a:ea typeface="宋体" pitchFamily="2" charset="-122"/>
                          <a:cs typeface="Times New Roman" pitchFamily="18" charset="0"/>
                        </a:rPr>
                        <a:t>）不改变网络计划中各项工作的持续时间；</a:t>
                      </a:r>
                    </a:p>
                  </a:txBody>
                  <a:tcPr marL="54131" marR="54131" marT="0" marB="0" anchor="ctr"/>
                </a:tc>
                <a:extLst>
                  <a:ext uri="{0D108BD9-81ED-4DB2-BD59-A6C34878D82A}">
                    <a16:rowId xmlns:a16="http://schemas.microsoft.com/office/drawing/2014/main" val="10001"/>
                  </a:ext>
                </a:extLst>
              </a:tr>
              <a:tr h="1843403">
                <a:tc vMerge="1">
                  <a:txBody>
                    <a:bodyPr/>
                    <a:lstStyle/>
                    <a:p>
                      <a:endParaRPr lang="zh-CN" altLang="en-US"/>
                    </a:p>
                  </a:txBody>
                  <a:tcPr/>
                </a:tc>
                <a:tc>
                  <a:txBody>
                    <a:bodyPr/>
                    <a:lstStyle/>
                    <a:p>
                      <a:pPr algn="just">
                        <a:lnSpc>
                          <a:spcPct val="150000"/>
                        </a:lnSpc>
                        <a:spcAft>
                          <a:spcPts val="0"/>
                        </a:spcAft>
                      </a:pPr>
                      <a:r>
                        <a:rPr lang="zh-CN" sz="1600" b="1" kern="100">
                          <a:effectLst/>
                          <a:latin typeface="Times New Roman" pitchFamily="18" charset="0"/>
                          <a:ea typeface="宋体" pitchFamily="2" charset="-122"/>
                          <a:cs typeface="Times New Roman" pitchFamily="18" charset="0"/>
                        </a:rPr>
                        <a:t>（</a:t>
                      </a:r>
                      <a:r>
                        <a:rPr lang="en-US" sz="1600" b="1" kern="100">
                          <a:effectLst/>
                          <a:latin typeface="Times New Roman" pitchFamily="18" charset="0"/>
                          <a:ea typeface="宋体" pitchFamily="2" charset="-122"/>
                          <a:cs typeface="Times New Roman" pitchFamily="18" charset="0"/>
                        </a:rPr>
                        <a:t>3</a:t>
                      </a:r>
                      <a:r>
                        <a:rPr lang="zh-CN" sz="1600" b="1" kern="100">
                          <a:effectLst/>
                          <a:latin typeface="Times New Roman" pitchFamily="18" charset="0"/>
                          <a:ea typeface="宋体" pitchFamily="2" charset="-122"/>
                          <a:cs typeface="Times New Roman" pitchFamily="18" charset="0"/>
                        </a:rPr>
                        <a:t>）网络计划中各项工作的资源强度（单位时间所需资源数量）为常数，而且是合理的；</a:t>
                      </a:r>
                    </a:p>
                  </a:txBody>
                  <a:tcPr marL="54131" marR="54131" marT="0" marB="0" anchor="ctr"/>
                </a:tc>
                <a:extLst>
                  <a:ext uri="{0D108BD9-81ED-4DB2-BD59-A6C34878D82A}">
                    <a16:rowId xmlns:a16="http://schemas.microsoft.com/office/drawing/2014/main" val="10002"/>
                  </a:ext>
                </a:extLst>
              </a:tr>
              <a:tr h="921703">
                <a:tc vMerge="1">
                  <a:txBody>
                    <a:bodyPr/>
                    <a:lstStyle/>
                    <a:p>
                      <a:endParaRPr lang="zh-CN" altLang="en-US"/>
                    </a:p>
                  </a:txBody>
                  <a:tcPr/>
                </a:tc>
                <a:tc>
                  <a:txBody>
                    <a:bodyPr/>
                    <a:lstStyle/>
                    <a:p>
                      <a:pPr algn="just">
                        <a:lnSpc>
                          <a:spcPct val="150000"/>
                        </a:lnSpc>
                        <a:spcAft>
                          <a:spcPts val="0"/>
                        </a:spcAft>
                      </a:pPr>
                      <a:r>
                        <a:rPr lang="zh-CN" sz="1600" b="1" kern="100" dirty="0">
                          <a:effectLst/>
                          <a:latin typeface="Times New Roman" pitchFamily="18" charset="0"/>
                          <a:ea typeface="宋体" pitchFamily="2" charset="-122"/>
                          <a:cs typeface="Times New Roman" pitchFamily="18" charset="0"/>
                        </a:rPr>
                        <a:t>（</a:t>
                      </a:r>
                      <a:r>
                        <a:rPr lang="en-US" sz="1600" b="1" kern="100" dirty="0">
                          <a:effectLst/>
                          <a:latin typeface="Times New Roman" pitchFamily="18" charset="0"/>
                          <a:ea typeface="宋体" pitchFamily="2" charset="-122"/>
                          <a:cs typeface="Times New Roman" pitchFamily="18" charset="0"/>
                        </a:rPr>
                        <a:t>4</a:t>
                      </a:r>
                      <a:r>
                        <a:rPr lang="zh-CN" sz="1600" b="1" kern="100" dirty="0">
                          <a:effectLst/>
                          <a:latin typeface="Times New Roman" pitchFamily="18" charset="0"/>
                          <a:ea typeface="宋体" pitchFamily="2" charset="-122"/>
                          <a:cs typeface="Times New Roman" pitchFamily="18" charset="0"/>
                        </a:rPr>
                        <a:t>）除规定可中断的工作外，一般不允许中断工作，应保持其连续性。</a:t>
                      </a:r>
                    </a:p>
                  </a:txBody>
                  <a:tcPr marL="54131" marR="54131" marT="0" marB="0" anchor="ct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257362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RESOURCELIBID_PRE" val="13076"/>
  <p:tag name="MH_CONTENTSID" val="264"/>
  <p:tag name="MH_SECTIONID" val="265,"/>
</p:tagLst>
</file>

<file path=ppt/theme/theme1.xml><?xml version="1.0" encoding="utf-8"?>
<a:theme xmlns:a="http://schemas.openxmlformats.org/drawingml/2006/main" name="A000120140530A99PPBG">
  <a:themeElements>
    <a:clrScheme name="KSO_BLUE9">
      <a:dk1>
        <a:srgbClr val="47494B"/>
      </a:dk1>
      <a:lt1>
        <a:srgbClr val="FFFFFF"/>
      </a:lt1>
      <a:dk2>
        <a:srgbClr val="454749"/>
      </a:dk2>
      <a:lt2>
        <a:srgbClr val="EAF5FC"/>
      </a:lt2>
      <a:accent1>
        <a:srgbClr val="046FB6"/>
      </a:accent1>
      <a:accent2>
        <a:srgbClr val="22B1DE"/>
      </a:accent2>
      <a:accent3>
        <a:srgbClr val="7B93D7"/>
      </a:accent3>
      <a:accent4>
        <a:srgbClr val="5D76BA"/>
      </a:accent4>
      <a:accent5>
        <a:srgbClr val="3DBFD1"/>
      </a:accent5>
      <a:accent6>
        <a:srgbClr val="FFC000"/>
      </a:accent6>
      <a:hlink>
        <a:srgbClr val="00B0F0"/>
      </a:hlink>
      <a:folHlink>
        <a:srgbClr val="AFB2B4"/>
      </a:folHlink>
    </a:clrScheme>
    <a:fontScheme name="暗香扑面">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font script="Geor" typeface="Sylfaen"/>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636869495982041620</Template>
  <TotalTime>3182</TotalTime>
  <Words>1033</Words>
  <Application>Microsoft Office PowerPoint</Application>
  <PresentationFormat>全屏显示(16:9)</PresentationFormat>
  <Paragraphs>59</Paragraphs>
  <Slides>7</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7</vt:i4>
      </vt:variant>
    </vt:vector>
  </HeadingPairs>
  <TitlesOfParts>
    <vt:vector size="17" baseType="lpstr">
      <vt:lpstr>黑体</vt:lpstr>
      <vt:lpstr>华文行楷</vt:lpstr>
      <vt:lpstr>微软雅黑</vt:lpstr>
      <vt:lpstr>幼圆</vt:lpstr>
      <vt:lpstr>Arial</vt:lpstr>
      <vt:lpstr>Calibri</vt:lpstr>
      <vt:lpstr>Franklin Gothic Book</vt:lpstr>
      <vt:lpstr>Times New Roman</vt:lpstr>
      <vt:lpstr>Wingdings 2</vt:lpstr>
      <vt:lpstr>A000120140530A99PPBG</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china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522</cp:revision>
  <dcterms:created xsi:type="dcterms:W3CDTF">2019-02-28T02:56:41Z</dcterms:created>
  <dcterms:modified xsi:type="dcterms:W3CDTF">2024-12-02T08:27:40Z</dcterms:modified>
</cp:coreProperties>
</file>