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93" r:id="rId1"/>
  </p:sldMasterIdLst>
  <p:notesMasterIdLst>
    <p:notesMasterId r:id="rId11"/>
  </p:notesMasterIdLst>
  <p:sldIdLst>
    <p:sldId id="411" r:id="rId2"/>
    <p:sldId id="412" r:id="rId3"/>
    <p:sldId id="413" r:id="rId4"/>
    <p:sldId id="414" r:id="rId5"/>
    <p:sldId id="415" r:id="rId6"/>
    <p:sldId id="416" r:id="rId7"/>
    <p:sldId id="417" r:id="rId8"/>
    <p:sldId id="418" r:id="rId9"/>
    <p:sldId id="431" r:id="rId10"/>
  </p:sldIdLst>
  <p:sldSz cx="9144000" cy="5143500" type="screen16x9"/>
  <p:notesSz cx="6858000" cy="9144000"/>
  <p:custDataLst>
    <p:tags r:id="rId12"/>
  </p:custDataLst>
  <p:defaultTextStyle>
    <a:defPPr>
      <a:defRPr lang="zh-CN"/>
    </a:defPPr>
    <a:lvl1pPr marL="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58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13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192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259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316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374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44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503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118" d="100"/>
          <a:sy n="118" d="100"/>
        </p:scale>
        <p:origin x="594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8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17AAB-FCBD-40B2-B028-268332E93037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03F446-A760-4077-983F-8A30C4399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467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" t="12301" r="1751" b="1600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0F58-3108-4415-857A-6D0360DF626E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85CE2-CEAD-46BB-861E-7D62265DC96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5133793" y="1806593"/>
            <a:ext cx="2945922" cy="303719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tx1"/>
                </a:solidFill>
                <a:effectLst/>
                <a:latin typeface="+mn-ea"/>
                <a:ea typeface="+mn-ea"/>
              </a:defRPr>
            </a:lvl1pPr>
            <a:lvl2pPr marL="257175" indent="0" algn="ctr">
              <a:buNone/>
              <a:defRPr sz="1100"/>
            </a:lvl2pPr>
            <a:lvl3pPr marL="514350" indent="0" algn="ctr">
              <a:buNone/>
              <a:defRPr sz="1000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 dirty="0"/>
              <a:t>单击此处添加您的副标题</a:t>
            </a:r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4822164" y="983400"/>
            <a:ext cx="3727691" cy="805914"/>
          </a:xfrm>
        </p:spPr>
        <p:txBody>
          <a:bodyPr vert="horz" anchor="b">
            <a:noAutofit/>
          </a:bodyPr>
          <a:lstStyle>
            <a:lvl1pPr algn="ctr">
              <a:lnSpc>
                <a:spcPct val="100000"/>
              </a:lnSpc>
              <a:defRPr sz="2400" b="1" kern="1000" baseline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单击此处添加您的标题文字</a:t>
            </a:r>
          </a:p>
        </p:txBody>
      </p:sp>
    </p:spTree>
    <p:extLst>
      <p:ext uri="{BB962C8B-B14F-4D97-AF65-F5344CB8AC3E}">
        <p14:creationId xmlns:p14="http://schemas.microsoft.com/office/powerpoint/2010/main" val="489679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67">
          <p15:clr>
            <a:srgbClr val="FBAE40"/>
          </p15:clr>
        </p15:guide>
        <p15:guide id="0" orient="horz" pos="2160" userDrawn="1">
          <p15:clr>
            <a:srgbClr val="FBAE40"/>
          </p15:clr>
        </p15:guide>
        <p15:guide id="2" pos="66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200" b="1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defRPr>
            </a:lvl1pPr>
            <a:lvl2pPr>
              <a:defRPr sz="1400" b="1"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1050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1574008" y="1581152"/>
            <a:ext cx="5995988" cy="926306"/>
          </a:xfrm>
        </p:spPr>
        <p:txBody>
          <a:bodyPr anchor="b">
            <a:normAutofit/>
          </a:bodyPr>
          <a:lstStyle>
            <a:lvl1pPr algn="ctr">
              <a:defRPr sz="2000">
                <a:solidFill>
                  <a:schemeClr val="tx1">
                    <a:lumMod val="50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此处添加您的标题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3038171" y="2550318"/>
            <a:ext cx="3067663" cy="268109"/>
          </a:xfrm>
          <a:prstGeom prst="roundRect">
            <a:avLst>
              <a:gd name="adj" fmla="val 50000"/>
            </a:avLst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tx1"/>
                </a:solidFill>
              </a:defRPr>
            </a:lvl1pPr>
            <a:lvl2pPr marL="25717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3410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049867" y="933453"/>
            <a:ext cx="3810000" cy="369927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4889501" y="933453"/>
            <a:ext cx="3820587" cy="369927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907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727199" y="88899"/>
            <a:ext cx="6984076" cy="5377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8" y="1032272"/>
            <a:ext cx="3868340" cy="617934"/>
          </a:xfrm>
        </p:spPr>
        <p:txBody>
          <a:bodyPr anchor="b">
            <a:normAutofit/>
          </a:bodyPr>
          <a:lstStyle>
            <a:lvl1pPr marL="0" indent="0">
              <a:buNone/>
              <a:defRPr sz="1000" b="1"/>
            </a:lvl1pPr>
            <a:lvl2pPr marL="257175" indent="0">
              <a:buNone/>
              <a:defRPr sz="1100" b="1"/>
            </a:lvl2pPr>
            <a:lvl3pPr marL="514350" indent="0">
              <a:buNone/>
              <a:defRPr sz="1000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8" y="16502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5" y="1032272"/>
            <a:ext cx="3887391" cy="617934"/>
          </a:xfrm>
        </p:spPr>
        <p:txBody>
          <a:bodyPr anchor="b">
            <a:normAutofit/>
          </a:bodyPr>
          <a:lstStyle>
            <a:lvl1pPr marL="0" indent="0">
              <a:buNone/>
              <a:defRPr sz="1000" b="1"/>
            </a:lvl1pPr>
            <a:lvl2pPr marL="257175" indent="0">
              <a:buNone/>
              <a:defRPr sz="1100" b="1"/>
            </a:lvl2pPr>
            <a:lvl3pPr marL="514350" indent="0">
              <a:buNone/>
              <a:defRPr sz="1000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5" y="16502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082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767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798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58444" y="400052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4115992" y="797724"/>
            <a:ext cx="4629150" cy="3655219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858444" y="1600202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800"/>
            </a:lvl2pPr>
            <a:lvl3pPr marL="514350" indent="0">
              <a:buNone/>
              <a:defRPr sz="700"/>
            </a:lvl3pPr>
            <a:lvl4pPr marL="771525" indent="0">
              <a:buNone/>
              <a:defRPr sz="600"/>
            </a:lvl4pPr>
            <a:lvl5pPr marL="1028700" indent="0">
              <a:buNone/>
              <a:defRPr sz="600"/>
            </a:lvl5pPr>
            <a:lvl6pPr marL="1285875" indent="0">
              <a:buNone/>
              <a:defRPr sz="600"/>
            </a:lvl6pPr>
            <a:lvl7pPr marL="1543050" indent="0">
              <a:buNone/>
              <a:defRPr sz="600"/>
            </a:lvl7pPr>
            <a:lvl8pPr marL="1800225" indent="0">
              <a:buNone/>
              <a:defRPr sz="600"/>
            </a:lvl8pPr>
            <a:lvl9pPr marL="205740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485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934644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 noChangeAspect="1"/>
          </p:cNvSpPr>
          <p:nvPr>
            <p:ph type="pic" idx="1"/>
          </p:nvPr>
        </p:nvSpPr>
        <p:spPr>
          <a:xfrm>
            <a:off x="4082125" y="740572"/>
            <a:ext cx="4629150" cy="3655219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600"/>
            </a:lvl2pPr>
            <a:lvl3pPr marL="514350" indent="0">
              <a:buNone/>
              <a:defRPr sz="1400"/>
            </a:lvl3pPr>
            <a:lvl4pPr marL="771525" indent="0">
              <a:buNone/>
              <a:defRPr sz="1100"/>
            </a:lvl4pPr>
            <a:lvl5pPr marL="1028700" indent="0">
              <a:buNone/>
              <a:defRPr sz="1100"/>
            </a:lvl5pPr>
            <a:lvl6pPr marL="1285875" indent="0">
              <a:buNone/>
              <a:defRPr sz="1100"/>
            </a:lvl6pPr>
            <a:lvl7pPr marL="1543050" indent="0">
              <a:buNone/>
              <a:defRPr sz="1100"/>
            </a:lvl7pPr>
            <a:lvl8pPr marL="1800225" indent="0">
              <a:buNone/>
              <a:defRPr sz="1100"/>
            </a:lvl8pPr>
            <a:lvl9pPr marL="2057400" indent="0">
              <a:buNone/>
              <a:defRPr sz="11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934644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800"/>
            </a:lvl2pPr>
            <a:lvl3pPr marL="514350" indent="0">
              <a:buNone/>
              <a:defRPr sz="700"/>
            </a:lvl3pPr>
            <a:lvl4pPr marL="771525" indent="0">
              <a:buNone/>
              <a:defRPr sz="600"/>
            </a:lvl4pPr>
            <a:lvl5pPr marL="1028700" indent="0">
              <a:buNone/>
              <a:defRPr sz="600"/>
            </a:lvl5pPr>
            <a:lvl6pPr marL="1285875" indent="0">
              <a:buNone/>
              <a:defRPr sz="600"/>
            </a:lvl6pPr>
            <a:lvl7pPr marL="1543050" indent="0">
              <a:buNone/>
              <a:defRPr sz="600"/>
            </a:lvl7pPr>
            <a:lvl8pPr marL="1800225" indent="0">
              <a:buNone/>
              <a:defRPr sz="600"/>
            </a:lvl8pPr>
            <a:lvl9pPr marL="205740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004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067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628469" y="273844"/>
            <a:ext cx="886883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585383" y="273844"/>
            <a:ext cx="5949952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963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4" t="26028" r="6166" b="4484"/>
          <a:stretch/>
        </p:blipFill>
        <p:spPr>
          <a:xfrm>
            <a:off x="-2" y="1753372"/>
            <a:ext cx="5924552" cy="3390128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628650" y="483870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1FE7BD1D-B284-4506-85BF-D02BB5BA5E47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3028950" y="483870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483870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854015" y="850107"/>
            <a:ext cx="7866654" cy="382510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504826" y="160440"/>
            <a:ext cx="8215844" cy="597008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06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95" r:id="rId2"/>
    <p:sldLayoutId id="2147484096" r:id="rId3"/>
    <p:sldLayoutId id="2147484097" r:id="rId4"/>
    <p:sldLayoutId id="2147484098" r:id="rId5"/>
    <p:sldLayoutId id="2147484099" r:id="rId6"/>
    <p:sldLayoutId id="2147484100" r:id="rId7"/>
    <p:sldLayoutId id="2147484101" r:id="rId8"/>
    <p:sldLayoutId id="2147484102" r:id="rId9"/>
    <p:sldLayoutId id="2147484103" r:id="rId10"/>
    <p:sldLayoutId id="2147484104" r:id="rId11"/>
  </p:sldLayoutIdLst>
  <p:txStyles>
    <p:titleStyle>
      <a:lvl1pPr algn="ctr" defTabSz="514350" rtl="0" eaLnBrk="1" latinLnBrk="0" hangingPunct="1">
        <a:lnSpc>
          <a:spcPct val="90000"/>
        </a:lnSpc>
        <a:spcBef>
          <a:spcPct val="0"/>
        </a:spcBef>
        <a:buNone/>
        <a:defRPr sz="2400" b="0" i="0" kern="1200" baseline="0">
          <a:solidFill>
            <a:schemeClr val="tx1">
              <a:lumMod val="50000"/>
            </a:schemeClr>
          </a:solidFill>
          <a:effectLst/>
          <a:latin typeface="+mj-ea"/>
          <a:ea typeface="+mj-ea"/>
          <a:cs typeface="+mj-cs"/>
        </a:defRPr>
      </a:lvl1pPr>
    </p:titleStyle>
    <p:bodyStyle>
      <a:lvl1pPr marL="271463" indent="-271463" algn="just" defTabSz="51435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accent2"/>
        </a:buClr>
        <a:buSzPct val="50000"/>
        <a:buFont typeface="Wingdings 2" panose="05020102010507070707" pitchFamily="18" charset="2"/>
        <a:buChar char=""/>
        <a:defRPr lang="zh-CN" altLang="en-US" sz="1800" b="1" kern="1200" baseline="0" dirty="0" smtClean="0">
          <a:solidFill>
            <a:schemeClr val="accent1"/>
          </a:solidFill>
          <a:latin typeface="+mn-ea"/>
          <a:ea typeface="+mn-ea"/>
          <a:cs typeface="+mn-cs"/>
        </a:defRPr>
      </a:lvl1pPr>
      <a:lvl2pPr marL="271463" indent="-271463" algn="just" defTabSz="514350" rtl="0" eaLnBrk="1" latinLnBrk="0" hangingPunct="1">
        <a:lnSpc>
          <a:spcPct val="120000"/>
        </a:lnSpc>
        <a:spcBef>
          <a:spcPts val="0"/>
        </a:spcBef>
        <a:spcAft>
          <a:spcPts val="9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400" b="0" kern="1200" baseline="0">
          <a:solidFill>
            <a:schemeClr val="tx1"/>
          </a:solidFill>
          <a:latin typeface="+mn-ea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68964"/>
            <a:ext cx="8928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三、钢筋混凝土预制桩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892184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（一）锤击沉桩法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353849"/>
            <a:ext cx="3888431" cy="17939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7" y="3153112"/>
            <a:ext cx="3888431" cy="1938917"/>
          </a:xfrm>
          <a:prstGeom prst="rect">
            <a:avLst/>
          </a:prstGeom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38" y="1356508"/>
            <a:ext cx="3960442" cy="1796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1170" y="3153111"/>
            <a:ext cx="3961310" cy="1938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1916610"/>
            <a:ext cx="3460680" cy="2462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432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219690"/>
              </p:ext>
            </p:extLst>
          </p:nvPr>
        </p:nvGraphicFramePr>
        <p:xfrm>
          <a:off x="1043607" y="411510"/>
          <a:ext cx="7920881" cy="4536503"/>
        </p:xfrm>
        <a:graphic>
          <a:graphicData uri="http://schemas.openxmlformats.org/drawingml/2006/table">
            <a:tbl>
              <a:tblPr firstRow="1" firstCol="1" bandRow="1">
                <a:tableStyleId>{C4B1156A-380E-4F78-BDF5-A606A8083BF9}</a:tableStyleId>
              </a:tblPr>
              <a:tblGrid>
                <a:gridCol w="770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99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14601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施工程序</a:t>
                      </a:r>
                    </a:p>
                  </a:txBody>
                  <a:tcPr marL="55129" marR="55129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确定桩位和沉桩顺序→桩机就位→吊桩喂桩→校正→锤击沉桩→接桩→再锤击沉桩→送桩→收锤→切割桩头。</a:t>
                      </a:r>
                    </a:p>
                  </a:txBody>
                  <a:tcPr marL="55129" marR="55129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7301">
                <a:tc rowSpan="2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施工要求</a:t>
                      </a:r>
                    </a:p>
                  </a:txBody>
                  <a:tcPr marL="55129" marR="551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）混凝土强度达到</a:t>
                      </a:r>
                      <a:r>
                        <a:rPr lang="en-US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70%</a:t>
                      </a: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后方可起吊，达到</a:t>
                      </a:r>
                      <a:r>
                        <a:rPr lang="en-US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100%</a:t>
                      </a: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后方可运输和打桩。</a:t>
                      </a:r>
                    </a:p>
                  </a:txBody>
                  <a:tcPr marL="55129" marR="55129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146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）单节桩采用两支点起吊时，吊点距桩端宜为</a:t>
                      </a:r>
                      <a:r>
                        <a:rPr 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0.2L</a:t>
                      </a: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（桩段长）。吊运过程中严禁采用拖拉取桩方法。</a:t>
                      </a:r>
                    </a:p>
                  </a:txBody>
                  <a:tcPr marL="55129" marR="55129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432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484046"/>
              </p:ext>
            </p:extLst>
          </p:nvPr>
        </p:nvGraphicFramePr>
        <p:xfrm>
          <a:off x="1043607" y="411510"/>
          <a:ext cx="7848873" cy="4608512"/>
        </p:xfrm>
        <a:graphic>
          <a:graphicData uri="http://schemas.openxmlformats.org/drawingml/2006/table">
            <a:tbl>
              <a:tblPr firstRow="1" firstCol="1" bandRow="1">
                <a:tableStyleId>{22838BEF-8BB2-4498-84A7-C5851F593DF1}</a:tableStyleId>
              </a:tblPr>
              <a:tblGrid>
                <a:gridCol w="548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00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1703">
                <a:tc row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施工要求</a:t>
                      </a:r>
                    </a:p>
                  </a:txBody>
                  <a:tcPr marL="55129" marR="55129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）接桩——接头宜高出地面</a:t>
                      </a:r>
                      <a:r>
                        <a:rPr lang="en-US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0.5</a:t>
                      </a: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lang="en-US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1m</a:t>
                      </a: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接桩方法——焊接、螺纹接头和机械啮合接头等。</a:t>
                      </a:r>
                    </a:p>
                  </a:txBody>
                  <a:tcPr marL="55129" marR="55129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25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）沉桩顺序——先深后浅、先大后小、先长后短、先密后疏的次序进行。对于密集桩群应控制沉桩速率，宜从中间向四周或两边对称施打；当一侧毗邻建筑物时，由毗邻建筑物处向另一方向施打。</a:t>
                      </a:r>
                    </a:p>
                  </a:txBody>
                  <a:tcPr marL="55129" marR="55129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25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）终沉标准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终止沉桩——桩端标高控制为主，贯入度控制为辅；当桩终端达到坚硬，硬塑黏性土，中密以上粉土、砂土、碎石土及风化岩时，可以贯入度控制为主，桩端标高控制为辅；贯入度达到设计要求而桩端标高未达到时，应继续锤击</a:t>
                      </a:r>
                      <a:r>
                        <a:rPr 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阵，按每阵</a:t>
                      </a:r>
                      <a:r>
                        <a:rPr 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</a:t>
                      </a: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击的贯入度≤设计规定的数值予以确认。</a:t>
                      </a:r>
                    </a:p>
                  </a:txBody>
                  <a:tcPr marL="55129" marR="55129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411510"/>
            <a:ext cx="7128792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32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241" y="368964"/>
            <a:ext cx="8928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《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建筑地基基础工程施工质量验收标准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》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 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GB 50202-2018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）：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528" y="769074"/>
            <a:ext cx="5806943" cy="432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32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368964"/>
            <a:ext cx="6408712" cy="472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32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68964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（二）静力压桩法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830629"/>
            <a:ext cx="2996587" cy="4045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0196" y="830629"/>
            <a:ext cx="4996300" cy="4045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432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103911"/>
              </p:ext>
            </p:extLst>
          </p:nvPr>
        </p:nvGraphicFramePr>
        <p:xfrm>
          <a:off x="1043607" y="411509"/>
          <a:ext cx="7920881" cy="4608513"/>
        </p:xfrm>
        <a:graphic>
          <a:graphicData uri="http://schemas.openxmlformats.org/drawingml/2006/table">
            <a:tbl>
              <a:tblPr firstRow="1" firstCol="1" bandRow="1">
                <a:tableStyleId>{16D9F66E-5EB9-4882-86FB-DCBF35E3C3E4}</a:tableStyleId>
              </a:tblPr>
              <a:tblGrid>
                <a:gridCol w="770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99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25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施工程序</a:t>
                      </a:r>
                    </a:p>
                  </a:txBody>
                  <a:tcPr marL="55129" marR="55129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测量定位→压桩机就位→吊桩、插桩→桩身对中调直→静压沉桩→接桩→再静压沉桩→送桩→终止压桩→检查验收→转移桩机。</a:t>
                      </a:r>
                    </a:p>
                  </a:txBody>
                  <a:tcPr marL="55129" marR="55129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852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施工要求</a:t>
                      </a:r>
                    </a:p>
                  </a:txBody>
                  <a:tcPr marL="55129" marR="55129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）试桩——施工前进行试压桩，数量≥</a:t>
                      </a:r>
                      <a:r>
                        <a:rPr lang="en-US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根。</a:t>
                      </a:r>
                    </a:p>
                  </a:txBody>
                  <a:tcPr marL="55129" marR="55129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17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）最大压桩力——（考虑群桩挤密效应的最大压桩阻力，机架重量和配重之和的</a:t>
                      </a:r>
                      <a:r>
                        <a:rPr lang="en-US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0.9</a:t>
                      </a: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倍）</a:t>
                      </a:r>
                    </a:p>
                  </a:txBody>
                  <a:tcPr marL="55129" marR="55129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85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）采用静压桩的基坑，不应边挖桩边开挖基坑。</a:t>
                      </a:r>
                    </a:p>
                  </a:txBody>
                  <a:tcPr marL="55129" marR="55129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255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）接桩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焊接、螺纹接桩——接头宜高出地面</a:t>
                      </a:r>
                      <a:r>
                        <a:rPr 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0.5</a:t>
                      </a: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1m</a:t>
                      </a: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；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啮合式、卡扣式、抱箍式——接头宜高出地面</a:t>
                      </a:r>
                      <a:r>
                        <a:rPr 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1</a:t>
                      </a: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1.5m</a:t>
                      </a: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</a:t>
                      </a:r>
                    </a:p>
                  </a:txBody>
                  <a:tcPr marL="55129" marR="55129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432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34417"/>
              </p:ext>
            </p:extLst>
          </p:nvPr>
        </p:nvGraphicFramePr>
        <p:xfrm>
          <a:off x="1043607" y="411510"/>
          <a:ext cx="7920881" cy="4608513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480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9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501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施工要求</a:t>
                      </a:r>
                    </a:p>
                  </a:txBody>
                  <a:tcPr marL="55129" marR="55129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）送桩——深度不宜＞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12m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（＞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8m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，送桩器应专门设计）。</a:t>
                      </a:r>
                    </a:p>
                  </a:txBody>
                  <a:tcPr marL="55129" marR="55129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90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）沉桩顺序——先深后浅、先长后短、先大后小、避免密集。场地开阔，从中间向四周进行；场地狭长时，从中间向两端对称进行；沿建筑物长度线方向进行。</a:t>
                      </a:r>
                    </a:p>
                  </a:txBody>
                  <a:tcPr marL="55129" marR="55129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90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）压桩——同一承台桩数＞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根时，不宜连续压桩。密集群桩区的静压桩不宜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24h 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连续作业，日停歇时间不宜少于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8h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</a:t>
                      </a:r>
                    </a:p>
                  </a:txBody>
                  <a:tcPr marL="55129" marR="55129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600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</a:t>
                      </a: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）终沉标准——以标高为主，压力为辅。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摩擦桩——桩顶标高；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端承摩擦桩——桩顶标高控制为主，终压力控制为辅；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端承桩——终压力控制为主，桩顶标高控制为辅；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终压连续复压——入土深度　　　　复压次数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　　　　　　　　≥</a:t>
                      </a:r>
                      <a:r>
                        <a:rPr lang="en-US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8m </a:t>
                      </a: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的桩　　　　</a:t>
                      </a:r>
                      <a:r>
                        <a:rPr lang="en-US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lang="en-US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 </a:t>
                      </a: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次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　　　　　　　　＜</a:t>
                      </a:r>
                      <a:r>
                        <a:rPr lang="en-US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8m </a:t>
                      </a: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的桩　　　　</a:t>
                      </a:r>
                      <a:r>
                        <a:rPr lang="en-US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lang="en-US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 </a:t>
                      </a: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次；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稳压压桩力——≥终压力，稳压时间——</a:t>
                      </a:r>
                      <a:r>
                        <a:rPr lang="en-US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lang="en-US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10s</a:t>
                      </a: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</a:t>
                      </a:r>
                    </a:p>
                  </a:txBody>
                  <a:tcPr marL="55129" marR="55129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432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241" y="368964"/>
            <a:ext cx="8928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《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建筑地基基础工程施工质量验收标准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》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 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GB 50202-2018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）：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0"/>
            <a:ext cx="583264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792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LIBID_PRE" val="13076"/>
  <p:tag name="MH_CONTENTSID" val="264"/>
  <p:tag name="MH_SECTIONID" val="265,"/>
</p:tagLst>
</file>

<file path=ppt/theme/theme1.xml><?xml version="1.0" encoding="utf-8"?>
<a:theme xmlns:a="http://schemas.openxmlformats.org/drawingml/2006/main" name="A000120140530A99PPBG">
  <a:themeElements>
    <a:clrScheme name="KSO_BLUE9">
      <a:dk1>
        <a:srgbClr val="47494B"/>
      </a:dk1>
      <a:lt1>
        <a:srgbClr val="FFFFFF"/>
      </a:lt1>
      <a:dk2>
        <a:srgbClr val="454749"/>
      </a:dk2>
      <a:lt2>
        <a:srgbClr val="EAF5FC"/>
      </a:lt2>
      <a:accent1>
        <a:srgbClr val="046FB6"/>
      </a:accent1>
      <a:accent2>
        <a:srgbClr val="22B1DE"/>
      </a:accent2>
      <a:accent3>
        <a:srgbClr val="7B93D7"/>
      </a:accent3>
      <a:accent4>
        <a:srgbClr val="5D76BA"/>
      </a:accent4>
      <a:accent5>
        <a:srgbClr val="3DBFD1"/>
      </a:accent5>
      <a:accent6>
        <a:srgbClr val="FFC000"/>
      </a:accent6>
      <a:hlink>
        <a:srgbClr val="00B0F0"/>
      </a:hlink>
      <a:folHlink>
        <a:srgbClr val="AFB2B4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636869495982041620</Template>
  <TotalTime>4162</TotalTime>
  <Words>776</Words>
  <Application>Microsoft Office PowerPoint</Application>
  <PresentationFormat>全屏显示(16:9)</PresentationFormat>
  <Paragraphs>46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黑体</vt:lpstr>
      <vt:lpstr>华文行楷</vt:lpstr>
      <vt:lpstr>微软雅黑</vt:lpstr>
      <vt:lpstr>幼圆</vt:lpstr>
      <vt:lpstr>Arial</vt:lpstr>
      <vt:lpstr>Calibri</vt:lpstr>
      <vt:lpstr>Franklin Gothic Book</vt:lpstr>
      <vt:lpstr>Times New Roman</vt:lpstr>
      <vt:lpstr>Wingdings 2</vt:lpstr>
      <vt:lpstr>A000120140530A99PPBG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545</cp:revision>
  <dcterms:created xsi:type="dcterms:W3CDTF">2019-02-28T02:56:41Z</dcterms:created>
  <dcterms:modified xsi:type="dcterms:W3CDTF">2026-03-06T03:00:31Z</dcterms:modified>
</cp:coreProperties>
</file>