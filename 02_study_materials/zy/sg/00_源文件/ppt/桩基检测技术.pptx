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8"/>
  </p:notesMasterIdLst>
  <p:sldIdLst>
    <p:sldId id="427" r:id="rId2"/>
    <p:sldId id="428" r:id="rId3"/>
    <p:sldId id="429" r:id="rId4"/>
    <p:sldId id="430" r:id="rId5"/>
    <p:sldId id="410" r:id="rId6"/>
    <p:sldId id="436" r:id="rId7"/>
  </p:sldIdLst>
  <p:sldSz cx="9144000" cy="5143500" type="screen16x9"/>
  <p:notesSz cx="6858000" cy="9144000"/>
  <p:custDataLst>
    <p:tags r:id="rId9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56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五、桩基检测技术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9218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（一）检测阶段、作用及指标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978984"/>
              </p:ext>
            </p:extLst>
          </p:nvPr>
        </p:nvGraphicFramePr>
        <p:xfrm>
          <a:off x="1115616" y="1491629"/>
          <a:ext cx="7776864" cy="345638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13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检测阶段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检测作用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检测指标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为设计提供依据的试验桩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单桩极限承载力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施工后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为验收提供依据的工程桩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单桩承载力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桩身完整性检测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5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11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（二）桩基检测的方法和目的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30628"/>
            <a:ext cx="7980795" cy="4261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625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3382"/>
              </p:ext>
            </p:extLst>
          </p:nvPr>
        </p:nvGraphicFramePr>
        <p:xfrm>
          <a:off x="1043607" y="411507"/>
          <a:ext cx="7920881" cy="4608513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42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5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方法</a:t>
                      </a:r>
                    </a:p>
                  </a:txBody>
                  <a:tcPr marL="58347" marR="583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目的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单桩竖向抗压静载试验</a:t>
                      </a:r>
                    </a:p>
                  </a:txBody>
                  <a:tcPr marL="58347" marR="5834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）确定单桩竖向抗压极限承载力；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5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）判定竖向抗压承载力是否满足设计要求；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8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）通过桩身应变、位移测试，测定桩侧、桩端阻力，验证高应变法的单桩竖向抗压承载力检测结果。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5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单桩竖向抗拔静载试验</a:t>
                      </a:r>
                    </a:p>
                  </a:txBody>
                  <a:tcPr marL="58347" marR="5834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）确定单桩竖向抗拔极限承载力；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5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）判断竖向抗拔承载力是否满足设计要求；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5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）通过桩身应变、位移测试，测定桩的抗拔侧阻力。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5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单桩水平静载试验</a:t>
                      </a:r>
                    </a:p>
                  </a:txBody>
                  <a:tcPr marL="58347" marR="5834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）确定单桩水平临界荷载和极限承载力，推定土抗力参数；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5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）判定水平承载力或水平位移是否满足设计要求；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5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）通过桩身应变、位移测试，测定桩身弯矩。</a:t>
                      </a:r>
                    </a:p>
                  </a:txBody>
                  <a:tcPr marL="58347" marR="58347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5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877"/>
              </p:ext>
            </p:extLst>
          </p:nvPr>
        </p:nvGraphicFramePr>
        <p:xfrm>
          <a:off x="1043607" y="411508"/>
          <a:ext cx="7920881" cy="4608513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1133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21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钻芯法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测检灌注桩桩长、桩身混凝土强度、桩底沉渣厚度，判定或鉴别桩端持力层岩土性状，判定桩身完整性类别。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低应变法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检测桩身缺陷及其位置，判定桩身完整性类别。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高应变法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）判定单桩竖向抗压承载力是否满足设计要求；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）检测桩身缺陷及其位置，判定桩身完整性类别；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）分析桩侧和桩端土阻力；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）进行打桩过程监控。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声波透射法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检测灌注桩桩身缺陷及其位置，判定桩身完整性类别。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5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11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（三）其他要求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84902"/>
              </p:ext>
            </p:extLst>
          </p:nvPr>
        </p:nvGraphicFramePr>
        <p:xfrm>
          <a:off x="1043607" y="915569"/>
          <a:ext cx="7920881" cy="4104451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77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528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开始时间应满足条件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）应变法和声波透射法——受检桩混凝土强度≥设计强度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70%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且≥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15MPa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）钻芯法——受检桩混凝土龄期应达到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28d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，或者同条件养护试块强度达到设计强度要求。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6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）一般承载力检测前的休止时间——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砂土地基不少于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7d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，粉土地基不少于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10d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非饱和黏性土不少于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15d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饱和粘性土不少于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25d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泥浆护壁灌注桩，宜延长休止时间。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28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选桩条件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）施工质量有疑问的桩；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）局部地基条件出现异常的桩；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）承载力验收时选择部分Ⅲ类桩；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）设计方认为重要的桩；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）施工工艺不同的桩；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）宜按规定均匀和随机选择。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52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检测顺序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）宜先进行桩身完整性检测，后进行承载力检测。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）桩身完整性检测应在基坑开挖后进行。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50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37390"/>
              </p:ext>
            </p:extLst>
          </p:nvPr>
        </p:nvGraphicFramePr>
        <p:xfrm>
          <a:off x="1043607" y="411511"/>
          <a:ext cx="7920881" cy="460851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77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170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钻芯法要求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）钻孔数量——桩径＜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1.2m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的桩可为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个孔；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　　　　　　　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桩径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[1.2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1.6]m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的桩宜为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个孔；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　　　　　　　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桩径＞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1.6m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的桩宜为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3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个孔；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）钻孔位置——距桩中心（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范围内均匀对称布置。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3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桩身完整性分类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）Ⅰ类桩——桩身完整；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）Ⅱ类桩——桩身有轻微缺陷，不会影响承载力；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）Ⅲ类桩——桩身有明显缺陷，对承载力有影响；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2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）Ⅳ类桩——桩身存在严重缺陷。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234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单桩承载力确定</a:t>
                      </a:r>
                    </a:p>
                  </a:txBody>
                  <a:tcPr marL="59508" marR="5950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）竖向抗压承载力特征值——取抗压极限承载力的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50%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2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）竖向抗拔承载力特征值——取抗拔极限承载力的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50%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7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）水平承载力特征值的确定：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桩身不允许开裂或灌注桩桩身配筋率＜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0.65%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时，取水平临界荷载的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0.75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倍。钢筋混凝土预制桩、钢桩和桩身配筋率≥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0.65%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的灌注桩，取设计桩顶标高处水平位移所对应荷载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0.75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倍（水平位移取值：对水平位移敏感的建筑物取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6mm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，不敏感的建筑物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10mm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，满足桩身抗裂要求）。</a:t>
                      </a:r>
                    </a:p>
                  </a:txBody>
                  <a:tcPr marL="59508" marR="5950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06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4161</TotalTime>
  <Words>881</Words>
  <Application>Microsoft Office PowerPoint</Application>
  <PresentationFormat>全屏显示(16:9)</PresentationFormat>
  <Paragraphs>78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545</cp:revision>
  <dcterms:created xsi:type="dcterms:W3CDTF">2019-02-28T02:56:41Z</dcterms:created>
  <dcterms:modified xsi:type="dcterms:W3CDTF">2026-03-06T09:21:30Z</dcterms:modified>
</cp:coreProperties>
</file>