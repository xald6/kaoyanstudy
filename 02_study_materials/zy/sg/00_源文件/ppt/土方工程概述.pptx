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15"/>
  </p:notesMasterIdLst>
  <p:sldIdLst>
    <p:sldId id="319" r:id="rId2"/>
    <p:sldId id="350" r:id="rId3"/>
    <p:sldId id="351" r:id="rId4"/>
    <p:sldId id="352" r:id="rId5"/>
    <p:sldId id="408" r:id="rId6"/>
    <p:sldId id="353" r:id="rId7"/>
    <p:sldId id="354" r:id="rId8"/>
    <p:sldId id="357" r:id="rId9"/>
    <p:sldId id="358" r:id="rId10"/>
    <p:sldId id="359" r:id="rId11"/>
    <p:sldId id="360" r:id="rId12"/>
    <p:sldId id="361" r:id="rId13"/>
    <p:sldId id="362" r:id="rId14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594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A2B936-0AFA-44F7-AC5F-0F731BD0F5A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A0AA4B01-5A24-46A0-B814-557050D3A0B2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常见的土方工程施工内容有：</a:t>
          </a:r>
        </a:p>
      </dgm:t>
    </dgm:pt>
    <dgm:pt modelId="{99BF03A2-C4CD-4815-884D-F51C46D9B621}" type="parTrans" cxnId="{24B6C0BA-91D8-4B77-A450-173F4DC459B9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9979151-81B1-4CC7-8B81-4A8706C46FC2}" type="sibTrans" cxnId="{24B6C0BA-91D8-4B77-A450-173F4DC459B9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A40ABBA-FC66-4690-B03A-395D6421F825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）场地平整；</a:t>
          </a:r>
        </a:p>
      </dgm:t>
    </dgm:pt>
    <dgm:pt modelId="{73B0CB5B-86AC-4E74-81C9-89815F2CA3C0}" type="parTrans" cxnId="{C95471F7-47EB-4107-8A46-DE741D9513CC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1DF40BE-700A-401A-B3DA-58D0AB83E064}" type="sibTrans" cxnId="{C95471F7-47EB-4107-8A46-DE741D9513CC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3632F76-240E-4A48-B730-8D06E401FB45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）开挖沟槽、基坑（竖井、隧道、修筑路基、堤坝）；</a:t>
          </a:r>
        </a:p>
      </dgm:t>
    </dgm:pt>
    <dgm:pt modelId="{01125570-829E-4152-A316-908C1DBAE7B8}" type="parTrans" cxnId="{C4B47E08-DCD2-4566-8AFD-D00F0D69308A}">
      <dgm:prSet/>
      <dgm:spPr/>
      <dgm:t>
        <a:bodyPr/>
        <a:lstStyle/>
        <a:p>
          <a:endParaRPr lang="zh-CN" altLang="en-US"/>
        </a:p>
      </dgm:t>
    </dgm:pt>
    <dgm:pt modelId="{B1EC4F3D-8FE8-4CD2-A9E5-48D19858A8D4}" type="sibTrans" cxnId="{C4B47E08-DCD2-4566-8AFD-D00F0D69308A}">
      <dgm:prSet/>
      <dgm:spPr/>
      <dgm:t>
        <a:bodyPr/>
        <a:lstStyle/>
        <a:p>
          <a:endParaRPr lang="zh-CN" altLang="en-US"/>
        </a:p>
      </dgm:t>
    </dgm:pt>
    <dgm:pt modelId="{FCC7661A-7FF2-4CC2-A587-4A82BF6CD73C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）土方回填与压实。</a:t>
          </a:r>
        </a:p>
      </dgm:t>
    </dgm:pt>
    <dgm:pt modelId="{B8F019C4-103B-461E-AAC6-14EEF0F96F28}" type="parTrans" cxnId="{FBE5490B-0386-46A5-A454-5F67257A4524}">
      <dgm:prSet/>
      <dgm:spPr/>
      <dgm:t>
        <a:bodyPr/>
        <a:lstStyle/>
        <a:p>
          <a:endParaRPr lang="zh-CN" altLang="en-US"/>
        </a:p>
      </dgm:t>
    </dgm:pt>
    <dgm:pt modelId="{E48D51D1-AFAA-4505-84A1-CDF8D4B10437}" type="sibTrans" cxnId="{FBE5490B-0386-46A5-A454-5F67257A4524}">
      <dgm:prSet/>
      <dgm:spPr/>
      <dgm:t>
        <a:bodyPr/>
        <a:lstStyle/>
        <a:p>
          <a:endParaRPr lang="zh-CN" altLang="en-US"/>
        </a:p>
      </dgm:t>
    </dgm:pt>
    <dgm:pt modelId="{70321F86-7AF7-42AE-B2EA-3411DE008D2D}">
      <dgm:prSet phldrT="[文本]" custT="1"/>
      <dgm:spPr/>
      <dgm:t>
        <a:bodyPr/>
        <a:lstStyle/>
        <a:p>
          <a:r>
            <a:rPr lang="zh-CN" altLang="en-US" sz="22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特点：面广量大、施工条件复杂、工期长。</a:t>
          </a:r>
        </a:p>
      </dgm:t>
    </dgm:pt>
    <dgm:pt modelId="{3F805D28-ADCD-40D8-BC74-7B418AFCE003}" type="parTrans" cxnId="{EC76CFF8-DB4E-4A6E-A773-98CB84AEAF79}">
      <dgm:prSet/>
      <dgm:spPr/>
      <dgm:t>
        <a:bodyPr/>
        <a:lstStyle/>
        <a:p>
          <a:endParaRPr lang="zh-CN" altLang="en-US"/>
        </a:p>
      </dgm:t>
    </dgm:pt>
    <dgm:pt modelId="{ACEE870E-C435-4057-8901-F5C22E6624DB}" type="sibTrans" cxnId="{EC76CFF8-DB4E-4A6E-A773-98CB84AEAF79}">
      <dgm:prSet/>
      <dgm:spPr/>
      <dgm:t>
        <a:bodyPr/>
        <a:lstStyle/>
        <a:p>
          <a:endParaRPr lang="zh-CN" altLang="en-US"/>
        </a:p>
      </dgm:t>
    </dgm:pt>
    <dgm:pt modelId="{03E3AF42-1F78-458A-99C5-74E41F917AAF}" type="pres">
      <dgm:prSet presAssocID="{4BA2B936-0AFA-44F7-AC5F-0F731BD0F5A8}" presName="linear" presStyleCnt="0">
        <dgm:presLayoutVars>
          <dgm:animLvl val="lvl"/>
          <dgm:resizeHandles val="exact"/>
        </dgm:presLayoutVars>
      </dgm:prSet>
      <dgm:spPr/>
    </dgm:pt>
    <dgm:pt modelId="{42774B43-E26C-4E90-9316-48B4DD4F5F17}" type="pres">
      <dgm:prSet presAssocID="{A0AA4B01-5A24-46A0-B814-557050D3A0B2}" presName="parentText" presStyleLbl="node1" presStyleIdx="0" presStyleCnt="1" custScaleY="61679">
        <dgm:presLayoutVars>
          <dgm:chMax val="0"/>
          <dgm:bulletEnabled val="1"/>
        </dgm:presLayoutVars>
      </dgm:prSet>
      <dgm:spPr/>
    </dgm:pt>
    <dgm:pt modelId="{B046E696-82A9-4D39-8620-C8189237956C}" type="pres">
      <dgm:prSet presAssocID="{A0AA4B01-5A24-46A0-B814-557050D3A0B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4B47E08-DCD2-4566-8AFD-D00F0D69308A}" srcId="{A0AA4B01-5A24-46A0-B814-557050D3A0B2}" destId="{23632F76-240E-4A48-B730-8D06E401FB45}" srcOrd="1" destOrd="0" parTransId="{01125570-829E-4152-A316-908C1DBAE7B8}" sibTransId="{B1EC4F3D-8FE8-4CD2-A9E5-48D19858A8D4}"/>
    <dgm:cxn modelId="{FBE5490B-0386-46A5-A454-5F67257A4524}" srcId="{A0AA4B01-5A24-46A0-B814-557050D3A0B2}" destId="{FCC7661A-7FF2-4CC2-A587-4A82BF6CD73C}" srcOrd="2" destOrd="0" parTransId="{B8F019C4-103B-461E-AAC6-14EEF0F96F28}" sibTransId="{E48D51D1-AFAA-4505-84A1-CDF8D4B10437}"/>
    <dgm:cxn modelId="{F5105626-48E8-45B1-B61B-81402873AEF6}" type="presOf" srcId="{FCC7661A-7FF2-4CC2-A587-4A82BF6CD73C}" destId="{B046E696-82A9-4D39-8620-C8189237956C}" srcOrd="0" destOrd="2" presId="urn:microsoft.com/office/officeart/2005/8/layout/vList2"/>
    <dgm:cxn modelId="{E7CF8466-0EF1-49B3-8CC2-C1042EBB3598}" type="presOf" srcId="{4BA2B936-0AFA-44F7-AC5F-0F731BD0F5A8}" destId="{03E3AF42-1F78-458A-99C5-74E41F917AAF}" srcOrd="0" destOrd="0" presId="urn:microsoft.com/office/officeart/2005/8/layout/vList2"/>
    <dgm:cxn modelId="{C9D3A68A-6B10-4C4C-8AE4-2FDA3F6B2C2C}" type="presOf" srcId="{A0AA4B01-5A24-46A0-B814-557050D3A0B2}" destId="{42774B43-E26C-4E90-9316-48B4DD4F5F17}" srcOrd="0" destOrd="0" presId="urn:microsoft.com/office/officeart/2005/8/layout/vList2"/>
    <dgm:cxn modelId="{362622B8-FC10-4E95-9DC6-EBEACE278C0B}" type="presOf" srcId="{DA40ABBA-FC66-4690-B03A-395D6421F825}" destId="{B046E696-82A9-4D39-8620-C8189237956C}" srcOrd="0" destOrd="0" presId="urn:microsoft.com/office/officeart/2005/8/layout/vList2"/>
    <dgm:cxn modelId="{D50031BA-C4C8-4850-BE8D-394E7E1979F9}" type="presOf" srcId="{23632F76-240E-4A48-B730-8D06E401FB45}" destId="{B046E696-82A9-4D39-8620-C8189237956C}" srcOrd="0" destOrd="1" presId="urn:microsoft.com/office/officeart/2005/8/layout/vList2"/>
    <dgm:cxn modelId="{24B6C0BA-91D8-4B77-A450-173F4DC459B9}" srcId="{4BA2B936-0AFA-44F7-AC5F-0F731BD0F5A8}" destId="{A0AA4B01-5A24-46A0-B814-557050D3A0B2}" srcOrd="0" destOrd="0" parTransId="{99BF03A2-C4CD-4815-884D-F51C46D9B621}" sibTransId="{A9979151-81B1-4CC7-8B81-4A8706C46FC2}"/>
    <dgm:cxn modelId="{909EB1C5-FC7E-4B07-85DA-94146BFA9D1B}" type="presOf" srcId="{70321F86-7AF7-42AE-B2EA-3411DE008D2D}" destId="{B046E696-82A9-4D39-8620-C8189237956C}" srcOrd="0" destOrd="3" presId="urn:microsoft.com/office/officeart/2005/8/layout/vList2"/>
    <dgm:cxn modelId="{C95471F7-47EB-4107-8A46-DE741D9513CC}" srcId="{A0AA4B01-5A24-46A0-B814-557050D3A0B2}" destId="{DA40ABBA-FC66-4690-B03A-395D6421F825}" srcOrd="0" destOrd="0" parTransId="{73B0CB5B-86AC-4E74-81C9-89815F2CA3C0}" sibTransId="{81DF40BE-700A-401A-B3DA-58D0AB83E064}"/>
    <dgm:cxn modelId="{EC76CFF8-DB4E-4A6E-A773-98CB84AEAF79}" srcId="{A0AA4B01-5A24-46A0-B814-557050D3A0B2}" destId="{70321F86-7AF7-42AE-B2EA-3411DE008D2D}" srcOrd="3" destOrd="0" parTransId="{3F805D28-ADCD-40D8-BC74-7B418AFCE003}" sibTransId="{ACEE870E-C435-4057-8901-F5C22E6624DB}"/>
    <dgm:cxn modelId="{F5EBAC98-CDE5-479D-8F40-DF59CBB60034}" type="presParOf" srcId="{03E3AF42-1F78-458A-99C5-74E41F917AAF}" destId="{42774B43-E26C-4E90-9316-48B4DD4F5F17}" srcOrd="0" destOrd="0" presId="urn:microsoft.com/office/officeart/2005/8/layout/vList2"/>
    <dgm:cxn modelId="{46A38118-4738-47E2-AE45-A1F882FC0923}" type="presParOf" srcId="{03E3AF42-1F78-458A-99C5-74E41F917AAF}" destId="{B046E696-82A9-4D39-8620-C8189237956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D469CB-B568-408D-96D5-2BDE97FAD31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D377B5AC-1C48-49E0-AE01-26F582EC84A7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1</a:t>
          </a:r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土按其不同粒组的相对含量可划分为巨粒类土、粗粒类土、细粒类土，是土的基本分类。根据地质成因，土可划分为残积土、坡积土、洪积土、冲击土、淤积土、冰积土和风积土等。根据粒径和塑性指数，土可划分为碎石土、砂土、粉土、黏性土。</a:t>
          </a:r>
        </a:p>
      </dgm:t>
    </dgm:pt>
    <dgm:pt modelId="{0F12C313-D71B-474D-84E8-2EACE72168DB}" type="parTrans" cxnId="{4B07B0A8-A8BF-49CF-9F32-F308C7E4F037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5A4B1C9F-8165-45B8-A8D4-68ED298E4436}" type="sibTrans" cxnId="{4B07B0A8-A8BF-49CF-9F32-F308C7E4F037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7F5D85C0-BF2C-4D52-A7DC-2E03B7943253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2</a:t>
          </a:r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）岩石按坚硬程度分为：坚硬岩、较硬岩、较软岩、软岩、极软岩。</a:t>
          </a:r>
        </a:p>
      </dgm:t>
    </dgm:pt>
    <dgm:pt modelId="{0510D189-EE81-4093-94BB-03B3EAE5A573}" type="parTrans" cxnId="{DC747A2E-F030-4239-9ECC-7CB9F855D66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4E42257D-D42F-4F16-9630-F8DBFCCC7134}" type="sibTrans" cxnId="{DC747A2E-F030-4239-9ECC-7CB9F855D66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71DA3215-0BFD-402D-BA0F-3FFD80AE6256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3</a:t>
          </a:r>
          <a:r>
            <a: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）作为建筑地基的岩土，可分为岩石、碎石土、砂土、粉土、黏性土和人工填土。</a:t>
          </a:r>
        </a:p>
      </dgm:t>
    </dgm:pt>
    <dgm:pt modelId="{A048338F-7F79-4083-922C-71CAFCFAF2F7}" type="parTrans" cxnId="{CFF7C468-C682-4B4F-9B18-9F9D7D09175F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DC71225A-F71E-4A46-9BD4-6B6063FB2590}" type="sibTrans" cxnId="{CFF7C468-C682-4B4F-9B18-9F9D7D09175F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endParaRPr>
        </a:p>
      </dgm:t>
    </dgm:pt>
    <dgm:pt modelId="{72D50393-87A8-47D0-AED2-57E710F0F492}" type="pres">
      <dgm:prSet presAssocID="{12D469CB-B568-408D-96D5-2BDE97FAD316}" presName="linear" presStyleCnt="0">
        <dgm:presLayoutVars>
          <dgm:dir/>
          <dgm:animLvl val="lvl"/>
          <dgm:resizeHandles val="exact"/>
        </dgm:presLayoutVars>
      </dgm:prSet>
      <dgm:spPr/>
    </dgm:pt>
    <dgm:pt modelId="{D3C3027A-F31D-4C28-88D2-7F3BE6FE1C4E}" type="pres">
      <dgm:prSet presAssocID="{D377B5AC-1C48-49E0-AE01-26F582EC84A7}" presName="parentLin" presStyleCnt="0"/>
      <dgm:spPr/>
    </dgm:pt>
    <dgm:pt modelId="{4E2CC9F7-4D4D-41B9-93EB-112CC27BDCCA}" type="pres">
      <dgm:prSet presAssocID="{D377B5AC-1C48-49E0-AE01-26F582EC84A7}" presName="parentLeftMargin" presStyleLbl="node1" presStyleIdx="0" presStyleCnt="3"/>
      <dgm:spPr/>
    </dgm:pt>
    <dgm:pt modelId="{F0BB0C20-2FC4-4B4A-AB8D-287D2F7789CE}" type="pres">
      <dgm:prSet presAssocID="{D377B5AC-1C48-49E0-AE01-26F582EC84A7}" presName="parentText" presStyleLbl="node1" presStyleIdx="0" presStyleCnt="3" custScaleX="142857" custScaleY="332330">
        <dgm:presLayoutVars>
          <dgm:chMax val="0"/>
          <dgm:bulletEnabled val="1"/>
        </dgm:presLayoutVars>
      </dgm:prSet>
      <dgm:spPr/>
    </dgm:pt>
    <dgm:pt modelId="{24151B4C-4093-4844-8A43-2A128FD60EF3}" type="pres">
      <dgm:prSet presAssocID="{D377B5AC-1C48-49E0-AE01-26F582EC84A7}" presName="negativeSpace" presStyleCnt="0"/>
      <dgm:spPr/>
    </dgm:pt>
    <dgm:pt modelId="{A3503C41-B5F6-4D14-81F1-4B724A205F6F}" type="pres">
      <dgm:prSet presAssocID="{D377B5AC-1C48-49E0-AE01-26F582EC84A7}" presName="childText" presStyleLbl="conFgAcc1" presStyleIdx="0" presStyleCnt="3">
        <dgm:presLayoutVars>
          <dgm:bulletEnabled val="1"/>
        </dgm:presLayoutVars>
      </dgm:prSet>
      <dgm:spPr/>
    </dgm:pt>
    <dgm:pt modelId="{4DAF7AE5-797C-414B-9240-1E7205AD28B7}" type="pres">
      <dgm:prSet presAssocID="{5A4B1C9F-8165-45B8-A8D4-68ED298E4436}" presName="spaceBetweenRectangles" presStyleCnt="0"/>
      <dgm:spPr/>
    </dgm:pt>
    <dgm:pt modelId="{428A6E76-311E-49DD-8287-4FDAEFA1A3AB}" type="pres">
      <dgm:prSet presAssocID="{7F5D85C0-BF2C-4D52-A7DC-2E03B7943253}" presName="parentLin" presStyleCnt="0"/>
      <dgm:spPr/>
    </dgm:pt>
    <dgm:pt modelId="{BDBC5EE7-C01A-4E15-BAEB-FAC29AA063CA}" type="pres">
      <dgm:prSet presAssocID="{7F5D85C0-BF2C-4D52-A7DC-2E03B7943253}" presName="parentLeftMargin" presStyleLbl="node1" presStyleIdx="0" presStyleCnt="3"/>
      <dgm:spPr/>
    </dgm:pt>
    <dgm:pt modelId="{DE8B4772-3718-4AB4-8D37-330E2F6023D1}" type="pres">
      <dgm:prSet presAssocID="{7F5D85C0-BF2C-4D52-A7DC-2E03B7943253}" presName="parentText" presStyleLbl="node1" presStyleIdx="1" presStyleCnt="3" custScaleX="142857" custScaleY="174018">
        <dgm:presLayoutVars>
          <dgm:chMax val="0"/>
          <dgm:bulletEnabled val="1"/>
        </dgm:presLayoutVars>
      </dgm:prSet>
      <dgm:spPr/>
    </dgm:pt>
    <dgm:pt modelId="{27E19A87-49BC-49DE-9DF6-10DB80A71066}" type="pres">
      <dgm:prSet presAssocID="{7F5D85C0-BF2C-4D52-A7DC-2E03B7943253}" presName="negativeSpace" presStyleCnt="0"/>
      <dgm:spPr/>
    </dgm:pt>
    <dgm:pt modelId="{B905781E-A3AA-4372-AEDB-CDCD2D72CF59}" type="pres">
      <dgm:prSet presAssocID="{7F5D85C0-BF2C-4D52-A7DC-2E03B7943253}" presName="childText" presStyleLbl="conFgAcc1" presStyleIdx="1" presStyleCnt="3">
        <dgm:presLayoutVars>
          <dgm:bulletEnabled val="1"/>
        </dgm:presLayoutVars>
      </dgm:prSet>
      <dgm:spPr/>
    </dgm:pt>
    <dgm:pt modelId="{D0282AEC-49A9-4650-B2BD-DDE212A4ECF3}" type="pres">
      <dgm:prSet presAssocID="{4E42257D-D42F-4F16-9630-F8DBFCCC7134}" presName="spaceBetweenRectangles" presStyleCnt="0"/>
      <dgm:spPr/>
    </dgm:pt>
    <dgm:pt modelId="{1988B053-F085-4E7E-BD2F-4531F81EB422}" type="pres">
      <dgm:prSet presAssocID="{71DA3215-0BFD-402D-BA0F-3FFD80AE6256}" presName="parentLin" presStyleCnt="0"/>
      <dgm:spPr/>
    </dgm:pt>
    <dgm:pt modelId="{A3EF889D-E81A-476B-93C5-85B164D3F76C}" type="pres">
      <dgm:prSet presAssocID="{71DA3215-0BFD-402D-BA0F-3FFD80AE6256}" presName="parentLeftMargin" presStyleLbl="node1" presStyleIdx="1" presStyleCnt="3"/>
      <dgm:spPr/>
    </dgm:pt>
    <dgm:pt modelId="{B5933699-DEFD-40F3-9862-240942318F3B}" type="pres">
      <dgm:prSet presAssocID="{71DA3215-0BFD-402D-BA0F-3FFD80AE6256}" presName="parentText" presStyleLbl="node1" presStyleIdx="2" presStyleCnt="3" custScaleX="142857" custScaleY="175815">
        <dgm:presLayoutVars>
          <dgm:chMax val="0"/>
          <dgm:bulletEnabled val="1"/>
        </dgm:presLayoutVars>
      </dgm:prSet>
      <dgm:spPr/>
    </dgm:pt>
    <dgm:pt modelId="{3B113B61-B6FC-4E04-AB21-99E51EA5896D}" type="pres">
      <dgm:prSet presAssocID="{71DA3215-0BFD-402D-BA0F-3FFD80AE6256}" presName="negativeSpace" presStyleCnt="0"/>
      <dgm:spPr/>
    </dgm:pt>
    <dgm:pt modelId="{E6FC5D79-7BB1-4633-B0F7-FA159A902C47}" type="pres">
      <dgm:prSet presAssocID="{71DA3215-0BFD-402D-BA0F-3FFD80AE625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C2A919-4496-4CEC-9B04-8C6B55F0736E}" type="presOf" srcId="{D377B5AC-1C48-49E0-AE01-26F582EC84A7}" destId="{F0BB0C20-2FC4-4B4A-AB8D-287D2F7789CE}" srcOrd="1" destOrd="0" presId="urn:microsoft.com/office/officeart/2005/8/layout/list1"/>
    <dgm:cxn modelId="{7B33812B-68FB-4050-AB56-72906E037126}" type="presOf" srcId="{7F5D85C0-BF2C-4D52-A7DC-2E03B7943253}" destId="{BDBC5EE7-C01A-4E15-BAEB-FAC29AA063CA}" srcOrd="0" destOrd="0" presId="urn:microsoft.com/office/officeart/2005/8/layout/list1"/>
    <dgm:cxn modelId="{DC747A2E-F030-4239-9ECC-7CB9F855D66B}" srcId="{12D469CB-B568-408D-96D5-2BDE97FAD316}" destId="{7F5D85C0-BF2C-4D52-A7DC-2E03B7943253}" srcOrd="1" destOrd="0" parTransId="{0510D189-EE81-4093-94BB-03B3EAE5A573}" sibTransId="{4E42257D-D42F-4F16-9630-F8DBFCCC7134}"/>
    <dgm:cxn modelId="{CFF7C468-C682-4B4F-9B18-9F9D7D09175F}" srcId="{12D469CB-B568-408D-96D5-2BDE97FAD316}" destId="{71DA3215-0BFD-402D-BA0F-3FFD80AE6256}" srcOrd="2" destOrd="0" parTransId="{A048338F-7F79-4083-922C-71CAFCFAF2F7}" sibTransId="{DC71225A-F71E-4A46-9BD4-6B6063FB2590}"/>
    <dgm:cxn modelId="{8C7D4390-6D58-4A10-9C0B-8B3A044ECB09}" type="presOf" srcId="{D377B5AC-1C48-49E0-AE01-26F582EC84A7}" destId="{4E2CC9F7-4D4D-41B9-93EB-112CC27BDCCA}" srcOrd="0" destOrd="0" presId="urn:microsoft.com/office/officeart/2005/8/layout/list1"/>
    <dgm:cxn modelId="{4B07B0A8-A8BF-49CF-9F32-F308C7E4F037}" srcId="{12D469CB-B568-408D-96D5-2BDE97FAD316}" destId="{D377B5AC-1C48-49E0-AE01-26F582EC84A7}" srcOrd="0" destOrd="0" parTransId="{0F12C313-D71B-474D-84E8-2EACE72168DB}" sibTransId="{5A4B1C9F-8165-45B8-A8D4-68ED298E4436}"/>
    <dgm:cxn modelId="{7E5B32B0-9CEA-4B47-BC89-E55C2B044C20}" type="presOf" srcId="{71DA3215-0BFD-402D-BA0F-3FFD80AE6256}" destId="{B5933699-DEFD-40F3-9862-240942318F3B}" srcOrd="1" destOrd="0" presId="urn:microsoft.com/office/officeart/2005/8/layout/list1"/>
    <dgm:cxn modelId="{F6CC9DCC-9428-4233-9384-8B5ACDD9B372}" type="presOf" srcId="{7F5D85C0-BF2C-4D52-A7DC-2E03B7943253}" destId="{DE8B4772-3718-4AB4-8D37-330E2F6023D1}" srcOrd="1" destOrd="0" presId="urn:microsoft.com/office/officeart/2005/8/layout/list1"/>
    <dgm:cxn modelId="{878EB8CC-1C6D-4081-A922-CC810D498115}" type="presOf" srcId="{12D469CB-B568-408D-96D5-2BDE97FAD316}" destId="{72D50393-87A8-47D0-AED2-57E710F0F492}" srcOrd="0" destOrd="0" presId="urn:microsoft.com/office/officeart/2005/8/layout/list1"/>
    <dgm:cxn modelId="{8B3275EC-B327-4D07-BCC3-D1E07C584D59}" type="presOf" srcId="{71DA3215-0BFD-402D-BA0F-3FFD80AE6256}" destId="{A3EF889D-E81A-476B-93C5-85B164D3F76C}" srcOrd="0" destOrd="0" presId="urn:microsoft.com/office/officeart/2005/8/layout/list1"/>
    <dgm:cxn modelId="{78093451-2826-4CE4-B9F2-7B8FCA62737B}" type="presParOf" srcId="{72D50393-87A8-47D0-AED2-57E710F0F492}" destId="{D3C3027A-F31D-4C28-88D2-7F3BE6FE1C4E}" srcOrd="0" destOrd="0" presId="urn:microsoft.com/office/officeart/2005/8/layout/list1"/>
    <dgm:cxn modelId="{8F84CADB-F069-4D54-ACAF-39B4231C5584}" type="presParOf" srcId="{D3C3027A-F31D-4C28-88D2-7F3BE6FE1C4E}" destId="{4E2CC9F7-4D4D-41B9-93EB-112CC27BDCCA}" srcOrd="0" destOrd="0" presId="urn:microsoft.com/office/officeart/2005/8/layout/list1"/>
    <dgm:cxn modelId="{92150943-9E4F-4494-9CFA-90FD5F235AC9}" type="presParOf" srcId="{D3C3027A-F31D-4C28-88D2-7F3BE6FE1C4E}" destId="{F0BB0C20-2FC4-4B4A-AB8D-287D2F7789CE}" srcOrd="1" destOrd="0" presId="urn:microsoft.com/office/officeart/2005/8/layout/list1"/>
    <dgm:cxn modelId="{BAC75676-79F3-4F70-B1C9-6BDE6C4284A0}" type="presParOf" srcId="{72D50393-87A8-47D0-AED2-57E710F0F492}" destId="{24151B4C-4093-4844-8A43-2A128FD60EF3}" srcOrd="1" destOrd="0" presId="urn:microsoft.com/office/officeart/2005/8/layout/list1"/>
    <dgm:cxn modelId="{0121A891-31E7-4C18-82A4-08ADF9BC2554}" type="presParOf" srcId="{72D50393-87A8-47D0-AED2-57E710F0F492}" destId="{A3503C41-B5F6-4D14-81F1-4B724A205F6F}" srcOrd="2" destOrd="0" presId="urn:microsoft.com/office/officeart/2005/8/layout/list1"/>
    <dgm:cxn modelId="{0AC987D0-790D-46AE-A419-3C8D77DC355C}" type="presParOf" srcId="{72D50393-87A8-47D0-AED2-57E710F0F492}" destId="{4DAF7AE5-797C-414B-9240-1E7205AD28B7}" srcOrd="3" destOrd="0" presId="urn:microsoft.com/office/officeart/2005/8/layout/list1"/>
    <dgm:cxn modelId="{0242DC51-48D1-4465-ADE9-E8C2ADC0FA57}" type="presParOf" srcId="{72D50393-87A8-47D0-AED2-57E710F0F492}" destId="{428A6E76-311E-49DD-8287-4FDAEFA1A3AB}" srcOrd="4" destOrd="0" presId="urn:microsoft.com/office/officeart/2005/8/layout/list1"/>
    <dgm:cxn modelId="{00937B55-26CC-4570-B3A1-0A562276174C}" type="presParOf" srcId="{428A6E76-311E-49DD-8287-4FDAEFA1A3AB}" destId="{BDBC5EE7-C01A-4E15-BAEB-FAC29AA063CA}" srcOrd="0" destOrd="0" presId="urn:microsoft.com/office/officeart/2005/8/layout/list1"/>
    <dgm:cxn modelId="{D4F6AB9A-E06D-418D-A595-D29C8E5009BB}" type="presParOf" srcId="{428A6E76-311E-49DD-8287-4FDAEFA1A3AB}" destId="{DE8B4772-3718-4AB4-8D37-330E2F6023D1}" srcOrd="1" destOrd="0" presId="urn:microsoft.com/office/officeart/2005/8/layout/list1"/>
    <dgm:cxn modelId="{2F21B248-4413-4CD3-8780-C0530135DBE8}" type="presParOf" srcId="{72D50393-87A8-47D0-AED2-57E710F0F492}" destId="{27E19A87-49BC-49DE-9DF6-10DB80A71066}" srcOrd="5" destOrd="0" presId="urn:microsoft.com/office/officeart/2005/8/layout/list1"/>
    <dgm:cxn modelId="{3C14637E-D16A-4A13-864C-97F4A6AB5D65}" type="presParOf" srcId="{72D50393-87A8-47D0-AED2-57E710F0F492}" destId="{B905781E-A3AA-4372-AEDB-CDCD2D72CF59}" srcOrd="6" destOrd="0" presId="urn:microsoft.com/office/officeart/2005/8/layout/list1"/>
    <dgm:cxn modelId="{06704BB7-9E2C-48C2-9DEB-EDDC8990C222}" type="presParOf" srcId="{72D50393-87A8-47D0-AED2-57E710F0F492}" destId="{D0282AEC-49A9-4650-B2BD-DDE212A4ECF3}" srcOrd="7" destOrd="0" presId="urn:microsoft.com/office/officeart/2005/8/layout/list1"/>
    <dgm:cxn modelId="{962D0ADE-A1C8-43CA-93C8-325F562BB5F7}" type="presParOf" srcId="{72D50393-87A8-47D0-AED2-57E710F0F492}" destId="{1988B053-F085-4E7E-BD2F-4531F81EB422}" srcOrd="8" destOrd="0" presId="urn:microsoft.com/office/officeart/2005/8/layout/list1"/>
    <dgm:cxn modelId="{15801CB3-9FA7-481A-857B-88F726690474}" type="presParOf" srcId="{1988B053-F085-4E7E-BD2F-4531F81EB422}" destId="{A3EF889D-E81A-476B-93C5-85B164D3F76C}" srcOrd="0" destOrd="0" presId="urn:microsoft.com/office/officeart/2005/8/layout/list1"/>
    <dgm:cxn modelId="{03EC2C60-6B3B-4EAA-8043-039F226C4DFF}" type="presParOf" srcId="{1988B053-F085-4E7E-BD2F-4531F81EB422}" destId="{B5933699-DEFD-40F3-9862-240942318F3B}" srcOrd="1" destOrd="0" presId="urn:microsoft.com/office/officeart/2005/8/layout/list1"/>
    <dgm:cxn modelId="{F1323DC7-BB31-43AF-B9BA-E3A769616D81}" type="presParOf" srcId="{72D50393-87A8-47D0-AED2-57E710F0F492}" destId="{3B113B61-B6FC-4E04-AB21-99E51EA5896D}" srcOrd="9" destOrd="0" presId="urn:microsoft.com/office/officeart/2005/8/layout/list1"/>
    <dgm:cxn modelId="{81478A42-04AE-4822-9174-06363CFEEDA6}" type="presParOf" srcId="{72D50393-87A8-47D0-AED2-57E710F0F492}" destId="{E6FC5D79-7BB1-4633-B0F7-FA159A902C4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1977CF-30EB-4631-9392-E3352E7308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BF5E991B-4DF0-4BC9-997D-4E303CD5C5BC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gm:t>
    </dgm:pt>
    <dgm:pt modelId="{91288624-7230-44DB-8DDF-1F19A488EA0A}" type="parTrans" cxnId="{D2C260CD-3643-49CE-80D0-D0185CE1541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31F3D0A-C879-4EDE-9B59-80356DC4C2B3}" type="sibTrans" cxnId="{D2C260CD-3643-49CE-80D0-D0185CE1541B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B0D8B23-12A5-4E5A-922E-FE62245A8C45}">
      <dgm:prSet phldrT="[文本]"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①一类土：松软土</a:t>
          </a:r>
        </a:p>
      </dgm:t>
    </dgm:pt>
    <dgm:pt modelId="{827FE671-98CB-462E-9428-23A1133B3A2D}" type="parTrans" cxnId="{F7673728-E98C-473A-B2DC-948CCEE4F4A4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3EDC880-387B-4AA9-80AC-2740B3944D8F}" type="sibTrans" cxnId="{F7673728-E98C-473A-B2DC-948CCEE4F4A4}">
      <dgm:prSet/>
      <dgm:spPr/>
      <dgm:t>
        <a:bodyPr/>
        <a:lstStyle/>
        <a:p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2AA9BE-D5AE-474C-959A-3EDB54A7C2BF}">
      <dgm:prSet phldrT="[文本]" custT="1"/>
      <dgm:spPr/>
      <dgm:t>
        <a:bodyPr/>
        <a:lstStyle/>
        <a:p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001E59F-3186-4FBD-8943-D2393D3347EE}" type="parTrans" cxnId="{E52B8412-E536-46F9-B7F0-863AD59BA809}">
      <dgm:prSet/>
      <dgm:spPr/>
      <dgm:t>
        <a:bodyPr/>
        <a:lstStyle/>
        <a:p>
          <a:endParaRPr lang="zh-CN" altLang="en-US"/>
        </a:p>
      </dgm:t>
    </dgm:pt>
    <dgm:pt modelId="{B2D6F45E-8FCD-44D1-99F8-2E58C47BA62C}" type="sibTrans" cxnId="{E52B8412-E536-46F9-B7F0-863AD59BA809}">
      <dgm:prSet/>
      <dgm:spPr/>
      <dgm:t>
        <a:bodyPr/>
        <a:lstStyle/>
        <a:p>
          <a:endParaRPr lang="zh-CN" altLang="en-US"/>
        </a:p>
      </dgm:t>
    </dgm:pt>
    <dgm:pt modelId="{1C2A4B84-40FD-4FD0-9F8E-A3A120DAE033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主要包括砂土、粉土、冲积砂土层、疏松的种植土、淤泥（泥炭）等，坚实系数为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0.5~0.6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，采用锹、锄头挖掘，少许用脚蹬。</a:t>
          </a:r>
        </a:p>
      </dgm:t>
    </dgm:pt>
    <dgm:pt modelId="{A8400648-C253-41FE-8F7B-A399B024B877}" type="parTrans" cxnId="{CD455AFB-926C-49FC-9B3D-5715F70B4F41}">
      <dgm:prSet/>
      <dgm:spPr/>
      <dgm:t>
        <a:bodyPr/>
        <a:lstStyle/>
        <a:p>
          <a:endParaRPr lang="zh-CN" altLang="en-US"/>
        </a:p>
      </dgm:t>
    </dgm:pt>
    <dgm:pt modelId="{009DEF95-2308-4DCF-A86D-D02053F6FC45}" type="sibTrans" cxnId="{CD455AFB-926C-49FC-9B3D-5715F70B4F41}">
      <dgm:prSet/>
      <dgm:spPr/>
      <dgm:t>
        <a:bodyPr/>
        <a:lstStyle/>
        <a:p>
          <a:endParaRPr lang="zh-CN" altLang="en-US"/>
        </a:p>
      </dgm:t>
    </dgm:pt>
    <dgm:pt modelId="{40F7F28C-C9C6-4CA1-BFFB-4C1F061164BC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②二类土：普通土</a:t>
          </a:r>
        </a:p>
      </dgm:t>
    </dgm:pt>
    <dgm:pt modelId="{C5C3A676-D2A1-4808-828C-74B1C3B9768A}" type="parTrans" cxnId="{809C637B-FF2E-412E-A277-89F8E4555F77}">
      <dgm:prSet/>
      <dgm:spPr/>
      <dgm:t>
        <a:bodyPr/>
        <a:lstStyle/>
        <a:p>
          <a:endParaRPr lang="zh-CN" altLang="en-US"/>
        </a:p>
      </dgm:t>
    </dgm:pt>
    <dgm:pt modelId="{0B23D668-E543-4CB6-8B3A-639EF941280C}" type="sibTrans" cxnId="{809C637B-FF2E-412E-A277-89F8E4555F77}">
      <dgm:prSet/>
      <dgm:spPr/>
      <dgm:t>
        <a:bodyPr/>
        <a:lstStyle/>
        <a:p>
          <a:endParaRPr lang="zh-CN" altLang="en-US"/>
        </a:p>
      </dgm:t>
    </dgm:pt>
    <dgm:pt modelId="{6852476E-C5C2-467C-AAEE-E3B277B03063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主要包括粉质黏土，潮湿的黄土，夹有碎石、卵石的砂，粉土混卵（碎）石，种植土、填土等，坚实系数为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0.6~0.8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，用锹、锄头挖掘，少许用镐翻松。</a:t>
          </a:r>
        </a:p>
      </dgm:t>
    </dgm:pt>
    <dgm:pt modelId="{A4C737E6-65BC-4D0A-B323-F55E9FE5E163}" type="parTrans" cxnId="{2345C67B-E42D-4125-872F-C930924640A3}">
      <dgm:prSet/>
      <dgm:spPr/>
      <dgm:t>
        <a:bodyPr/>
        <a:lstStyle/>
        <a:p>
          <a:endParaRPr lang="zh-CN" altLang="en-US"/>
        </a:p>
      </dgm:t>
    </dgm:pt>
    <dgm:pt modelId="{99469E2E-A98D-4595-905C-B719BFC8BF30}" type="sibTrans" cxnId="{2345C67B-E42D-4125-872F-C930924640A3}">
      <dgm:prSet/>
      <dgm:spPr/>
      <dgm:t>
        <a:bodyPr/>
        <a:lstStyle/>
        <a:p>
          <a:endParaRPr lang="zh-CN" altLang="en-US"/>
        </a:p>
      </dgm:t>
    </dgm:pt>
    <dgm:pt modelId="{C17759ED-D8E3-4CD5-B449-F174C8341409}">
      <dgm:prSet custT="1"/>
      <dgm:spPr/>
      <dgm:t>
        <a:bodyPr/>
        <a:lstStyle/>
        <a:p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6868C82-E6F6-44F5-8BF8-F683284277F3}" type="parTrans" cxnId="{B7D05177-A507-4E60-8BA5-2F90592599E5}">
      <dgm:prSet/>
      <dgm:spPr/>
      <dgm:t>
        <a:bodyPr/>
        <a:lstStyle/>
        <a:p>
          <a:endParaRPr lang="zh-CN" altLang="en-US"/>
        </a:p>
      </dgm:t>
    </dgm:pt>
    <dgm:pt modelId="{D2C49E75-F14A-480B-9D98-337337613E1D}" type="sibTrans" cxnId="{B7D05177-A507-4E60-8BA5-2F90592599E5}">
      <dgm:prSet/>
      <dgm:spPr/>
      <dgm:t>
        <a:bodyPr/>
        <a:lstStyle/>
        <a:p>
          <a:endParaRPr lang="zh-CN" altLang="en-US"/>
        </a:p>
      </dgm:t>
    </dgm:pt>
    <dgm:pt modelId="{8BD047BD-6A1B-4228-8EE8-FD2CF7E5F6E1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③三类土：坚土</a:t>
          </a:r>
        </a:p>
      </dgm:t>
    </dgm:pt>
    <dgm:pt modelId="{DF2E88FA-CA0A-440F-AAD5-17D9D8397961}" type="parTrans" cxnId="{D8CD2496-EE1B-46F1-B21E-7FC9670724B6}">
      <dgm:prSet/>
      <dgm:spPr/>
      <dgm:t>
        <a:bodyPr/>
        <a:lstStyle/>
        <a:p>
          <a:endParaRPr lang="zh-CN" altLang="en-US"/>
        </a:p>
      </dgm:t>
    </dgm:pt>
    <dgm:pt modelId="{8F7DA9DD-FEBD-4BCD-8881-85F5335D619D}" type="sibTrans" cxnId="{D8CD2496-EE1B-46F1-B21E-7FC9670724B6}">
      <dgm:prSet/>
      <dgm:spPr/>
      <dgm:t>
        <a:bodyPr/>
        <a:lstStyle/>
        <a:p>
          <a:endParaRPr lang="zh-CN" altLang="en-US"/>
        </a:p>
      </dgm:t>
    </dgm:pt>
    <dgm:pt modelId="{3ED01503-2D82-4B45-9931-6D46F744ABC1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主要包括软及中等密实黏土，重粉质黏土、砾石土，干黄土、含有碎石卵石的黄土、粉质黏土，压实的填土等，坚实系数为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0.8~1.0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，主要用镐，少许用锹、锄头挖掘，部分用撬棍。</a:t>
          </a:r>
        </a:p>
      </dgm:t>
    </dgm:pt>
    <dgm:pt modelId="{0A6207E5-D701-4233-B135-E36162CB1E1A}" type="parTrans" cxnId="{526A7C67-CE32-4ED7-8F86-3D72F24ECF61}">
      <dgm:prSet/>
      <dgm:spPr/>
      <dgm:t>
        <a:bodyPr/>
        <a:lstStyle/>
        <a:p>
          <a:endParaRPr lang="zh-CN" altLang="en-US"/>
        </a:p>
      </dgm:t>
    </dgm:pt>
    <dgm:pt modelId="{4377CBA9-1067-45C2-AEB8-A8460FF94CC0}" type="sibTrans" cxnId="{526A7C67-CE32-4ED7-8F86-3D72F24ECF61}">
      <dgm:prSet/>
      <dgm:spPr/>
      <dgm:t>
        <a:bodyPr/>
        <a:lstStyle/>
        <a:p>
          <a:endParaRPr lang="zh-CN" altLang="en-US"/>
        </a:p>
      </dgm:t>
    </dgm:pt>
    <dgm:pt modelId="{852AAFC0-AF5D-4D95-8C5D-0AE8A037D616}" type="pres">
      <dgm:prSet presAssocID="{F51977CF-30EB-4631-9392-E3352E73087B}" presName="linear" presStyleCnt="0">
        <dgm:presLayoutVars>
          <dgm:animLvl val="lvl"/>
          <dgm:resizeHandles val="exact"/>
        </dgm:presLayoutVars>
      </dgm:prSet>
      <dgm:spPr/>
    </dgm:pt>
    <dgm:pt modelId="{6B7CAADD-C3AD-4AA6-8DA8-DA6E14C90590}" type="pres">
      <dgm:prSet presAssocID="{BF5E991B-4DF0-4BC9-997D-4E303CD5C5BC}" presName="parentText" presStyleLbl="node1" presStyleIdx="0" presStyleCnt="1" custScaleY="134060">
        <dgm:presLayoutVars>
          <dgm:chMax val="0"/>
          <dgm:bulletEnabled val="1"/>
        </dgm:presLayoutVars>
      </dgm:prSet>
      <dgm:spPr/>
    </dgm:pt>
    <dgm:pt modelId="{AE450FEC-A673-4079-9E04-BEF021836189}" type="pres">
      <dgm:prSet presAssocID="{BF5E991B-4DF0-4BC9-997D-4E303CD5C5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A9F4407-3C3C-4C5F-B4E9-A887BCA2A6DC}" type="presOf" srcId="{1C2A4B84-40FD-4FD0-9F8E-A3A120DAE033}" destId="{AE450FEC-A673-4079-9E04-BEF021836189}" srcOrd="0" destOrd="1" presId="urn:microsoft.com/office/officeart/2005/8/layout/vList2"/>
    <dgm:cxn modelId="{E52B8412-E536-46F9-B7F0-863AD59BA809}" srcId="{BF5E991B-4DF0-4BC9-997D-4E303CD5C5BC}" destId="{BF2AA9BE-D5AE-474C-959A-3EDB54A7C2BF}" srcOrd="7" destOrd="0" parTransId="{6001E59F-3186-4FBD-8943-D2393D3347EE}" sibTransId="{B2D6F45E-8FCD-44D1-99F8-2E58C47BA62C}"/>
    <dgm:cxn modelId="{F7673728-E98C-473A-B2DC-948CCEE4F4A4}" srcId="{BF5E991B-4DF0-4BC9-997D-4E303CD5C5BC}" destId="{7B0D8B23-12A5-4E5A-922E-FE62245A8C45}" srcOrd="0" destOrd="0" parTransId="{827FE671-98CB-462E-9428-23A1133B3A2D}" sibTransId="{83EDC880-387B-4AA9-80AC-2740B3944D8F}"/>
    <dgm:cxn modelId="{DE9E3147-F210-4670-93D0-86C60FCF1BD2}" type="presOf" srcId="{F51977CF-30EB-4631-9392-E3352E73087B}" destId="{852AAFC0-AF5D-4D95-8C5D-0AE8A037D616}" srcOrd="0" destOrd="0" presId="urn:microsoft.com/office/officeart/2005/8/layout/vList2"/>
    <dgm:cxn modelId="{526A7C67-CE32-4ED7-8F86-3D72F24ECF61}" srcId="{BF5E991B-4DF0-4BC9-997D-4E303CD5C5BC}" destId="{3ED01503-2D82-4B45-9931-6D46F744ABC1}" srcOrd="5" destOrd="0" parTransId="{0A6207E5-D701-4233-B135-E36162CB1E1A}" sibTransId="{4377CBA9-1067-45C2-AEB8-A8460FF94CC0}"/>
    <dgm:cxn modelId="{5168DB47-AD8B-48AA-BAF5-AC9F915626EC}" type="presOf" srcId="{BF2AA9BE-D5AE-474C-959A-3EDB54A7C2BF}" destId="{AE450FEC-A673-4079-9E04-BEF021836189}" srcOrd="0" destOrd="7" presId="urn:microsoft.com/office/officeart/2005/8/layout/vList2"/>
    <dgm:cxn modelId="{1AC6046D-9308-4053-8F6B-19583BB57364}" type="presOf" srcId="{3ED01503-2D82-4B45-9931-6D46F744ABC1}" destId="{AE450FEC-A673-4079-9E04-BEF021836189}" srcOrd="0" destOrd="5" presId="urn:microsoft.com/office/officeart/2005/8/layout/vList2"/>
    <dgm:cxn modelId="{B7D05177-A507-4E60-8BA5-2F90592599E5}" srcId="{BF5E991B-4DF0-4BC9-997D-4E303CD5C5BC}" destId="{C17759ED-D8E3-4CD5-B449-F174C8341409}" srcOrd="6" destOrd="0" parTransId="{36868C82-E6F6-44F5-8BF8-F683284277F3}" sibTransId="{D2C49E75-F14A-480B-9D98-337337613E1D}"/>
    <dgm:cxn modelId="{322AFC77-09F3-4B8F-925A-A7F3BF8CBD36}" type="presOf" srcId="{C17759ED-D8E3-4CD5-B449-F174C8341409}" destId="{AE450FEC-A673-4079-9E04-BEF021836189}" srcOrd="0" destOrd="6" presId="urn:microsoft.com/office/officeart/2005/8/layout/vList2"/>
    <dgm:cxn modelId="{809C637B-FF2E-412E-A277-89F8E4555F77}" srcId="{BF5E991B-4DF0-4BC9-997D-4E303CD5C5BC}" destId="{40F7F28C-C9C6-4CA1-BFFB-4C1F061164BC}" srcOrd="2" destOrd="0" parTransId="{C5C3A676-D2A1-4808-828C-74B1C3B9768A}" sibTransId="{0B23D668-E543-4CB6-8B3A-639EF941280C}"/>
    <dgm:cxn modelId="{2345C67B-E42D-4125-872F-C930924640A3}" srcId="{BF5E991B-4DF0-4BC9-997D-4E303CD5C5BC}" destId="{6852476E-C5C2-467C-AAEE-E3B277B03063}" srcOrd="3" destOrd="0" parTransId="{A4C737E6-65BC-4D0A-B323-F55E9FE5E163}" sibTransId="{99469E2E-A98D-4595-905C-B719BFC8BF30}"/>
    <dgm:cxn modelId="{9CCC7988-930C-4EE6-920F-59F862D3266D}" type="presOf" srcId="{6852476E-C5C2-467C-AAEE-E3B277B03063}" destId="{AE450FEC-A673-4079-9E04-BEF021836189}" srcOrd="0" destOrd="3" presId="urn:microsoft.com/office/officeart/2005/8/layout/vList2"/>
    <dgm:cxn modelId="{D8CD2496-EE1B-46F1-B21E-7FC9670724B6}" srcId="{BF5E991B-4DF0-4BC9-997D-4E303CD5C5BC}" destId="{8BD047BD-6A1B-4228-8EE8-FD2CF7E5F6E1}" srcOrd="4" destOrd="0" parTransId="{DF2E88FA-CA0A-440F-AAD5-17D9D8397961}" sibTransId="{8F7DA9DD-FEBD-4BCD-8881-85F5335D619D}"/>
    <dgm:cxn modelId="{1E46C7A1-A581-4F71-82A2-E7CC927D0A56}" type="presOf" srcId="{40F7F28C-C9C6-4CA1-BFFB-4C1F061164BC}" destId="{AE450FEC-A673-4079-9E04-BEF021836189}" srcOrd="0" destOrd="2" presId="urn:microsoft.com/office/officeart/2005/8/layout/vList2"/>
    <dgm:cxn modelId="{D5D647B0-3026-467D-8B74-8E56DABDD3DC}" type="presOf" srcId="{8BD047BD-6A1B-4228-8EE8-FD2CF7E5F6E1}" destId="{AE450FEC-A673-4079-9E04-BEF021836189}" srcOrd="0" destOrd="4" presId="urn:microsoft.com/office/officeart/2005/8/layout/vList2"/>
    <dgm:cxn modelId="{E94845BB-B71B-4AA1-8970-26D5C6A6A3B1}" type="presOf" srcId="{BF5E991B-4DF0-4BC9-997D-4E303CD5C5BC}" destId="{6B7CAADD-C3AD-4AA6-8DA8-DA6E14C90590}" srcOrd="0" destOrd="0" presId="urn:microsoft.com/office/officeart/2005/8/layout/vList2"/>
    <dgm:cxn modelId="{D2C260CD-3643-49CE-80D0-D0185CE1541B}" srcId="{F51977CF-30EB-4631-9392-E3352E73087B}" destId="{BF5E991B-4DF0-4BC9-997D-4E303CD5C5BC}" srcOrd="0" destOrd="0" parTransId="{91288624-7230-44DB-8DDF-1F19A488EA0A}" sibTransId="{A31F3D0A-C879-4EDE-9B59-80356DC4C2B3}"/>
    <dgm:cxn modelId="{4FDEA7DE-D856-43F0-9309-16FBA9C2FAC2}" type="presOf" srcId="{7B0D8B23-12A5-4E5A-922E-FE62245A8C45}" destId="{AE450FEC-A673-4079-9E04-BEF021836189}" srcOrd="0" destOrd="0" presId="urn:microsoft.com/office/officeart/2005/8/layout/vList2"/>
    <dgm:cxn modelId="{CD455AFB-926C-49FC-9B3D-5715F70B4F41}" srcId="{BF5E991B-4DF0-4BC9-997D-4E303CD5C5BC}" destId="{1C2A4B84-40FD-4FD0-9F8E-A3A120DAE033}" srcOrd="1" destOrd="0" parTransId="{A8400648-C253-41FE-8F7B-A399B024B877}" sibTransId="{009DEF95-2308-4DCF-A86D-D02053F6FC45}"/>
    <dgm:cxn modelId="{C570D0B8-A4F2-4630-B9E7-194CEA3B28F1}" type="presParOf" srcId="{852AAFC0-AF5D-4D95-8C5D-0AE8A037D616}" destId="{6B7CAADD-C3AD-4AA6-8DA8-DA6E14C90590}" srcOrd="0" destOrd="0" presId="urn:microsoft.com/office/officeart/2005/8/layout/vList2"/>
    <dgm:cxn modelId="{16F86167-348A-4EA0-8957-B94D5F3BEAD4}" type="presParOf" srcId="{852AAFC0-AF5D-4D95-8C5D-0AE8A037D616}" destId="{AE450FEC-A673-4079-9E04-BEF02183618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1977CF-30EB-4631-9392-E3352E7308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BF5E991B-4DF0-4BC9-997D-4E303CD5C5BC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gm:t>
    </dgm:pt>
    <dgm:pt modelId="{91288624-7230-44DB-8DDF-1F19A488EA0A}" type="parTrans" cxnId="{D2C260CD-3643-49CE-80D0-D0185CE1541B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31F3D0A-C879-4EDE-9B59-80356DC4C2B3}" type="sibTrans" cxnId="{D2C260CD-3643-49CE-80D0-D0185CE1541B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B0D8B23-12A5-4E5A-922E-FE62245A8C45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④四类土：砂砾坚土</a:t>
          </a:r>
        </a:p>
      </dgm:t>
    </dgm:pt>
    <dgm:pt modelId="{827FE671-98CB-462E-9428-23A1133B3A2D}" type="parTrans" cxnId="{F7673728-E98C-473A-B2DC-948CCEE4F4A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3EDC880-387B-4AA9-80AC-2740B3944D8F}" type="sibTrans" cxnId="{F7673728-E98C-473A-B2DC-948CCEE4F4A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2AA9BE-D5AE-474C-959A-3EDB54A7C2BF}">
      <dgm:prSet phldrT="[文本]" custT="1"/>
      <dgm:spPr/>
      <dgm:t>
        <a:bodyPr/>
        <a:lstStyle/>
        <a:p>
          <a:endParaRPr lang="zh-CN" altLang="en-US" sz="22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001E59F-3186-4FBD-8943-D2393D3347EE}" type="parTrans" cxnId="{E52B8412-E536-46F9-B7F0-863AD59BA809}">
      <dgm:prSet/>
      <dgm:spPr/>
      <dgm:t>
        <a:bodyPr/>
        <a:lstStyle/>
        <a:p>
          <a:endParaRPr lang="zh-CN" altLang="en-US" sz="2200"/>
        </a:p>
      </dgm:t>
    </dgm:pt>
    <dgm:pt modelId="{B2D6F45E-8FCD-44D1-99F8-2E58C47BA62C}" type="sibTrans" cxnId="{E52B8412-E536-46F9-B7F0-863AD59BA809}">
      <dgm:prSet/>
      <dgm:spPr/>
      <dgm:t>
        <a:bodyPr/>
        <a:lstStyle/>
        <a:p>
          <a:endParaRPr lang="zh-CN" altLang="en-US" sz="2200"/>
        </a:p>
      </dgm:t>
    </dgm:pt>
    <dgm:pt modelId="{C17759ED-D8E3-4CD5-B449-F174C8341409}">
      <dgm:prSet custT="1"/>
      <dgm:spPr/>
      <dgm:t>
        <a:bodyPr/>
        <a:lstStyle/>
        <a:p>
          <a:endParaRPr lang="zh-CN" altLang="en-US" sz="22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6868C82-E6F6-44F5-8BF8-F683284277F3}" type="parTrans" cxnId="{B7D05177-A507-4E60-8BA5-2F90592599E5}">
      <dgm:prSet/>
      <dgm:spPr/>
      <dgm:t>
        <a:bodyPr/>
        <a:lstStyle/>
        <a:p>
          <a:endParaRPr lang="zh-CN" altLang="en-US" sz="2200"/>
        </a:p>
      </dgm:t>
    </dgm:pt>
    <dgm:pt modelId="{D2C49E75-F14A-480B-9D98-337337613E1D}" type="sibTrans" cxnId="{B7D05177-A507-4E60-8BA5-2F90592599E5}">
      <dgm:prSet/>
      <dgm:spPr/>
      <dgm:t>
        <a:bodyPr/>
        <a:lstStyle/>
        <a:p>
          <a:endParaRPr lang="zh-CN" altLang="en-US" sz="2200"/>
        </a:p>
      </dgm:t>
    </dgm:pt>
    <dgm:pt modelId="{27045D5B-0515-46C0-AB59-473A65BDEEF1}">
      <dgm:prSet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主要包括坚硬密实的黏性土或黄土，含碎石卵石的中等密实的黏性土或黄土，粗卵石，天然级配砂石，软泥灰岩等，坚实系数为</a:t>
          </a:r>
          <a:r>
            <a:rPr lang="en-US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1.0~1.5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，整个先用镐、撬棍，后用锹挖掘，部分使用楔子及大锤。</a:t>
          </a:r>
        </a:p>
      </dgm:t>
    </dgm:pt>
    <dgm:pt modelId="{7A80A68A-660B-4E29-A84F-7193A6FA3793}" type="parTrans" cxnId="{6AF3A3EC-350F-4CFB-B8F4-EBD43A94F67A}">
      <dgm:prSet/>
      <dgm:spPr/>
      <dgm:t>
        <a:bodyPr/>
        <a:lstStyle/>
        <a:p>
          <a:endParaRPr lang="zh-CN" altLang="en-US" sz="2200"/>
        </a:p>
      </dgm:t>
    </dgm:pt>
    <dgm:pt modelId="{BC1757CD-5BB6-439A-8619-BE4F9C3E0086}" type="sibTrans" cxnId="{6AF3A3EC-350F-4CFB-B8F4-EBD43A94F67A}">
      <dgm:prSet/>
      <dgm:spPr/>
      <dgm:t>
        <a:bodyPr/>
        <a:lstStyle/>
        <a:p>
          <a:endParaRPr lang="zh-CN" altLang="en-US" sz="2200"/>
        </a:p>
      </dgm:t>
    </dgm:pt>
    <dgm:pt modelId="{00AEDE36-FF17-4D0D-8C29-D6FA85E0E34A}">
      <dgm:prSet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⑤五类土：软石</a:t>
          </a:r>
        </a:p>
      </dgm:t>
    </dgm:pt>
    <dgm:pt modelId="{C0EB64B6-5247-4464-89E4-BD7D997BEABB}" type="parTrans" cxnId="{E4422AA1-39E7-4DE0-9CC6-0B0509D3FF4F}">
      <dgm:prSet/>
      <dgm:spPr/>
      <dgm:t>
        <a:bodyPr/>
        <a:lstStyle/>
        <a:p>
          <a:endParaRPr lang="zh-CN" altLang="en-US" sz="2200"/>
        </a:p>
      </dgm:t>
    </dgm:pt>
    <dgm:pt modelId="{37E6BB12-7266-481F-984A-51BFA74DDD1B}" type="sibTrans" cxnId="{E4422AA1-39E7-4DE0-9CC6-0B0509D3FF4F}">
      <dgm:prSet/>
      <dgm:spPr/>
      <dgm:t>
        <a:bodyPr/>
        <a:lstStyle/>
        <a:p>
          <a:endParaRPr lang="zh-CN" altLang="en-US" sz="2200"/>
        </a:p>
      </dgm:t>
    </dgm:pt>
    <dgm:pt modelId="{C20043DB-A255-43DC-AC3F-FD99090807AD}">
      <dgm:prSet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主要包括硬质黏土，中密的页岩、泥灰岩、白垩土，胶结不紧的砾岩；软石灰及贝壳石灰石等，坚实系数为</a:t>
          </a:r>
          <a:r>
            <a:rPr lang="en-US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1.5~4.0</a:t>
          </a:r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，用镐或撬棍、大锤挖掘，部分使用爆破方法。</a:t>
          </a:r>
        </a:p>
      </dgm:t>
    </dgm:pt>
    <dgm:pt modelId="{47F8C65E-9420-4E50-B052-243ADC8E0E4D}" type="parTrans" cxnId="{707750EF-34A0-4F31-90E5-7985B9589707}">
      <dgm:prSet/>
      <dgm:spPr/>
      <dgm:t>
        <a:bodyPr/>
        <a:lstStyle/>
        <a:p>
          <a:endParaRPr lang="zh-CN" altLang="en-US" sz="2200"/>
        </a:p>
      </dgm:t>
    </dgm:pt>
    <dgm:pt modelId="{D3FE9FB4-131A-4B55-B141-6EB65905B15B}" type="sibTrans" cxnId="{707750EF-34A0-4F31-90E5-7985B9589707}">
      <dgm:prSet/>
      <dgm:spPr/>
      <dgm:t>
        <a:bodyPr/>
        <a:lstStyle/>
        <a:p>
          <a:endParaRPr lang="zh-CN" altLang="en-US" sz="2200"/>
        </a:p>
      </dgm:t>
    </dgm:pt>
    <dgm:pt modelId="{852AAFC0-AF5D-4D95-8C5D-0AE8A037D616}" type="pres">
      <dgm:prSet presAssocID="{F51977CF-30EB-4631-9392-E3352E73087B}" presName="linear" presStyleCnt="0">
        <dgm:presLayoutVars>
          <dgm:animLvl val="lvl"/>
          <dgm:resizeHandles val="exact"/>
        </dgm:presLayoutVars>
      </dgm:prSet>
      <dgm:spPr/>
    </dgm:pt>
    <dgm:pt modelId="{6B7CAADD-C3AD-4AA6-8DA8-DA6E14C90590}" type="pres">
      <dgm:prSet presAssocID="{BF5E991B-4DF0-4BC9-997D-4E303CD5C5BC}" presName="parentText" presStyleLbl="node1" presStyleIdx="0" presStyleCnt="1" custScaleY="134060">
        <dgm:presLayoutVars>
          <dgm:chMax val="0"/>
          <dgm:bulletEnabled val="1"/>
        </dgm:presLayoutVars>
      </dgm:prSet>
      <dgm:spPr/>
    </dgm:pt>
    <dgm:pt modelId="{AE450FEC-A673-4079-9E04-BEF021836189}" type="pres">
      <dgm:prSet presAssocID="{BF5E991B-4DF0-4BC9-997D-4E303CD5C5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52B8412-E536-46F9-B7F0-863AD59BA809}" srcId="{BF5E991B-4DF0-4BC9-997D-4E303CD5C5BC}" destId="{BF2AA9BE-D5AE-474C-959A-3EDB54A7C2BF}" srcOrd="5" destOrd="0" parTransId="{6001E59F-3186-4FBD-8943-D2393D3347EE}" sibTransId="{B2D6F45E-8FCD-44D1-99F8-2E58C47BA62C}"/>
    <dgm:cxn modelId="{380DCC1A-760C-472C-820D-8D38A55C37D6}" type="presOf" srcId="{00AEDE36-FF17-4D0D-8C29-D6FA85E0E34A}" destId="{AE450FEC-A673-4079-9E04-BEF021836189}" srcOrd="0" destOrd="2" presId="urn:microsoft.com/office/officeart/2005/8/layout/vList2"/>
    <dgm:cxn modelId="{F7673728-E98C-473A-B2DC-948CCEE4F4A4}" srcId="{BF5E991B-4DF0-4BC9-997D-4E303CD5C5BC}" destId="{7B0D8B23-12A5-4E5A-922E-FE62245A8C45}" srcOrd="0" destOrd="0" parTransId="{827FE671-98CB-462E-9428-23A1133B3A2D}" sibTransId="{83EDC880-387B-4AA9-80AC-2740B3944D8F}"/>
    <dgm:cxn modelId="{DE9E3147-F210-4670-93D0-86C60FCF1BD2}" type="presOf" srcId="{F51977CF-30EB-4631-9392-E3352E73087B}" destId="{852AAFC0-AF5D-4D95-8C5D-0AE8A037D616}" srcOrd="0" destOrd="0" presId="urn:microsoft.com/office/officeart/2005/8/layout/vList2"/>
    <dgm:cxn modelId="{5168DB47-AD8B-48AA-BAF5-AC9F915626EC}" type="presOf" srcId="{BF2AA9BE-D5AE-474C-959A-3EDB54A7C2BF}" destId="{AE450FEC-A673-4079-9E04-BEF021836189}" srcOrd="0" destOrd="5" presId="urn:microsoft.com/office/officeart/2005/8/layout/vList2"/>
    <dgm:cxn modelId="{EAC93A76-EE9C-4902-AA09-60EDD8569A8F}" type="presOf" srcId="{C20043DB-A255-43DC-AC3F-FD99090807AD}" destId="{AE450FEC-A673-4079-9E04-BEF021836189}" srcOrd="0" destOrd="3" presId="urn:microsoft.com/office/officeart/2005/8/layout/vList2"/>
    <dgm:cxn modelId="{B7D05177-A507-4E60-8BA5-2F90592599E5}" srcId="{BF5E991B-4DF0-4BC9-997D-4E303CD5C5BC}" destId="{C17759ED-D8E3-4CD5-B449-F174C8341409}" srcOrd="4" destOrd="0" parTransId="{36868C82-E6F6-44F5-8BF8-F683284277F3}" sibTransId="{D2C49E75-F14A-480B-9D98-337337613E1D}"/>
    <dgm:cxn modelId="{322AFC77-09F3-4B8F-925A-A7F3BF8CBD36}" type="presOf" srcId="{C17759ED-D8E3-4CD5-B449-F174C8341409}" destId="{AE450FEC-A673-4079-9E04-BEF021836189}" srcOrd="0" destOrd="4" presId="urn:microsoft.com/office/officeart/2005/8/layout/vList2"/>
    <dgm:cxn modelId="{E4422AA1-39E7-4DE0-9CC6-0B0509D3FF4F}" srcId="{BF5E991B-4DF0-4BC9-997D-4E303CD5C5BC}" destId="{00AEDE36-FF17-4D0D-8C29-D6FA85E0E34A}" srcOrd="2" destOrd="0" parTransId="{C0EB64B6-5247-4464-89E4-BD7D997BEABB}" sibTransId="{37E6BB12-7266-481F-984A-51BFA74DDD1B}"/>
    <dgm:cxn modelId="{E94845BB-B71B-4AA1-8970-26D5C6A6A3B1}" type="presOf" srcId="{BF5E991B-4DF0-4BC9-997D-4E303CD5C5BC}" destId="{6B7CAADD-C3AD-4AA6-8DA8-DA6E14C90590}" srcOrd="0" destOrd="0" presId="urn:microsoft.com/office/officeart/2005/8/layout/vList2"/>
    <dgm:cxn modelId="{D2C260CD-3643-49CE-80D0-D0185CE1541B}" srcId="{F51977CF-30EB-4631-9392-E3352E73087B}" destId="{BF5E991B-4DF0-4BC9-997D-4E303CD5C5BC}" srcOrd="0" destOrd="0" parTransId="{91288624-7230-44DB-8DDF-1F19A488EA0A}" sibTransId="{A31F3D0A-C879-4EDE-9B59-80356DC4C2B3}"/>
    <dgm:cxn modelId="{4FDEA7DE-D856-43F0-9309-16FBA9C2FAC2}" type="presOf" srcId="{7B0D8B23-12A5-4E5A-922E-FE62245A8C45}" destId="{AE450FEC-A673-4079-9E04-BEF021836189}" srcOrd="0" destOrd="0" presId="urn:microsoft.com/office/officeart/2005/8/layout/vList2"/>
    <dgm:cxn modelId="{6AF3A3EC-350F-4CFB-B8F4-EBD43A94F67A}" srcId="{BF5E991B-4DF0-4BC9-997D-4E303CD5C5BC}" destId="{27045D5B-0515-46C0-AB59-473A65BDEEF1}" srcOrd="1" destOrd="0" parTransId="{7A80A68A-660B-4E29-A84F-7193A6FA3793}" sibTransId="{BC1757CD-5BB6-439A-8619-BE4F9C3E0086}"/>
    <dgm:cxn modelId="{707750EF-34A0-4F31-90E5-7985B9589707}" srcId="{BF5E991B-4DF0-4BC9-997D-4E303CD5C5BC}" destId="{C20043DB-A255-43DC-AC3F-FD99090807AD}" srcOrd="3" destOrd="0" parTransId="{47F8C65E-9420-4E50-B052-243ADC8E0E4D}" sibTransId="{D3FE9FB4-131A-4B55-B141-6EB65905B15B}"/>
    <dgm:cxn modelId="{25CAABEF-F6D3-4539-ABDC-C6ACD49A94D5}" type="presOf" srcId="{27045D5B-0515-46C0-AB59-473A65BDEEF1}" destId="{AE450FEC-A673-4079-9E04-BEF021836189}" srcOrd="0" destOrd="1" presId="urn:microsoft.com/office/officeart/2005/8/layout/vList2"/>
    <dgm:cxn modelId="{C570D0B8-A4F2-4630-B9E7-194CEA3B28F1}" type="presParOf" srcId="{852AAFC0-AF5D-4D95-8C5D-0AE8A037D616}" destId="{6B7CAADD-C3AD-4AA6-8DA8-DA6E14C90590}" srcOrd="0" destOrd="0" presId="urn:microsoft.com/office/officeart/2005/8/layout/vList2"/>
    <dgm:cxn modelId="{16F86167-348A-4EA0-8957-B94D5F3BEAD4}" type="presParOf" srcId="{852AAFC0-AF5D-4D95-8C5D-0AE8A037D616}" destId="{AE450FEC-A673-4079-9E04-BEF02183618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1977CF-30EB-4631-9392-E3352E7308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BF5E991B-4DF0-4BC9-997D-4E303CD5C5BC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gm:t>
    </dgm:pt>
    <dgm:pt modelId="{91288624-7230-44DB-8DDF-1F19A488EA0A}" type="parTrans" cxnId="{D2C260CD-3643-49CE-80D0-D0185CE1541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31F3D0A-C879-4EDE-9B59-80356DC4C2B3}" type="sibTrans" cxnId="{D2C260CD-3643-49CE-80D0-D0185CE1541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B0D8B23-12A5-4E5A-922E-FE62245A8C45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⑥六类土：次坚石</a:t>
          </a:r>
        </a:p>
      </dgm:t>
    </dgm:pt>
    <dgm:pt modelId="{827FE671-98CB-462E-9428-23A1133B3A2D}" type="parTrans" cxnId="{F7673728-E98C-473A-B2DC-948CCEE4F4A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3EDC880-387B-4AA9-80AC-2740B3944D8F}" type="sibTrans" cxnId="{F7673728-E98C-473A-B2DC-948CCEE4F4A4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2AA9BE-D5AE-474C-959A-3EDB54A7C2BF}">
      <dgm:prSet phldrT="[文本]" custT="1"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6001E59F-3186-4FBD-8943-D2393D3347EE}" type="parTrans" cxnId="{E52B8412-E536-46F9-B7F0-863AD59BA809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B2D6F45E-8FCD-44D1-99F8-2E58C47BA62C}" type="sibTrans" cxnId="{E52B8412-E536-46F9-B7F0-863AD59BA809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C17759ED-D8E3-4CD5-B449-F174C8341409}">
      <dgm:prSet custT="1"/>
      <dgm:spPr/>
      <dgm:t>
        <a:bodyPr/>
        <a:lstStyle/>
        <a:p>
          <a:pPr>
            <a:lnSpc>
              <a:spcPct val="100000"/>
            </a:lnSpc>
          </a:pP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6868C82-E6F6-44F5-8BF8-F683284277F3}" type="parTrans" cxnId="{B7D05177-A507-4E60-8BA5-2F90592599E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D2C49E75-F14A-480B-9D98-337337613E1D}" type="sibTrans" cxnId="{B7D05177-A507-4E60-8BA5-2F90592599E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C4CC8CDA-06DE-4F18-8E62-E372FE1A854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主要包括泥岩、砂岩、砾岩，坚实的页岩、泥灰岩，密实的石灰岩，风化花岗岩、片麻岩及正长岩等，坚实系数为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4.0~10.0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，用爆破方法开挖，部分用风镐。</a:t>
          </a:r>
        </a:p>
      </dgm:t>
    </dgm:pt>
    <dgm:pt modelId="{FDFE0BB1-4EED-4796-9412-D8EF852489D6}" type="parTrans" cxnId="{D95F9C2D-AC22-49E6-A4EA-932D3E62E66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C1A11F65-C476-4CA1-BB84-889661BBA9D7}" type="sibTrans" cxnId="{D95F9C2D-AC22-49E6-A4EA-932D3E62E66B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5FF06F7C-57BF-4D23-A726-7D6FB567DFC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⑦七类土：坚石</a:t>
          </a:r>
        </a:p>
      </dgm:t>
    </dgm:pt>
    <dgm:pt modelId="{39605319-9641-47DC-94ED-EF7B592FE3FD}" type="parTrans" cxnId="{13096C56-FBA3-4190-9AD2-D523FFB01691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904D1932-D222-4413-8E34-4BC270622566}" type="sibTrans" cxnId="{13096C56-FBA3-4190-9AD2-D523FFB01691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3D51E46C-CECC-44BF-8C54-99D32D4304B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主要包括大理石，辉绿岩，玢岩，粗、中粒花岗岩，坚实的白云石、砂岩、砾岩、片麻岩、石灰岩，微风化安山岩，玄武岩等，坚实系数为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10.0~18.0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，用爆破方法开挖。</a:t>
          </a:r>
        </a:p>
      </dgm:t>
    </dgm:pt>
    <dgm:pt modelId="{078995C2-DE69-49AF-82AA-663983004C84}" type="parTrans" cxnId="{09D3D460-8F92-4669-8A98-6AEE4BF271E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0FCF1E72-92DD-4FE3-8446-9BD6EB12FE9C}" type="sibTrans" cxnId="{09D3D460-8F92-4669-8A98-6AEE4BF271E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65D2217D-1130-4995-98B7-1A061A3F42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⑧ 八类土：特坚石</a:t>
          </a:r>
        </a:p>
      </dgm:t>
    </dgm:pt>
    <dgm:pt modelId="{B4E1468F-3DA2-4AB2-BB4D-783180C64E6E}" type="parTrans" cxnId="{015D1A08-7B11-4A7B-911B-43C54FEEFFB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4B3CA5E8-0279-474C-BBDF-A1FF1752BCE5}" type="sibTrans" cxnId="{015D1A08-7B11-4A7B-911B-43C54FEEFFB5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B229C80C-1CAA-4B71-A2A4-DBAF25A9AB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主要包括安山岩，玄武岩，花岗片麻岩，坚实的细粒花岗岩、闪长岩、石英岩、辉长岩、辉绿岩、玢卷角闪岩等，坚实系数为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18.0-25.0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以上，用爆破方法开挖。</a:t>
          </a:r>
        </a:p>
      </dgm:t>
    </dgm:pt>
    <dgm:pt modelId="{3B4F2019-8890-41BE-A523-0E9E63A344BC}" type="parTrans" cxnId="{B9670CA5-B1A9-489F-B410-A40DA911D19F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0E772BC2-9CC5-432B-84AF-1EDED7CD0116}" type="sibTrans" cxnId="{B9670CA5-B1A9-489F-B410-A40DA911D19F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1800"/>
        </a:p>
      </dgm:t>
    </dgm:pt>
    <dgm:pt modelId="{852AAFC0-AF5D-4D95-8C5D-0AE8A037D616}" type="pres">
      <dgm:prSet presAssocID="{F51977CF-30EB-4631-9392-E3352E73087B}" presName="linear" presStyleCnt="0">
        <dgm:presLayoutVars>
          <dgm:animLvl val="lvl"/>
          <dgm:resizeHandles val="exact"/>
        </dgm:presLayoutVars>
      </dgm:prSet>
      <dgm:spPr/>
    </dgm:pt>
    <dgm:pt modelId="{6B7CAADD-C3AD-4AA6-8DA8-DA6E14C90590}" type="pres">
      <dgm:prSet presAssocID="{BF5E991B-4DF0-4BC9-997D-4E303CD5C5BC}" presName="parentText" presStyleLbl="node1" presStyleIdx="0" presStyleCnt="1" custScaleY="109037">
        <dgm:presLayoutVars>
          <dgm:chMax val="0"/>
          <dgm:bulletEnabled val="1"/>
        </dgm:presLayoutVars>
      </dgm:prSet>
      <dgm:spPr/>
    </dgm:pt>
    <dgm:pt modelId="{AE450FEC-A673-4079-9E04-BEF021836189}" type="pres">
      <dgm:prSet presAssocID="{BF5E991B-4DF0-4BC9-997D-4E303CD5C5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15D1A08-7B11-4A7B-911B-43C54FEEFFB5}" srcId="{BF5E991B-4DF0-4BC9-997D-4E303CD5C5BC}" destId="{65D2217D-1130-4995-98B7-1A061A3F4239}" srcOrd="4" destOrd="0" parTransId="{B4E1468F-3DA2-4AB2-BB4D-783180C64E6E}" sibTransId="{4B3CA5E8-0279-474C-BBDF-A1FF1752BCE5}"/>
    <dgm:cxn modelId="{E52B8412-E536-46F9-B7F0-863AD59BA809}" srcId="{BF5E991B-4DF0-4BC9-997D-4E303CD5C5BC}" destId="{BF2AA9BE-D5AE-474C-959A-3EDB54A7C2BF}" srcOrd="7" destOrd="0" parTransId="{6001E59F-3186-4FBD-8943-D2393D3347EE}" sibTransId="{B2D6F45E-8FCD-44D1-99F8-2E58C47BA62C}"/>
    <dgm:cxn modelId="{F7673728-E98C-473A-B2DC-948CCEE4F4A4}" srcId="{BF5E991B-4DF0-4BC9-997D-4E303CD5C5BC}" destId="{7B0D8B23-12A5-4E5A-922E-FE62245A8C45}" srcOrd="0" destOrd="0" parTransId="{827FE671-98CB-462E-9428-23A1133B3A2D}" sibTransId="{83EDC880-387B-4AA9-80AC-2740B3944D8F}"/>
    <dgm:cxn modelId="{D95F9C2D-AC22-49E6-A4EA-932D3E62E66B}" srcId="{BF5E991B-4DF0-4BC9-997D-4E303CD5C5BC}" destId="{C4CC8CDA-06DE-4F18-8E62-E372FE1A8545}" srcOrd="1" destOrd="0" parTransId="{FDFE0BB1-4EED-4796-9412-D8EF852489D6}" sibTransId="{C1A11F65-C476-4CA1-BB84-889661BBA9D7}"/>
    <dgm:cxn modelId="{2EB59F3B-598B-49AA-B212-36CBFC44E0C7}" type="presOf" srcId="{B229C80C-1CAA-4B71-A2A4-DBAF25A9ABFE}" destId="{AE450FEC-A673-4079-9E04-BEF021836189}" srcOrd="0" destOrd="5" presId="urn:microsoft.com/office/officeart/2005/8/layout/vList2"/>
    <dgm:cxn modelId="{3760845B-A78C-4099-BDC6-86F1C8E90530}" type="presOf" srcId="{3D51E46C-CECC-44BF-8C54-99D32D4304B6}" destId="{AE450FEC-A673-4079-9E04-BEF021836189}" srcOrd="0" destOrd="3" presId="urn:microsoft.com/office/officeart/2005/8/layout/vList2"/>
    <dgm:cxn modelId="{09D3D460-8F92-4669-8A98-6AEE4BF271ED}" srcId="{BF5E991B-4DF0-4BC9-997D-4E303CD5C5BC}" destId="{3D51E46C-CECC-44BF-8C54-99D32D4304B6}" srcOrd="3" destOrd="0" parTransId="{078995C2-DE69-49AF-82AA-663983004C84}" sibTransId="{0FCF1E72-92DD-4FE3-8446-9BD6EB12FE9C}"/>
    <dgm:cxn modelId="{DE9E3147-F210-4670-93D0-86C60FCF1BD2}" type="presOf" srcId="{F51977CF-30EB-4631-9392-E3352E73087B}" destId="{852AAFC0-AF5D-4D95-8C5D-0AE8A037D616}" srcOrd="0" destOrd="0" presId="urn:microsoft.com/office/officeart/2005/8/layout/vList2"/>
    <dgm:cxn modelId="{5168DB47-AD8B-48AA-BAF5-AC9F915626EC}" type="presOf" srcId="{BF2AA9BE-D5AE-474C-959A-3EDB54A7C2BF}" destId="{AE450FEC-A673-4079-9E04-BEF021836189}" srcOrd="0" destOrd="7" presId="urn:microsoft.com/office/officeart/2005/8/layout/vList2"/>
    <dgm:cxn modelId="{13096C56-FBA3-4190-9AD2-D523FFB01691}" srcId="{BF5E991B-4DF0-4BC9-997D-4E303CD5C5BC}" destId="{5FF06F7C-57BF-4D23-A726-7D6FB567DFCC}" srcOrd="2" destOrd="0" parTransId="{39605319-9641-47DC-94ED-EF7B592FE3FD}" sibTransId="{904D1932-D222-4413-8E34-4BC270622566}"/>
    <dgm:cxn modelId="{B7D05177-A507-4E60-8BA5-2F90592599E5}" srcId="{BF5E991B-4DF0-4BC9-997D-4E303CD5C5BC}" destId="{C17759ED-D8E3-4CD5-B449-F174C8341409}" srcOrd="6" destOrd="0" parTransId="{36868C82-E6F6-44F5-8BF8-F683284277F3}" sibTransId="{D2C49E75-F14A-480B-9D98-337337613E1D}"/>
    <dgm:cxn modelId="{322AFC77-09F3-4B8F-925A-A7F3BF8CBD36}" type="presOf" srcId="{C17759ED-D8E3-4CD5-B449-F174C8341409}" destId="{AE450FEC-A673-4079-9E04-BEF021836189}" srcOrd="0" destOrd="6" presId="urn:microsoft.com/office/officeart/2005/8/layout/vList2"/>
    <dgm:cxn modelId="{00B2A77A-C3BB-4DB4-9F76-3CE203733E09}" type="presOf" srcId="{5FF06F7C-57BF-4D23-A726-7D6FB567DFCC}" destId="{AE450FEC-A673-4079-9E04-BEF021836189}" srcOrd="0" destOrd="2" presId="urn:microsoft.com/office/officeart/2005/8/layout/vList2"/>
    <dgm:cxn modelId="{B9670CA5-B1A9-489F-B410-A40DA911D19F}" srcId="{BF5E991B-4DF0-4BC9-997D-4E303CD5C5BC}" destId="{B229C80C-1CAA-4B71-A2A4-DBAF25A9ABFE}" srcOrd="5" destOrd="0" parTransId="{3B4F2019-8890-41BE-A523-0E9E63A344BC}" sibTransId="{0E772BC2-9CC5-432B-84AF-1EDED7CD0116}"/>
    <dgm:cxn modelId="{E94845BB-B71B-4AA1-8970-26D5C6A6A3B1}" type="presOf" srcId="{BF5E991B-4DF0-4BC9-997D-4E303CD5C5BC}" destId="{6B7CAADD-C3AD-4AA6-8DA8-DA6E14C90590}" srcOrd="0" destOrd="0" presId="urn:microsoft.com/office/officeart/2005/8/layout/vList2"/>
    <dgm:cxn modelId="{15BA45BF-9B1E-49DB-8502-3510D0B74DAB}" type="presOf" srcId="{65D2217D-1130-4995-98B7-1A061A3F4239}" destId="{AE450FEC-A673-4079-9E04-BEF021836189}" srcOrd="0" destOrd="4" presId="urn:microsoft.com/office/officeart/2005/8/layout/vList2"/>
    <dgm:cxn modelId="{D2C260CD-3643-49CE-80D0-D0185CE1541B}" srcId="{F51977CF-30EB-4631-9392-E3352E73087B}" destId="{BF5E991B-4DF0-4BC9-997D-4E303CD5C5BC}" srcOrd="0" destOrd="0" parTransId="{91288624-7230-44DB-8DDF-1F19A488EA0A}" sibTransId="{A31F3D0A-C879-4EDE-9B59-80356DC4C2B3}"/>
    <dgm:cxn modelId="{7BFB22DC-8C46-4ED2-89DF-A82E51184FD6}" type="presOf" srcId="{C4CC8CDA-06DE-4F18-8E62-E372FE1A8545}" destId="{AE450FEC-A673-4079-9E04-BEF021836189}" srcOrd="0" destOrd="1" presId="urn:microsoft.com/office/officeart/2005/8/layout/vList2"/>
    <dgm:cxn modelId="{4FDEA7DE-D856-43F0-9309-16FBA9C2FAC2}" type="presOf" srcId="{7B0D8B23-12A5-4E5A-922E-FE62245A8C45}" destId="{AE450FEC-A673-4079-9E04-BEF021836189}" srcOrd="0" destOrd="0" presId="urn:microsoft.com/office/officeart/2005/8/layout/vList2"/>
    <dgm:cxn modelId="{C570D0B8-A4F2-4630-B9E7-194CEA3B28F1}" type="presParOf" srcId="{852AAFC0-AF5D-4D95-8C5D-0AE8A037D616}" destId="{6B7CAADD-C3AD-4AA6-8DA8-DA6E14C90590}" srcOrd="0" destOrd="0" presId="urn:microsoft.com/office/officeart/2005/8/layout/vList2"/>
    <dgm:cxn modelId="{16F86167-348A-4EA0-8957-B94D5F3BEAD4}" type="presParOf" srcId="{852AAFC0-AF5D-4D95-8C5D-0AE8A037D616}" destId="{AE450FEC-A673-4079-9E04-BEF02183618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1977CF-30EB-4631-9392-E3352E7308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BF5E991B-4DF0-4BC9-997D-4E303CD5C5BC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公路工程：</a:t>
          </a:r>
        </a:p>
      </dgm:t>
    </dgm:pt>
    <dgm:pt modelId="{91288624-7230-44DB-8DDF-1F19A488EA0A}" type="parTrans" cxnId="{D2C260CD-3643-49CE-80D0-D0185CE1541B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31F3D0A-C879-4EDE-9B59-80356DC4C2B3}" type="sibTrans" cxnId="{D2C260CD-3643-49CE-80D0-D0185CE1541B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B0D8B23-12A5-4E5A-922E-FE62245A8C45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按开挖的难易程度将土壤、岩石分为六类。 土壤分为三类：松土、普通土、硬土；岩石分为三类：软石、次坚石、坚石；</a:t>
          </a:r>
        </a:p>
      </dgm:t>
    </dgm:pt>
    <dgm:pt modelId="{827FE671-98CB-462E-9428-23A1133B3A2D}" type="parTrans" cxnId="{F7673728-E98C-473A-B2DC-948CCEE4F4A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3EDC880-387B-4AA9-80AC-2740B3944D8F}" type="sibTrans" cxnId="{F7673728-E98C-473A-B2DC-948CCEE4F4A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727EEF8-63A4-432B-B713-1C559D1A4FAC}">
      <dgm:prSet phldrT="[文本]" custT="1"/>
      <dgm:spPr/>
      <dgm:t>
        <a:bodyPr/>
        <a:lstStyle/>
        <a:p>
          <a:r>
            <a:rPr lang="zh-CN" altLang="en-US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隧道工程：</a:t>
          </a:r>
        </a:p>
      </dgm:t>
    </dgm:pt>
    <dgm:pt modelId="{B0869E51-567F-4C29-9339-C60EE9436A5F}" type="parTrans" cxnId="{79E5D63D-52BD-4A0F-AF3A-EA65BED5906A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6E974D7-A29A-4858-AAA0-7AD13655F0F2}" type="sibTrans" cxnId="{79E5D63D-52BD-4A0F-AF3A-EA65BED5906A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A2460DC-54E4-453F-BED8-49D7663B1FF5}">
      <dgm:prSet phldrT="[文本]" custT="1"/>
      <dgm:spPr/>
      <dgm:t>
        <a:bodyPr/>
        <a:lstStyle/>
        <a:p>
          <a:r>
            <a:rPr lang="zh-CN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按现行隧道设计、施工技术规范将围岩分为六级，即</a:t>
          </a:r>
          <a:r>
            <a:rPr lang="en-US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Ⅰ</a:t>
          </a:r>
          <a:r>
            <a:rPr lang="zh-CN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级～</a:t>
          </a:r>
          <a:r>
            <a:rPr lang="en-US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Ⅵ</a:t>
          </a:r>
          <a:r>
            <a:rPr lang="zh-CN" altLang="zh-CN" sz="22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级。</a:t>
          </a:r>
          <a:endParaRPr lang="zh-CN" altLang="en-US" sz="22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0926D7D-1268-4199-8DB5-35314F3390E4}" type="parTrans" cxnId="{E3861725-1440-4691-B2C0-CFABDB3C5BC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DCE7900-875B-447E-AAD9-377583FC0F37}" type="sibTrans" cxnId="{E3861725-1440-4691-B2C0-CFABDB3C5BC4}">
      <dgm:prSet/>
      <dgm:spPr/>
      <dgm:t>
        <a:bodyPr/>
        <a:lstStyle/>
        <a:p>
          <a:endParaRPr lang="zh-CN" altLang="en-US" sz="22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A09DFFE-5921-4570-958B-5165D8625C07}">
      <dgm:prSet phldrT="[文本]" custT="1"/>
      <dgm:spPr/>
      <dgm:t>
        <a:bodyPr/>
        <a:lstStyle/>
        <a:p>
          <a:endParaRPr lang="zh-CN" altLang="en-US" sz="22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96375D4-7D9B-41B7-9BED-D36E43759CBE}" type="sibTrans" cxnId="{D9BB284B-7714-4684-8D4E-DA3D455C105E}">
      <dgm:prSet/>
      <dgm:spPr/>
      <dgm:t>
        <a:bodyPr/>
        <a:lstStyle/>
        <a:p>
          <a:endParaRPr lang="zh-CN" altLang="en-US"/>
        </a:p>
      </dgm:t>
    </dgm:pt>
    <dgm:pt modelId="{F5F8F38D-82B1-4DD4-A8F1-46EE462A594B}" type="parTrans" cxnId="{D9BB284B-7714-4684-8D4E-DA3D455C105E}">
      <dgm:prSet/>
      <dgm:spPr/>
      <dgm:t>
        <a:bodyPr/>
        <a:lstStyle/>
        <a:p>
          <a:endParaRPr lang="zh-CN" altLang="en-US"/>
        </a:p>
      </dgm:t>
    </dgm:pt>
    <dgm:pt modelId="{852AAFC0-AF5D-4D95-8C5D-0AE8A037D616}" type="pres">
      <dgm:prSet presAssocID="{F51977CF-30EB-4631-9392-E3352E73087B}" presName="linear" presStyleCnt="0">
        <dgm:presLayoutVars>
          <dgm:animLvl val="lvl"/>
          <dgm:resizeHandles val="exact"/>
        </dgm:presLayoutVars>
      </dgm:prSet>
      <dgm:spPr/>
    </dgm:pt>
    <dgm:pt modelId="{6B7CAADD-C3AD-4AA6-8DA8-DA6E14C90590}" type="pres">
      <dgm:prSet presAssocID="{BF5E991B-4DF0-4BC9-997D-4E303CD5C5B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50FEC-A673-4079-9E04-BEF021836189}" type="pres">
      <dgm:prSet presAssocID="{BF5E991B-4DF0-4BC9-997D-4E303CD5C5BC}" presName="childText" presStyleLbl="revTx" presStyleIdx="0" presStyleCnt="2">
        <dgm:presLayoutVars>
          <dgm:bulletEnabled val="1"/>
        </dgm:presLayoutVars>
      </dgm:prSet>
      <dgm:spPr/>
    </dgm:pt>
    <dgm:pt modelId="{E08A9B5E-9259-49C7-AE15-599161665CBE}" type="pres">
      <dgm:prSet presAssocID="{E727EEF8-63A4-432B-B713-1C559D1A4F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3FCB222-49BC-4CBD-86F0-C0CE68EB41EA}" type="pres">
      <dgm:prSet presAssocID="{E727EEF8-63A4-432B-B713-1C559D1A4FA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E406602-2C13-4884-8967-107FA86AE385}" type="presOf" srcId="{EA09DFFE-5921-4570-958B-5165D8625C07}" destId="{93FCB222-49BC-4CBD-86F0-C0CE68EB41EA}" srcOrd="0" destOrd="1" presId="urn:microsoft.com/office/officeart/2005/8/layout/vList2"/>
    <dgm:cxn modelId="{E3861725-1440-4691-B2C0-CFABDB3C5BC4}" srcId="{E727EEF8-63A4-432B-B713-1C559D1A4FAC}" destId="{AA2460DC-54E4-453F-BED8-49D7663B1FF5}" srcOrd="0" destOrd="0" parTransId="{10926D7D-1268-4199-8DB5-35314F3390E4}" sibTransId="{ADCE7900-875B-447E-AAD9-377583FC0F37}"/>
    <dgm:cxn modelId="{F7673728-E98C-473A-B2DC-948CCEE4F4A4}" srcId="{BF5E991B-4DF0-4BC9-997D-4E303CD5C5BC}" destId="{7B0D8B23-12A5-4E5A-922E-FE62245A8C45}" srcOrd="0" destOrd="0" parTransId="{827FE671-98CB-462E-9428-23A1133B3A2D}" sibTransId="{83EDC880-387B-4AA9-80AC-2740B3944D8F}"/>
    <dgm:cxn modelId="{403B3B3B-50ED-4EFA-A49D-C5A3D01659F4}" type="presOf" srcId="{F51977CF-30EB-4631-9392-E3352E73087B}" destId="{852AAFC0-AF5D-4D95-8C5D-0AE8A037D616}" srcOrd="0" destOrd="0" presId="urn:microsoft.com/office/officeart/2005/8/layout/vList2"/>
    <dgm:cxn modelId="{79E5D63D-52BD-4A0F-AF3A-EA65BED5906A}" srcId="{F51977CF-30EB-4631-9392-E3352E73087B}" destId="{E727EEF8-63A4-432B-B713-1C559D1A4FAC}" srcOrd="1" destOrd="0" parTransId="{B0869E51-567F-4C29-9339-C60EE9436A5F}" sibTransId="{76E974D7-A29A-4858-AAA0-7AD13655F0F2}"/>
    <dgm:cxn modelId="{EFCFBA63-7E7E-40FB-8A1D-E2BE4CD57B7C}" type="presOf" srcId="{7B0D8B23-12A5-4E5A-922E-FE62245A8C45}" destId="{AE450FEC-A673-4079-9E04-BEF021836189}" srcOrd="0" destOrd="0" presId="urn:microsoft.com/office/officeart/2005/8/layout/vList2"/>
    <dgm:cxn modelId="{D9BB284B-7714-4684-8D4E-DA3D455C105E}" srcId="{E727EEF8-63A4-432B-B713-1C559D1A4FAC}" destId="{EA09DFFE-5921-4570-958B-5165D8625C07}" srcOrd="1" destOrd="0" parTransId="{F5F8F38D-82B1-4DD4-A8F1-46EE462A594B}" sibTransId="{796375D4-7D9B-41B7-9BED-D36E43759CBE}"/>
    <dgm:cxn modelId="{A6C6B67D-0DA3-4B5D-8CCE-A77489C26A58}" type="presOf" srcId="{BF5E991B-4DF0-4BC9-997D-4E303CD5C5BC}" destId="{6B7CAADD-C3AD-4AA6-8DA8-DA6E14C90590}" srcOrd="0" destOrd="0" presId="urn:microsoft.com/office/officeart/2005/8/layout/vList2"/>
    <dgm:cxn modelId="{D2C260CD-3643-49CE-80D0-D0185CE1541B}" srcId="{F51977CF-30EB-4631-9392-E3352E73087B}" destId="{BF5E991B-4DF0-4BC9-997D-4E303CD5C5BC}" srcOrd="0" destOrd="0" parTransId="{91288624-7230-44DB-8DDF-1F19A488EA0A}" sibTransId="{A31F3D0A-C879-4EDE-9B59-80356DC4C2B3}"/>
    <dgm:cxn modelId="{02F5C1F0-ECA4-4C74-8C85-78E8D4A85EFC}" type="presOf" srcId="{E727EEF8-63A4-432B-B713-1C559D1A4FAC}" destId="{E08A9B5E-9259-49C7-AE15-599161665CBE}" srcOrd="0" destOrd="0" presId="urn:microsoft.com/office/officeart/2005/8/layout/vList2"/>
    <dgm:cxn modelId="{3EC6A9F1-29B8-4AF1-B2B5-4D5C1A79875C}" type="presOf" srcId="{AA2460DC-54E4-453F-BED8-49D7663B1FF5}" destId="{93FCB222-49BC-4CBD-86F0-C0CE68EB41EA}" srcOrd="0" destOrd="0" presId="urn:microsoft.com/office/officeart/2005/8/layout/vList2"/>
    <dgm:cxn modelId="{82BAFBFE-453A-4175-8AD6-5B59BB094DF2}" type="presParOf" srcId="{852AAFC0-AF5D-4D95-8C5D-0AE8A037D616}" destId="{6B7CAADD-C3AD-4AA6-8DA8-DA6E14C90590}" srcOrd="0" destOrd="0" presId="urn:microsoft.com/office/officeart/2005/8/layout/vList2"/>
    <dgm:cxn modelId="{752132C8-78B4-4E32-A190-33FF2D4EAAB7}" type="presParOf" srcId="{852AAFC0-AF5D-4D95-8C5D-0AE8A037D616}" destId="{AE450FEC-A673-4079-9E04-BEF021836189}" srcOrd="1" destOrd="0" presId="urn:microsoft.com/office/officeart/2005/8/layout/vList2"/>
    <dgm:cxn modelId="{207EA86A-F6FC-45D7-98F9-23FF99312B94}" type="presParOf" srcId="{852AAFC0-AF5D-4D95-8C5D-0AE8A037D616}" destId="{E08A9B5E-9259-49C7-AE15-599161665CBE}" srcOrd="2" destOrd="0" presId="urn:microsoft.com/office/officeart/2005/8/layout/vList2"/>
    <dgm:cxn modelId="{98D1C82B-C390-4524-90EF-DE660A9FCD64}" type="presParOf" srcId="{852AAFC0-AF5D-4D95-8C5D-0AE8A037D616}" destId="{93FCB222-49BC-4CBD-86F0-C0CE68EB41E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774B43-E26C-4E90-9316-48B4DD4F5F17}">
      <dsp:nvSpPr>
        <dsp:cNvPr id="0" name=""/>
        <dsp:cNvSpPr/>
      </dsp:nvSpPr>
      <dsp:spPr>
        <a:xfrm>
          <a:off x="0" y="257604"/>
          <a:ext cx="7920880" cy="7505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常见的土方工程施工内容有：</a:t>
          </a:r>
        </a:p>
      </dsp:txBody>
      <dsp:txXfrm>
        <a:off x="36637" y="294241"/>
        <a:ext cx="7847606" cy="677236"/>
      </dsp:txXfrm>
    </dsp:sp>
    <dsp:sp modelId="{B046E696-82A9-4D39-8620-C8189237956C}">
      <dsp:nvSpPr>
        <dsp:cNvPr id="0" name=""/>
        <dsp:cNvSpPr/>
      </dsp:nvSpPr>
      <dsp:spPr>
        <a:xfrm>
          <a:off x="0" y="1008115"/>
          <a:ext cx="7920880" cy="1614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）场地平整；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）开挖沟槽、基坑（竖井、隧道、修筑路基、堤坝）；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）土方回填与压实。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特点：面广量大、施工条件复杂、工期长。</a:t>
          </a:r>
        </a:p>
      </dsp:txBody>
      <dsp:txXfrm>
        <a:off x="0" y="1008115"/>
        <a:ext cx="7920880" cy="1614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03C41-B5F6-4D14-81F1-4B724A205F6F}">
      <dsp:nvSpPr>
        <dsp:cNvPr id="0" name=""/>
        <dsp:cNvSpPr/>
      </dsp:nvSpPr>
      <dsp:spPr>
        <a:xfrm>
          <a:off x="0" y="1441838"/>
          <a:ext cx="799288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BB0C20-2FC4-4B4A-AB8D-287D2F7789CE}">
      <dsp:nvSpPr>
        <dsp:cNvPr id="0" name=""/>
        <dsp:cNvSpPr/>
      </dsp:nvSpPr>
      <dsp:spPr>
        <a:xfrm>
          <a:off x="380520" y="24993"/>
          <a:ext cx="7610408" cy="16677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78" tIns="0" rIns="21147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1</a:t>
          </a: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土按其不同粒组的相对含量可划分为巨粒类土、粗粒类土、细粒类土，是土的基本分类。根据地质成因，土可划分为残积土、坡积土、洪积土、冲击土、淤积土、冰积土和风积土等。根据粒径和塑性指数，土可划分为碎石土、砂土、粉土、黏性土。</a:t>
          </a:r>
        </a:p>
      </dsp:txBody>
      <dsp:txXfrm>
        <a:off x="461934" y="106407"/>
        <a:ext cx="7447580" cy="1504936"/>
      </dsp:txXfrm>
    </dsp:sp>
    <dsp:sp modelId="{B905781E-A3AA-4372-AEDB-CDCD2D72CF59}">
      <dsp:nvSpPr>
        <dsp:cNvPr id="0" name=""/>
        <dsp:cNvSpPr/>
      </dsp:nvSpPr>
      <dsp:spPr>
        <a:xfrm>
          <a:off x="0" y="2584410"/>
          <a:ext cx="799288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263620"/>
              <a:satOff val="19167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B4772-3718-4AB4-8D37-330E2F6023D1}">
      <dsp:nvSpPr>
        <dsp:cNvPr id="0" name=""/>
        <dsp:cNvSpPr/>
      </dsp:nvSpPr>
      <dsp:spPr>
        <a:xfrm>
          <a:off x="380520" y="1962038"/>
          <a:ext cx="7610408" cy="873291"/>
        </a:xfrm>
        <a:prstGeom prst="roundRect">
          <a:avLst/>
        </a:prstGeom>
        <a:solidFill>
          <a:schemeClr val="accent5">
            <a:hueOff val="-4263620"/>
            <a:satOff val="1916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78" tIns="0" rIns="21147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2</a:t>
          </a: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）岩石按坚硬程度分为：坚硬岩、较硬岩、较软岩、软岩、极软岩。</a:t>
          </a:r>
        </a:p>
      </dsp:txBody>
      <dsp:txXfrm>
        <a:off x="423151" y="2004669"/>
        <a:ext cx="7525146" cy="788029"/>
      </dsp:txXfrm>
    </dsp:sp>
    <dsp:sp modelId="{E6FC5D79-7BB1-4633-B0F7-FA159A902C47}">
      <dsp:nvSpPr>
        <dsp:cNvPr id="0" name=""/>
        <dsp:cNvSpPr/>
      </dsp:nvSpPr>
      <dsp:spPr>
        <a:xfrm>
          <a:off x="0" y="3736000"/>
          <a:ext cx="7992888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527241"/>
              <a:satOff val="38334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33699-DEFD-40F3-9862-240942318F3B}">
      <dsp:nvSpPr>
        <dsp:cNvPr id="0" name=""/>
        <dsp:cNvSpPr/>
      </dsp:nvSpPr>
      <dsp:spPr>
        <a:xfrm>
          <a:off x="380520" y="3104610"/>
          <a:ext cx="7610408" cy="882309"/>
        </a:xfrm>
        <a:prstGeom prst="round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78" tIns="0" rIns="21147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3</a:t>
          </a:r>
          <a:r>
            <a:rPr lang="zh-CN" altLang="en-US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rPr>
            <a:t>）作为建筑地基的岩土，可分为岩石、碎石土、砂土、粉土、黏性土和人工填土。</a:t>
          </a:r>
        </a:p>
      </dsp:txBody>
      <dsp:txXfrm>
        <a:off x="423591" y="3147681"/>
        <a:ext cx="7524266" cy="7961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CAADD-C3AD-4AA6-8DA8-DA6E14C90590}">
      <dsp:nvSpPr>
        <dsp:cNvPr id="0" name=""/>
        <dsp:cNvSpPr/>
      </dsp:nvSpPr>
      <dsp:spPr>
        <a:xfrm>
          <a:off x="0" y="4635"/>
          <a:ext cx="7992888" cy="9794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sp:txBody>
      <dsp:txXfrm>
        <a:off x="47814" y="52449"/>
        <a:ext cx="7897260" cy="883850"/>
      </dsp:txXfrm>
    </dsp:sp>
    <dsp:sp modelId="{AE450FEC-A673-4079-9E04-BEF021836189}">
      <dsp:nvSpPr>
        <dsp:cNvPr id="0" name=""/>
        <dsp:cNvSpPr/>
      </dsp:nvSpPr>
      <dsp:spPr>
        <a:xfrm>
          <a:off x="0" y="984114"/>
          <a:ext cx="7992888" cy="3734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77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①一类土：松软土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主要包括砂土、粉土、冲积砂土层、疏松的种植土、淤泥（泥炭）等，坚实系数为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0.5~0.6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，采用锹、锄头挖掘，少许用脚蹬。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②二类土：普通土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主要包括粉质黏土，潮湿的黄土，夹有碎石、卵石的砂，粉土混卵（碎）石，种植土、填土等，坚实系数为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0.6~0.8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，用锹、锄头挖掘，少许用镐翻松。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③三类土：坚土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主要包括软及中等密实黏土，重粉质黏土、砾石土，干黄土、含有碎石卵石的黄土、粉质黏土，压实的填土等，坚实系数为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0.8~1.0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，主要用镐，少许用锹、锄头挖掘，部分用撬棍。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984114"/>
        <a:ext cx="7992888" cy="37343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CAADD-C3AD-4AA6-8DA8-DA6E14C90590}">
      <dsp:nvSpPr>
        <dsp:cNvPr id="0" name=""/>
        <dsp:cNvSpPr/>
      </dsp:nvSpPr>
      <dsp:spPr>
        <a:xfrm>
          <a:off x="0" y="3784"/>
          <a:ext cx="7992888" cy="142741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sp:txBody>
      <dsp:txXfrm>
        <a:off x="69680" y="73464"/>
        <a:ext cx="7853528" cy="1288051"/>
      </dsp:txXfrm>
    </dsp:sp>
    <dsp:sp modelId="{AE450FEC-A673-4079-9E04-BEF021836189}">
      <dsp:nvSpPr>
        <dsp:cNvPr id="0" name=""/>
        <dsp:cNvSpPr/>
      </dsp:nvSpPr>
      <dsp:spPr>
        <a:xfrm>
          <a:off x="0" y="1431196"/>
          <a:ext cx="7992888" cy="3288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77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④四类土：砂砾坚土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主要包括坚硬密实的黏性土或黄土，含碎石卵石的中等密实的黏性土或黄土，粗卵石，天然级配砂石，软泥灰岩等，坚实系数为</a:t>
          </a:r>
          <a:r>
            <a:rPr lang="en-US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1.0~1.5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，整个先用镐、撬棍，后用锹挖掘，部分使用楔子及大锤。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⑤五类土：软石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主要包括硬质黏土，中密的页岩、泥灰岩、白垩土，胶结不紧的砾岩；软石灰及贝壳石灰石等，坚实系数为</a:t>
          </a:r>
          <a:r>
            <a:rPr lang="en-US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1.5~4.0</a:t>
          </a: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，用镐或撬棍、大锤挖掘，部分使用爆破方法。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2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2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1431196"/>
        <a:ext cx="7992888" cy="32880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CAADD-C3AD-4AA6-8DA8-DA6E14C90590}">
      <dsp:nvSpPr>
        <dsp:cNvPr id="0" name=""/>
        <dsp:cNvSpPr/>
      </dsp:nvSpPr>
      <dsp:spPr>
        <a:xfrm>
          <a:off x="0" y="4705"/>
          <a:ext cx="7992888" cy="77278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）根据土方开挖的难易程度不同，可将土石分为八类，以便选择施工方法和确定劳动量，为计算劳动力、机具及工程费用提供依据。</a:t>
          </a:r>
        </a:p>
      </dsp:txBody>
      <dsp:txXfrm>
        <a:off x="37724" y="42429"/>
        <a:ext cx="7917440" cy="697334"/>
      </dsp:txXfrm>
    </dsp:sp>
    <dsp:sp modelId="{AE450FEC-A673-4079-9E04-BEF021836189}">
      <dsp:nvSpPr>
        <dsp:cNvPr id="0" name=""/>
        <dsp:cNvSpPr/>
      </dsp:nvSpPr>
      <dsp:spPr>
        <a:xfrm>
          <a:off x="0" y="777487"/>
          <a:ext cx="7992888" cy="3940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⑥六类土：次坚石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主要包括泥岩、砂岩、砾岩，坚实的页岩、泥灰岩，密实的石灰岩，风化花岗岩、片麻岩及正长岩等，坚实系数为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4.0~10.0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，用爆破方法开挖，部分用风镐。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⑦七类土：坚石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主要包括大理石，辉绿岩，玢岩，粗、中粒花岗岩，坚实的白云石、砂岩、砾岩、片麻岩、石灰岩，微风化安山岩，玄武岩等，坚实系数为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10.0~18.0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，用爆破方法开挖。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⑧ 八类土：特坚石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主要包括安山岩，玄武岩，花岗片麻岩，坚实的细粒花岗岩、闪长岩、石英岩、辉长岩、辉绿岩、玢卷角闪岩等，坚实系数为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18.0-25.0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以上，用爆破方法开挖。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777487"/>
        <a:ext cx="7992888" cy="39408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7CAADD-C3AD-4AA6-8DA8-DA6E14C90590}">
      <dsp:nvSpPr>
        <dsp:cNvPr id="0" name=""/>
        <dsp:cNvSpPr/>
      </dsp:nvSpPr>
      <dsp:spPr>
        <a:xfrm>
          <a:off x="0" y="3528"/>
          <a:ext cx="7992888" cy="10670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公路工程：</a:t>
          </a:r>
        </a:p>
      </dsp:txBody>
      <dsp:txXfrm>
        <a:off x="52089" y="55617"/>
        <a:ext cx="7888710" cy="962862"/>
      </dsp:txXfrm>
    </dsp:sp>
    <dsp:sp modelId="{AE450FEC-A673-4079-9E04-BEF021836189}">
      <dsp:nvSpPr>
        <dsp:cNvPr id="0" name=""/>
        <dsp:cNvSpPr/>
      </dsp:nvSpPr>
      <dsp:spPr>
        <a:xfrm>
          <a:off x="0" y="1070568"/>
          <a:ext cx="7992888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77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按开挖的难易程度将土壤、岩石分为六类。 土壤分为三类：松土、普通土、硬土；岩石分为三类：软石、次坚石、坚石；</a:t>
          </a:r>
        </a:p>
      </dsp:txBody>
      <dsp:txXfrm>
        <a:off x="0" y="1070568"/>
        <a:ext cx="7992888" cy="943920"/>
      </dsp:txXfrm>
    </dsp:sp>
    <dsp:sp modelId="{E08A9B5E-9259-49C7-AE15-599161665CBE}">
      <dsp:nvSpPr>
        <dsp:cNvPr id="0" name=""/>
        <dsp:cNvSpPr/>
      </dsp:nvSpPr>
      <dsp:spPr>
        <a:xfrm>
          <a:off x="0" y="2014488"/>
          <a:ext cx="7992888" cy="1067040"/>
        </a:xfrm>
        <a:prstGeom prst="round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隧道工程：</a:t>
          </a:r>
        </a:p>
      </dsp:txBody>
      <dsp:txXfrm>
        <a:off x="52089" y="2066577"/>
        <a:ext cx="7888710" cy="962862"/>
      </dsp:txXfrm>
    </dsp:sp>
    <dsp:sp modelId="{93FCB222-49BC-4CBD-86F0-C0CE68EB41EA}">
      <dsp:nvSpPr>
        <dsp:cNvPr id="0" name=""/>
        <dsp:cNvSpPr/>
      </dsp:nvSpPr>
      <dsp:spPr>
        <a:xfrm>
          <a:off x="0" y="3081528"/>
          <a:ext cx="7992888" cy="1091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774" tIns="27940" rIns="156464" bIns="2794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按现行隧道设计、施工技术规范将围岩分为六级，即</a:t>
          </a:r>
          <a:r>
            <a:rPr lang="en-US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Ⅰ</a:t>
          </a:r>
          <a:r>
            <a:rPr lang="zh-CN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级～</a:t>
          </a:r>
          <a:r>
            <a:rPr lang="en-US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Ⅵ</a:t>
          </a:r>
          <a:r>
            <a:rPr lang="zh-CN" altLang="zh-CN" sz="22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级。</a:t>
          </a:r>
          <a:endParaRPr lang="zh-CN" altLang="en-US" sz="22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2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3081528"/>
        <a:ext cx="7992888" cy="1091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一、土方工程概述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04" y="89218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（一）土方工程的内容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353849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包括一切土的挖掘、填筑、运输等过程以及排水降水、土壁支撑等准备工作和辅助工程。</a:t>
            </a: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3498754978"/>
              </p:ext>
            </p:extLst>
          </p:nvPr>
        </p:nvGraphicFramePr>
        <p:xfrm>
          <a:off x="1043608" y="2211710"/>
          <a:ext cx="7920880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16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Graphic spid="8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（二）土的工程分类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1802D0CB-0FA1-41F9-BC3B-0EB7D4158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6967007"/>
              </p:ext>
            </p:extLst>
          </p:nvPr>
        </p:nvGraphicFramePr>
        <p:xfrm>
          <a:off x="1043608" y="830628"/>
          <a:ext cx="7992888" cy="4189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6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4C20BBD2-682E-4674-BF0C-B28A76F86E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836596"/>
              </p:ext>
            </p:extLst>
          </p:nvPr>
        </p:nvGraphicFramePr>
        <p:xfrm>
          <a:off x="1043608" y="368965"/>
          <a:ext cx="7992888" cy="472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6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DDB671A2-32E5-402D-8AD5-194889B38E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5916369"/>
              </p:ext>
            </p:extLst>
          </p:nvPr>
        </p:nvGraphicFramePr>
        <p:xfrm>
          <a:off x="1043608" y="368965"/>
          <a:ext cx="7992888" cy="472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6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3EEC1B5-6B61-4673-A5D8-A7564F461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231356"/>
              </p:ext>
            </p:extLst>
          </p:nvPr>
        </p:nvGraphicFramePr>
        <p:xfrm>
          <a:off x="1043608" y="296956"/>
          <a:ext cx="7992888" cy="472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77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水利水电工程施工组织设计规范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SL 303-2017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0"/>
            <a:ext cx="57606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《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公路工程预算定额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》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JTG-T 3832-2018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007506361"/>
              </p:ext>
            </p:extLst>
          </p:nvPr>
        </p:nvGraphicFramePr>
        <p:xfrm>
          <a:off x="1043608" y="915566"/>
          <a:ext cx="7992888" cy="417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（三）土的工程性质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018"/>
              </p:ext>
            </p:extLst>
          </p:nvPr>
        </p:nvGraphicFramePr>
        <p:xfrm>
          <a:off x="1043608" y="830629"/>
          <a:ext cx="7920880" cy="4261401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681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工程性质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内摩擦角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土体中颗粒间相互移动和胶合作用形成的摩擦特性。其数值为强度包线与水平线的夹角——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土的抗剪强度指标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土抗剪强度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土体抵抗剪切破坏的极限强度，包括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内摩擦力和内聚力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1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黏聚力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同种物质内部相邻各部分之间的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相互吸引力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22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土的天然含水量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土中所含水的质量与土的固体颗粒质量之比的百分率——对</a:t>
                      </a: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挖土的难易、土方边坡的稳定，填土的压实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等均有影响。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84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土的天然密度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土在天然状态下单位体积的质量</a:t>
                      </a:r>
                      <a:r>
                        <a:rPr lang="zh-CN" sz="18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，称为土的天然密度。土的天然密度随着土的颗粒组成、孔隙的多少和水分含量而变化，不同的土，密度不同。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23629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96465"/>
              </p:ext>
            </p:extLst>
          </p:nvPr>
        </p:nvGraphicFramePr>
        <p:xfrm>
          <a:off x="1043608" y="411509"/>
          <a:ext cx="7992888" cy="4680521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69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工程性质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土的干密度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单位体积内土的固体颗粒质量与总体积的比值，常以土的干密度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控制土的夯实标准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土的密实度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土被固体颗粒所充实的程度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，反映了土的紧密程度。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土的可松性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天然土经开挖后，其体积因松散而增加，虽经振动夯实，仍不能完全恢复到原来的体积——在进行土方的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平衡调配，计算填方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所需挖方体积，确定基坑（槽）开挖时的 </a:t>
                      </a:r>
                      <a:r>
                        <a:rPr lang="zh-CN" sz="2000" b="1" kern="10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留弃土量以及计算运土机具数量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时，应考虑土的可松性。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原状土经机械压实后的沉降量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原状土经机械往返压实或经其他压实措施后，会产生一定的沉陷，根据不同土质，其沉陷量一般在</a:t>
                      </a:r>
                      <a:r>
                        <a:rPr lang="en-US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3~30cm</a:t>
                      </a:r>
                      <a:r>
                        <a:rPr lang="zh-CN" sz="20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之间。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45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3355</TotalTime>
  <Words>1267</Words>
  <Application>Microsoft Office PowerPoint</Application>
  <PresentationFormat>全屏显示(16:9)</PresentationFormat>
  <Paragraphs>73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509</cp:revision>
  <dcterms:created xsi:type="dcterms:W3CDTF">2019-02-28T02:56:41Z</dcterms:created>
  <dcterms:modified xsi:type="dcterms:W3CDTF">2026-02-28T06:49:47Z</dcterms:modified>
</cp:coreProperties>
</file>