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93" r:id="rId1"/>
  </p:sldMasterIdLst>
  <p:notesMasterIdLst>
    <p:notesMasterId r:id="rId9"/>
  </p:notesMasterIdLst>
  <p:sldIdLst>
    <p:sldId id="368" r:id="rId2"/>
    <p:sldId id="369" r:id="rId3"/>
    <p:sldId id="370" r:id="rId4"/>
    <p:sldId id="371" r:id="rId5"/>
    <p:sldId id="372" r:id="rId6"/>
    <p:sldId id="373" r:id="rId7"/>
    <p:sldId id="374" r:id="rId8"/>
  </p:sldIdLst>
  <p:sldSz cx="9144000" cy="5143500" type="screen16x9"/>
  <p:notesSz cx="6858000" cy="9144000"/>
  <p:custDataLst>
    <p:tags r:id="rId10"/>
  </p:custDataLst>
  <p:defaultTextStyle>
    <a:defPPr>
      <a:defRPr lang="zh-CN"/>
    </a:defPPr>
    <a:lvl1pPr marL="0" algn="l" defTabSz="91413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058" algn="l" defTabSz="91413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130" algn="l" defTabSz="91413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192" algn="l" defTabSz="91413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259" algn="l" defTabSz="91413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316" algn="l" defTabSz="91413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2374" algn="l" defTabSz="91413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199440" algn="l" defTabSz="91413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6503" algn="l" defTabSz="91413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778" autoAdjust="0"/>
    <p:restoredTop sz="94660"/>
  </p:normalViewPr>
  <p:slideViewPr>
    <p:cSldViewPr>
      <p:cViewPr varScale="1">
        <p:scale>
          <a:sx n="119" d="100"/>
          <a:sy n="119" d="100"/>
        </p:scale>
        <p:origin x="558" y="10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180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tags" Target="tags/tag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4_1">
  <dgm:title val=""/>
  <dgm:desc val=""/>
  <dgm:catLst>
    <dgm:cat type="accent4" pri="11100"/>
  </dgm:catLst>
  <dgm:styleLbl name="node0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4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4">
        <a:tint val="4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4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4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4">
        <a:alpha val="4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4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4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4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2CDCF44-DCDB-42BB-9D59-C156D8A8A850}" type="doc">
      <dgm:prSet loTypeId="urn:microsoft.com/office/officeart/2005/8/layout/list1" loCatId="list" qsTypeId="urn:microsoft.com/office/officeart/2005/8/quickstyle/simple1" qsCatId="simple" csTypeId="urn:microsoft.com/office/officeart/2005/8/colors/accent4_1" csCatId="accent4" phldr="1"/>
      <dgm:spPr/>
      <dgm:t>
        <a:bodyPr/>
        <a:lstStyle/>
        <a:p>
          <a:endParaRPr lang="zh-CN" altLang="en-US"/>
        </a:p>
      </dgm:t>
    </dgm:pt>
    <dgm:pt modelId="{2EBD2543-989A-490F-9F38-2F86AB41027D}">
      <dgm:prSet phldrT="[文本]" custT="1"/>
      <dgm:spPr/>
      <dgm:t>
        <a:bodyPr/>
        <a:lstStyle/>
        <a:p>
          <a:r>
            <a:rPr lang="en-US" altLang="zh-CN" sz="2000" b="1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1</a:t>
          </a:r>
          <a:r>
            <a:rPr lang="zh-CN" altLang="en-US" sz="2000" b="1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）每个施工过程在各个施工段上的流水节拍</a:t>
          </a:r>
          <a:r>
            <a:rPr lang="en-US" altLang="en-US" sz="20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ea typeface="宋体" pitchFamily="2" charset="-122"/>
              <a:cs typeface="Times New Roman" pitchFamily="18" charset="0"/>
            </a:rPr>
            <a:t>t</a:t>
          </a:r>
          <a:r>
            <a:rPr lang="zh-CN" altLang="en-US" sz="20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ea typeface="宋体" pitchFamily="2" charset="-122"/>
              <a:cs typeface="Times New Roman" pitchFamily="18" charset="0"/>
            </a:rPr>
            <a:t>不尽相等</a:t>
          </a:r>
          <a:r>
            <a:rPr lang="zh-CN" altLang="en-US" sz="2000" b="1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；</a:t>
          </a:r>
        </a:p>
      </dgm:t>
    </dgm:pt>
    <dgm:pt modelId="{67E7DCC2-E4CA-4924-AEBF-CAB920D22FED}" type="parTrans" cxnId="{CD6AFF7C-5B01-4AA2-B969-F1FCEC5DF9F7}">
      <dgm:prSet/>
      <dgm:spPr/>
      <dgm:t>
        <a:bodyPr/>
        <a:lstStyle/>
        <a:p>
          <a:endParaRPr lang="zh-CN" altLang="en-US" sz="2000" b="1">
            <a:latin typeface="Times New Roman" pitchFamily="18" charset="0"/>
            <a:ea typeface="宋体" pitchFamily="2" charset="-122"/>
            <a:cs typeface="Times New Roman" pitchFamily="18" charset="0"/>
          </a:endParaRPr>
        </a:p>
      </dgm:t>
    </dgm:pt>
    <dgm:pt modelId="{BFB1C603-2BB8-421D-BB81-C1FE99423773}" type="sibTrans" cxnId="{CD6AFF7C-5B01-4AA2-B969-F1FCEC5DF9F7}">
      <dgm:prSet/>
      <dgm:spPr/>
      <dgm:t>
        <a:bodyPr/>
        <a:lstStyle/>
        <a:p>
          <a:endParaRPr lang="zh-CN" altLang="en-US" sz="2000" b="1">
            <a:latin typeface="Times New Roman" pitchFamily="18" charset="0"/>
            <a:ea typeface="宋体" pitchFamily="2" charset="-122"/>
            <a:cs typeface="Times New Roman" pitchFamily="18" charset="0"/>
          </a:endParaRPr>
        </a:p>
      </dgm:t>
    </dgm:pt>
    <dgm:pt modelId="{D535DEE1-CBAE-4095-87AF-0996A2FC346F}">
      <dgm:prSet phldrT="[文本]" custT="1"/>
      <dgm:spPr/>
      <dgm:t>
        <a:bodyPr/>
        <a:lstStyle/>
        <a:p>
          <a:r>
            <a:rPr lang="en-US" altLang="zh-CN" sz="2000" b="1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2</a:t>
          </a:r>
          <a:r>
            <a:rPr lang="zh-CN" altLang="en-US" sz="2000" b="1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）各个施工过程之间的流水步距</a:t>
          </a:r>
          <a:r>
            <a:rPr lang="en-US" altLang="en-US" sz="20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ea typeface="宋体" pitchFamily="2" charset="-122"/>
              <a:cs typeface="Times New Roman" pitchFamily="18" charset="0"/>
            </a:rPr>
            <a:t>K</a:t>
          </a:r>
          <a:r>
            <a:rPr lang="zh-CN" altLang="en-US" sz="20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ea typeface="宋体" pitchFamily="2" charset="-122"/>
              <a:cs typeface="Times New Roman" pitchFamily="18" charset="0"/>
            </a:rPr>
            <a:t>不尽相等</a:t>
          </a:r>
          <a:r>
            <a:rPr lang="zh-CN" altLang="en-US" sz="2000" b="1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且差异较大；</a:t>
          </a:r>
        </a:p>
      </dgm:t>
    </dgm:pt>
    <dgm:pt modelId="{2DCEBAE0-0F15-44E2-AE09-697FFE3488F2}" type="parTrans" cxnId="{40ECA034-958A-4744-BB1A-2C85E2522D2A}">
      <dgm:prSet/>
      <dgm:spPr/>
      <dgm:t>
        <a:bodyPr/>
        <a:lstStyle/>
        <a:p>
          <a:endParaRPr lang="zh-CN" altLang="en-US" sz="2000" b="1">
            <a:latin typeface="Times New Roman" pitchFamily="18" charset="0"/>
            <a:ea typeface="宋体" pitchFamily="2" charset="-122"/>
            <a:cs typeface="Times New Roman" pitchFamily="18" charset="0"/>
          </a:endParaRPr>
        </a:p>
      </dgm:t>
    </dgm:pt>
    <dgm:pt modelId="{3C5A12BF-8538-4DF2-B153-2A010546C47D}" type="sibTrans" cxnId="{40ECA034-958A-4744-BB1A-2C85E2522D2A}">
      <dgm:prSet/>
      <dgm:spPr/>
      <dgm:t>
        <a:bodyPr/>
        <a:lstStyle/>
        <a:p>
          <a:endParaRPr lang="zh-CN" altLang="en-US" sz="2000" b="1">
            <a:latin typeface="Times New Roman" pitchFamily="18" charset="0"/>
            <a:ea typeface="宋体" pitchFamily="2" charset="-122"/>
            <a:cs typeface="Times New Roman" pitchFamily="18" charset="0"/>
          </a:endParaRPr>
        </a:p>
      </dgm:t>
    </dgm:pt>
    <dgm:pt modelId="{42C3EC5B-47C7-4B25-9760-E6B38FEFEE77}">
      <dgm:prSet phldrT="[文本]" custT="1"/>
      <dgm:spPr/>
      <dgm:t>
        <a:bodyPr/>
        <a:lstStyle/>
        <a:p>
          <a:r>
            <a:rPr lang="en-US" altLang="zh-CN" sz="2000" b="1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3</a:t>
          </a:r>
          <a:r>
            <a:rPr lang="zh-CN" altLang="en-US" sz="2000" b="1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）各施工队能在施工段上</a:t>
          </a:r>
          <a:r>
            <a:rPr lang="zh-CN" altLang="en-US" sz="20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ea typeface="宋体" pitchFamily="2" charset="-122"/>
              <a:cs typeface="Times New Roman" pitchFamily="18" charset="0"/>
            </a:rPr>
            <a:t>连续作业</a:t>
          </a:r>
          <a:r>
            <a:rPr lang="zh-CN" altLang="en-US" sz="2000" b="1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，有的施工队</a:t>
          </a:r>
          <a:r>
            <a:rPr lang="zh-CN" altLang="en-US" sz="20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ea typeface="宋体" pitchFamily="2" charset="-122"/>
              <a:cs typeface="Times New Roman" pitchFamily="18" charset="0"/>
            </a:rPr>
            <a:t>可能有空闲时间</a:t>
          </a:r>
          <a:r>
            <a:rPr lang="zh-CN" altLang="en-US" sz="2000" b="1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；</a:t>
          </a:r>
        </a:p>
      </dgm:t>
    </dgm:pt>
    <dgm:pt modelId="{81FAF80F-A5C6-4822-A277-DB78F84D1230}" type="parTrans" cxnId="{5EC925CA-D77E-41BE-8448-EE2039F06264}">
      <dgm:prSet/>
      <dgm:spPr/>
      <dgm:t>
        <a:bodyPr/>
        <a:lstStyle/>
        <a:p>
          <a:endParaRPr lang="zh-CN" altLang="en-US" sz="2000" b="1">
            <a:latin typeface="Times New Roman" pitchFamily="18" charset="0"/>
            <a:ea typeface="宋体" pitchFamily="2" charset="-122"/>
            <a:cs typeface="Times New Roman" pitchFamily="18" charset="0"/>
          </a:endParaRPr>
        </a:p>
      </dgm:t>
    </dgm:pt>
    <dgm:pt modelId="{4B32FDAE-9701-4D52-8922-57ED26F42832}" type="sibTrans" cxnId="{5EC925CA-D77E-41BE-8448-EE2039F06264}">
      <dgm:prSet/>
      <dgm:spPr/>
      <dgm:t>
        <a:bodyPr/>
        <a:lstStyle/>
        <a:p>
          <a:endParaRPr lang="zh-CN" altLang="en-US" sz="2000" b="1">
            <a:latin typeface="Times New Roman" pitchFamily="18" charset="0"/>
            <a:ea typeface="宋体" pitchFamily="2" charset="-122"/>
            <a:cs typeface="Times New Roman" pitchFamily="18" charset="0"/>
          </a:endParaRPr>
        </a:p>
      </dgm:t>
    </dgm:pt>
    <dgm:pt modelId="{6AA79527-F8DE-4A11-A0B1-8F4B2C6FEF38}">
      <dgm:prSet phldrT="[文本]" custT="1"/>
      <dgm:spPr/>
      <dgm:t>
        <a:bodyPr/>
        <a:lstStyle/>
        <a:p>
          <a:r>
            <a:rPr lang="en-US" altLang="zh-CN" sz="2000" b="1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4</a:t>
          </a:r>
          <a:r>
            <a:rPr lang="zh-CN" altLang="en-US" sz="2000" b="1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）施工队组数等于施工过程数</a:t>
          </a:r>
          <a:r>
            <a:rPr lang="en-US" altLang="en-US" sz="20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ea typeface="宋体" pitchFamily="2" charset="-122"/>
              <a:cs typeface="Times New Roman" pitchFamily="18" charset="0"/>
            </a:rPr>
            <a:t>n’=n</a:t>
          </a:r>
          <a:r>
            <a:rPr lang="zh-CN" altLang="en-US" sz="2000" b="1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。</a:t>
          </a:r>
        </a:p>
      </dgm:t>
    </dgm:pt>
    <dgm:pt modelId="{3548BD8F-D71F-49E0-9B98-1745B333BD75}" type="parTrans" cxnId="{49CB400F-0860-452E-A477-99AFDC134D38}">
      <dgm:prSet/>
      <dgm:spPr/>
      <dgm:t>
        <a:bodyPr/>
        <a:lstStyle/>
        <a:p>
          <a:endParaRPr lang="zh-CN" altLang="en-US" sz="2000" b="1">
            <a:latin typeface="Times New Roman" pitchFamily="18" charset="0"/>
            <a:ea typeface="宋体" pitchFamily="2" charset="-122"/>
            <a:cs typeface="Times New Roman" pitchFamily="18" charset="0"/>
          </a:endParaRPr>
        </a:p>
      </dgm:t>
    </dgm:pt>
    <dgm:pt modelId="{BC35404A-D4A6-462C-8E95-1885F90BA933}" type="sibTrans" cxnId="{49CB400F-0860-452E-A477-99AFDC134D38}">
      <dgm:prSet/>
      <dgm:spPr/>
      <dgm:t>
        <a:bodyPr/>
        <a:lstStyle/>
        <a:p>
          <a:endParaRPr lang="zh-CN" altLang="en-US" sz="2000" b="1">
            <a:latin typeface="Times New Roman" pitchFamily="18" charset="0"/>
            <a:ea typeface="宋体" pitchFamily="2" charset="-122"/>
            <a:cs typeface="Times New Roman" pitchFamily="18" charset="0"/>
          </a:endParaRPr>
        </a:p>
      </dgm:t>
    </dgm:pt>
    <dgm:pt modelId="{437B7175-C15D-4513-AE20-22929A67AB4D}" type="pres">
      <dgm:prSet presAssocID="{12CDCF44-DCDB-42BB-9D59-C156D8A8A850}" presName="linear" presStyleCnt="0">
        <dgm:presLayoutVars>
          <dgm:dir/>
          <dgm:animLvl val="lvl"/>
          <dgm:resizeHandles val="exact"/>
        </dgm:presLayoutVars>
      </dgm:prSet>
      <dgm:spPr/>
    </dgm:pt>
    <dgm:pt modelId="{DA8518EF-8A25-4B87-A7FE-9503F91DC727}" type="pres">
      <dgm:prSet presAssocID="{2EBD2543-989A-490F-9F38-2F86AB41027D}" presName="parentLin" presStyleCnt="0"/>
      <dgm:spPr/>
    </dgm:pt>
    <dgm:pt modelId="{3CE36FA1-F7DB-49B5-A8EF-3DCE52FC975E}" type="pres">
      <dgm:prSet presAssocID="{2EBD2543-989A-490F-9F38-2F86AB41027D}" presName="parentLeftMargin" presStyleLbl="node1" presStyleIdx="0" presStyleCnt="4"/>
      <dgm:spPr/>
    </dgm:pt>
    <dgm:pt modelId="{32102B57-4C0A-49DD-B555-80D6AE5C7E61}" type="pres">
      <dgm:prSet presAssocID="{2EBD2543-989A-490F-9F38-2F86AB41027D}" presName="parentText" presStyleLbl="node1" presStyleIdx="0" presStyleCnt="4" custScaleX="142857" custScaleY="245645">
        <dgm:presLayoutVars>
          <dgm:chMax val="0"/>
          <dgm:bulletEnabled val="1"/>
        </dgm:presLayoutVars>
      </dgm:prSet>
      <dgm:spPr/>
    </dgm:pt>
    <dgm:pt modelId="{8E187CC4-6474-4130-8A48-8D056A49E58A}" type="pres">
      <dgm:prSet presAssocID="{2EBD2543-989A-490F-9F38-2F86AB41027D}" presName="negativeSpace" presStyleCnt="0"/>
      <dgm:spPr/>
    </dgm:pt>
    <dgm:pt modelId="{3D6413CB-A3F8-4CC7-8AA1-84F2365D9CB0}" type="pres">
      <dgm:prSet presAssocID="{2EBD2543-989A-490F-9F38-2F86AB41027D}" presName="childText" presStyleLbl="conFgAcc1" presStyleIdx="0" presStyleCnt="4">
        <dgm:presLayoutVars>
          <dgm:bulletEnabled val="1"/>
        </dgm:presLayoutVars>
      </dgm:prSet>
      <dgm:spPr/>
    </dgm:pt>
    <dgm:pt modelId="{F5B0E694-FB8F-4A41-B30D-60252957FB03}" type="pres">
      <dgm:prSet presAssocID="{BFB1C603-2BB8-421D-BB81-C1FE99423773}" presName="spaceBetweenRectangles" presStyleCnt="0"/>
      <dgm:spPr/>
    </dgm:pt>
    <dgm:pt modelId="{C68FE8E9-1306-4BC8-878C-961C496AD311}" type="pres">
      <dgm:prSet presAssocID="{D535DEE1-CBAE-4095-87AF-0996A2FC346F}" presName="parentLin" presStyleCnt="0"/>
      <dgm:spPr/>
    </dgm:pt>
    <dgm:pt modelId="{ACB1C29D-AFFC-4665-A650-EE4FA0433284}" type="pres">
      <dgm:prSet presAssocID="{D535DEE1-CBAE-4095-87AF-0996A2FC346F}" presName="parentLeftMargin" presStyleLbl="node1" presStyleIdx="0" presStyleCnt="4"/>
      <dgm:spPr/>
    </dgm:pt>
    <dgm:pt modelId="{C3F88CDE-217E-4ABD-9C40-C12A60C1B957}" type="pres">
      <dgm:prSet presAssocID="{D535DEE1-CBAE-4095-87AF-0996A2FC346F}" presName="parentText" presStyleLbl="node1" presStyleIdx="1" presStyleCnt="4" custScaleX="142857" custScaleY="233269">
        <dgm:presLayoutVars>
          <dgm:chMax val="0"/>
          <dgm:bulletEnabled val="1"/>
        </dgm:presLayoutVars>
      </dgm:prSet>
      <dgm:spPr/>
    </dgm:pt>
    <dgm:pt modelId="{075B709A-249F-430D-98E8-49784428E4CD}" type="pres">
      <dgm:prSet presAssocID="{D535DEE1-CBAE-4095-87AF-0996A2FC346F}" presName="negativeSpace" presStyleCnt="0"/>
      <dgm:spPr/>
    </dgm:pt>
    <dgm:pt modelId="{BDE30B22-5D29-49B0-9920-7507209CE268}" type="pres">
      <dgm:prSet presAssocID="{D535DEE1-CBAE-4095-87AF-0996A2FC346F}" presName="childText" presStyleLbl="conFgAcc1" presStyleIdx="1" presStyleCnt="4">
        <dgm:presLayoutVars>
          <dgm:bulletEnabled val="1"/>
        </dgm:presLayoutVars>
      </dgm:prSet>
      <dgm:spPr/>
    </dgm:pt>
    <dgm:pt modelId="{ED6B1185-5931-4C8B-9F4B-64B7C9C53F8C}" type="pres">
      <dgm:prSet presAssocID="{3C5A12BF-8538-4DF2-B153-2A010546C47D}" presName="spaceBetweenRectangles" presStyleCnt="0"/>
      <dgm:spPr/>
    </dgm:pt>
    <dgm:pt modelId="{F5290E12-2DC6-4C34-AD23-3AA859C03C52}" type="pres">
      <dgm:prSet presAssocID="{42C3EC5B-47C7-4B25-9760-E6B38FEFEE77}" presName="parentLin" presStyleCnt="0"/>
      <dgm:spPr/>
    </dgm:pt>
    <dgm:pt modelId="{DCDDFB38-D18D-4D1D-8B7A-C0A8DEA31048}" type="pres">
      <dgm:prSet presAssocID="{42C3EC5B-47C7-4B25-9760-E6B38FEFEE77}" presName="parentLeftMargin" presStyleLbl="node1" presStyleIdx="1" presStyleCnt="4"/>
      <dgm:spPr/>
    </dgm:pt>
    <dgm:pt modelId="{8852532F-686F-4D47-B47C-008111ACE512}" type="pres">
      <dgm:prSet presAssocID="{42C3EC5B-47C7-4B25-9760-E6B38FEFEE77}" presName="parentText" presStyleLbl="node1" presStyleIdx="2" presStyleCnt="4" custScaleX="142857" custScaleY="236297">
        <dgm:presLayoutVars>
          <dgm:chMax val="0"/>
          <dgm:bulletEnabled val="1"/>
        </dgm:presLayoutVars>
      </dgm:prSet>
      <dgm:spPr/>
    </dgm:pt>
    <dgm:pt modelId="{D0D080D4-976C-44A2-AC7E-DCF4CD975228}" type="pres">
      <dgm:prSet presAssocID="{42C3EC5B-47C7-4B25-9760-E6B38FEFEE77}" presName="negativeSpace" presStyleCnt="0"/>
      <dgm:spPr/>
    </dgm:pt>
    <dgm:pt modelId="{E8ED073A-ED74-4E36-AA21-DB33EF3A60E9}" type="pres">
      <dgm:prSet presAssocID="{42C3EC5B-47C7-4B25-9760-E6B38FEFEE77}" presName="childText" presStyleLbl="conFgAcc1" presStyleIdx="2" presStyleCnt="4">
        <dgm:presLayoutVars>
          <dgm:bulletEnabled val="1"/>
        </dgm:presLayoutVars>
      </dgm:prSet>
      <dgm:spPr/>
    </dgm:pt>
    <dgm:pt modelId="{607DAB91-CBF8-483D-982A-48C41EDDA529}" type="pres">
      <dgm:prSet presAssocID="{4B32FDAE-9701-4D52-8922-57ED26F42832}" presName="spaceBetweenRectangles" presStyleCnt="0"/>
      <dgm:spPr/>
    </dgm:pt>
    <dgm:pt modelId="{7217D4C3-B96B-415F-8FA4-B225586A9DCC}" type="pres">
      <dgm:prSet presAssocID="{6AA79527-F8DE-4A11-A0B1-8F4B2C6FEF38}" presName="parentLin" presStyleCnt="0"/>
      <dgm:spPr/>
    </dgm:pt>
    <dgm:pt modelId="{D78D4BEC-484B-432B-BB77-D4E5552BB909}" type="pres">
      <dgm:prSet presAssocID="{6AA79527-F8DE-4A11-A0B1-8F4B2C6FEF38}" presName="parentLeftMargin" presStyleLbl="node1" presStyleIdx="2" presStyleCnt="4"/>
      <dgm:spPr/>
    </dgm:pt>
    <dgm:pt modelId="{FA0FDCF5-66CE-4F39-B884-C55F4FF758D0}" type="pres">
      <dgm:prSet presAssocID="{6AA79527-F8DE-4A11-A0B1-8F4B2C6FEF38}" presName="parentText" presStyleLbl="node1" presStyleIdx="3" presStyleCnt="4" custScaleX="142857" custScaleY="210921">
        <dgm:presLayoutVars>
          <dgm:chMax val="0"/>
          <dgm:bulletEnabled val="1"/>
        </dgm:presLayoutVars>
      </dgm:prSet>
      <dgm:spPr/>
    </dgm:pt>
    <dgm:pt modelId="{75832911-05E0-4270-A47F-8661C1C08484}" type="pres">
      <dgm:prSet presAssocID="{6AA79527-F8DE-4A11-A0B1-8F4B2C6FEF38}" presName="negativeSpace" presStyleCnt="0"/>
      <dgm:spPr/>
    </dgm:pt>
    <dgm:pt modelId="{9D5C1C4C-20EE-4982-80D5-57BBB40F86D8}" type="pres">
      <dgm:prSet presAssocID="{6AA79527-F8DE-4A11-A0B1-8F4B2C6FEF38}" presName="childText" presStyleLbl="conFgAcc1" presStyleIdx="3" presStyleCnt="4">
        <dgm:presLayoutVars>
          <dgm:bulletEnabled val="1"/>
        </dgm:presLayoutVars>
      </dgm:prSet>
      <dgm:spPr/>
    </dgm:pt>
  </dgm:ptLst>
  <dgm:cxnLst>
    <dgm:cxn modelId="{CC89C108-BC09-4D2C-82C9-4A5CA837A448}" type="presOf" srcId="{42C3EC5B-47C7-4B25-9760-E6B38FEFEE77}" destId="{DCDDFB38-D18D-4D1D-8B7A-C0A8DEA31048}" srcOrd="0" destOrd="0" presId="urn:microsoft.com/office/officeart/2005/8/layout/list1"/>
    <dgm:cxn modelId="{1FB7EC0B-4980-4E65-9F2A-D8839E8D58B0}" type="presOf" srcId="{2EBD2543-989A-490F-9F38-2F86AB41027D}" destId="{32102B57-4C0A-49DD-B555-80D6AE5C7E61}" srcOrd="1" destOrd="0" presId="urn:microsoft.com/office/officeart/2005/8/layout/list1"/>
    <dgm:cxn modelId="{49CB400F-0860-452E-A477-99AFDC134D38}" srcId="{12CDCF44-DCDB-42BB-9D59-C156D8A8A850}" destId="{6AA79527-F8DE-4A11-A0B1-8F4B2C6FEF38}" srcOrd="3" destOrd="0" parTransId="{3548BD8F-D71F-49E0-9B98-1745B333BD75}" sibTransId="{BC35404A-D4A6-462C-8E95-1885F90BA933}"/>
    <dgm:cxn modelId="{1A3EB623-6D9F-4513-B2C4-FFE5EE1A0E3A}" type="presOf" srcId="{D535DEE1-CBAE-4095-87AF-0996A2FC346F}" destId="{C3F88CDE-217E-4ABD-9C40-C12A60C1B957}" srcOrd="1" destOrd="0" presId="urn:microsoft.com/office/officeart/2005/8/layout/list1"/>
    <dgm:cxn modelId="{40ECA034-958A-4744-BB1A-2C85E2522D2A}" srcId="{12CDCF44-DCDB-42BB-9D59-C156D8A8A850}" destId="{D535DEE1-CBAE-4095-87AF-0996A2FC346F}" srcOrd="1" destOrd="0" parTransId="{2DCEBAE0-0F15-44E2-AE09-697FFE3488F2}" sibTransId="{3C5A12BF-8538-4DF2-B153-2A010546C47D}"/>
    <dgm:cxn modelId="{C51BD93D-F6B6-4AB4-A5BD-8019DE44D53C}" type="presOf" srcId="{42C3EC5B-47C7-4B25-9760-E6B38FEFEE77}" destId="{8852532F-686F-4D47-B47C-008111ACE512}" srcOrd="1" destOrd="0" presId="urn:microsoft.com/office/officeart/2005/8/layout/list1"/>
    <dgm:cxn modelId="{5A9DC14F-0866-4663-A6EB-6C98FDF5F282}" type="presOf" srcId="{12CDCF44-DCDB-42BB-9D59-C156D8A8A850}" destId="{437B7175-C15D-4513-AE20-22929A67AB4D}" srcOrd="0" destOrd="0" presId="urn:microsoft.com/office/officeart/2005/8/layout/list1"/>
    <dgm:cxn modelId="{CD6AFF7C-5B01-4AA2-B969-F1FCEC5DF9F7}" srcId="{12CDCF44-DCDB-42BB-9D59-C156D8A8A850}" destId="{2EBD2543-989A-490F-9F38-2F86AB41027D}" srcOrd="0" destOrd="0" parTransId="{67E7DCC2-E4CA-4924-AEBF-CAB920D22FED}" sibTransId="{BFB1C603-2BB8-421D-BB81-C1FE99423773}"/>
    <dgm:cxn modelId="{8E290C89-86E2-4DD6-8329-612AD9BAE843}" type="presOf" srcId="{6AA79527-F8DE-4A11-A0B1-8F4B2C6FEF38}" destId="{FA0FDCF5-66CE-4F39-B884-C55F4FF758D0}" srcOrd="1" destOrd="0" presId="urn:microsoft.com/office/officeart/2005/8/layout/list1"/>
    <dgm:cxn modelId="{626D87B1-3C16-4E2B-AF59-C5BA96638DDA}" type="presOf" srcId="{D535DEE1-CBAE-4095-87AF-0996A2FC346F}" destId="{ACB1C29D-AFFC-4665-A650-EE4FA0433284}" srcOrd="0" destOrd="0" presId="urn:microsoft.com/office/officeart/2005/8/layout/list1"/>
    <dgm:cxn modelId="{E47F82C4-8959-422F-BC87-44174F7F388B}" type="presOf" srcId="{2EBD2543-989A-490F-9F38-2F86AB41027D}" destId="{3CE36FA1-F7DB-49B5-A8EF-3DCE52FC975E}" srcOrd="0" destOrd="0" presId="urn:microsoft.com/office/officeart/2005/8/layout/list1"/>
    <dgm:cxn modelId="{5EC925CA-D77E-41BE-8448-EE2039F06264}" srcId="{12CDCF44-DCDB-42BB-9D59-C156D8A8A850}" destId="{42C3EC5B-47C7-4B25-9760-E6B38FEFEE77}" srcOrd="2" destOrd="0" parTransId="{81FAF80F-A5C6-4822-A277-DB78F84D1230}" sibTransId="{4B32FDAE-9701-4D52-8922-57ED26F42832}"/>
    <dgm:cxn modelId="{02594BF2-E93F-45EA-9738-B9DD3406330C}" type="presOf" srcId="{6AA79527-F8DE-4A11-A0B1-8F4B2C6FEF38}" destId="{D78D4BEC-484B-432B-BB77-D4E5552BB909}" srcOrd="0" destOrd="0" presId="urn:microsoft.com/office/officeart/2005/8/layout/list1"/>
    <dgm:cxn modelId="{55D33D30-D597-438B-800B-9A8164303D93}" type="presParOf" srcId="{437B7175-C15D-4513-AE20-22929A67AB4D}" destId="{DA8518EF-8A25-4B87-A7FE-9503F91DC727}" srcOrd="0" destOrd="0" presId="urn:microsoft.com/office/officeart/2005/8/layout/list1"/>
    <dgm:cxn modelId="{407CD657-FBD0-4C66-A20A-A095FC457B25}" type="presParOf" srcId="{DA8518EF-8A25-4B87-A7FE-9503F91DC727}" destId="{3CE36FA1-F7DB-49B5-A8EF-3DCE52FC975E}" srcOrd="0" destOrd="0" presId="urn:microsoft.com/office/officeart/2005/8/layout/list1"/>
    <dgm:cxn modelId="{60FB50D9-2E34-4AEC-B842-1D76C7442321}" type="presParOf" srcId="{DA8518EF-8A25-4B87-A7FE-9503F91DC727}" destId="{32102B57-4C0A-49DD-B555-80D6AE5C7E61}" srcOrd="1" destOrd="0" presId="urn:microsoft.com/office/officeart/2005/8/layout/list1"/>
    <dgm:cxn modelId="{DE2DFF04-9AC8-41E8-B3FD-C3701E9F4DB6}" type="presParOf" srcId="{437B7175-C15D-4513-AE20-22929A67AB4D}" destId="{8E187CC4-6474-4130-8A48-8D056A49E58A}" srcOrd="1" destOrd="0" presId="urn:microsoft.com/office/officeart/2005/8/layout/list1"/>
    <dgm:cxn modelId="{A5DB2FA8-E823-47FC-A865-F07773F13582}" type="presParOf" srcId="{437B7175-C15D-4513-AE20-22929A67AB4D}" destId="{3D6413CB-A3F8-4CC7-8AA1-84F2365D9CB0}" srcOrd="2" destOrd="0" presId="urn:microsoft.com/office/officeart/2005/8/layout/list1"/>
    <dgm:cxn modelId="{9C441468-0EC7-4F98-880E-CD5E45083327}" type="presParOf" srcId="{437B7175-C15D-4513-AE20-22929A67AB4D}" destId="{F5B0E694-FB8F-4A41-B30D-60252957FB03}" srcOrd="3" destOrd="0" presId="urn:microsoft.com/office/officeart/2005/8/layout/list1"/>
    <dgm:cxn modelId="{E6C7FB56-8B65-42D1-BD55-21C8EB86CF54}" type="presParOf" srcId="{437B7175-C15D-4513-AE20-22929A67AB4D}" destId="{C68FE8E9-1306-4BC8-878C-961C496AD311}" srcOrd="4" destOrd="0" presId="urn:microsoft.com/office/officeart/2005/8/layout/list1"/>
    <dgm:cxn modelId="{38B69646-0B6A-4AD7-BC51-7B172F9ABEF5}" type="presParOf" srcId="{C68FE8E9-1306-4BC8-878C-961C496AD311}" destId="{ACB1C29D-AFFC-4665-A650-EE4FA0433284}" srcOrd="0" destOrd="0" presId="urn:microsoft.com/office/officeart/2005/8/layout/list1"/>
    <dgm:cxn modelId="{B1E4D68F-B30E-4B58-9A76-7CA79137C553}" type="presParOf" srcId="{C68FE8E9-1306-4BC8-878C-961C496AD311}" destId="{C3F88CDE-217E-4ABD-9C40-C12A60C1B957}" srcOrd="1" destOrd="0" presId="urn:microsoft.com/office/officeart/2005/8/layout/list1"/>
    <dgm:cxn modelId="{2C269497-D902-47BC-BC06-F5DBEDC61EF7}" type="presParOf" srcId="{437B7175-C15D-4513-AE20-22929A67AB4D}" destId="{075B709A-249F-430D-98E8-49784428E4CD}" srcOrd="5" destOrd="0" presId="urn:microsoft.com/office/officeart/2005/8/layout/list1"/>
    <dgm:cxn modelId="{E1B36AFA-EB21-414E-B82F-31B20F195473}" type="presParOf" srcId="{437B7175-C15D-4513-AE20-22929A67AB4D}" destId="{BDE30B22-5D29-49B0-9920-7507209CE268}" srcOrd="6" destOrd="0" presId="urn:microsoft.com/office/officeart/2005/8/layout/list1"/>
    <dgm:cxn modelId="{4000C754-FA7D-4C68-BB63-D87392AC6F99}" type="presParOf" srcId="{437B7175-C15D-4513-AE20-22929A67AB4D}" destId="{ED6B1185-5931-4C8B-9F4B-64B7C9C53F8C}" srcOrd="7" destOrd="0" presId="urn:microsoft.com/office/officeart/2005/8/layout/list1"/>
    <dgm:cxn modelId="{82648364-F6A4-4DFB-8CE3-17C12C0D4984}" type="presParOf" srcId="{437B7175-C15D-4513-AE20-22929A67AB4D}" destId="{F5290E12-2DC6-4C34-AD23-3AA859C03C52}" srcOrd="8" destOrd="0" presId="urn:microsoft.com/office/officeart/2005/8/layout/list1"/>
    <dgm:cxn modelId="{CEAC5721-6439-4EA7-BBE3-F9DD756A8ABF}" type="presParOf" srcId="{F5290E12-2DC6-4C34-AD23-3AA859C03C52}" destId="{DCDDFB38-D18D-4D1D-8B7A-C0A8DEA31048}" srcOrd="0" destOrd="0" presId="urn:microsoft.com/office/officeart/2005/8/layout/list1"/>
    <dgm:cxn modelId="{9C1F299F-B1DC-4067-86D9-8BFFF8F60149}" type="presParOf" srcId="{F5290E12-2DC6-4C34-AD23-3AA859C03C52}" destId="{8852532F-686F-4D47-B47C-008111ACE512}" srcOrd="1" destOrd="0" presId="urn:microsoft.com/office/officeart/2005/8/layout/list1"/>
    <dgm:cxn modelId="{DACF251E-BB18-4316-BD32-6B60B9C08241}" type="presParOf" srcId="{437B7175-C15D-4513-AE20-22929A67AB4D}" destId="{D0D080D4-976C-44A2-AC7E-DCF4CD975228}" srcOrd="9" destOrd="0" presId="urn:microsoft.com/office/officeart/2005/8/layout/list1"/>
    <dgm:cxn modelId="{955EBFB7-E7B8-48D7-AE62-A4A7C98D5B2B}" type="presParOf" srcId="{437B7175-C15D-4513-AE20-22929A67AB4D}" destId="{E8ED073A-ED74-4E36-AA21-DB33EF3A60E9}" srcOrd="10" destOrd="0" presId="urn:microsoft.com/office/officeart/2005/8/layout/list1"/>
    <dgm:cxn modelId="{5A52F1C8-A8F3-4401-A16E-F7F61D16DDA5}" type="presParOf" srcId="{437B7175-C15D-4513-AE20-22929A67AB4D}" destId="{607DAB91-CBF8-483D-982A-48C41EDDA529}" srcOrd="11" destOrd="0" presId="urn:microsoft.com/office/officeart/2005/8/layout/list1"/>
    <dgm:cxn modelId="{DE5A1B57-D6EA-4915-9B3A-55DCAE86C025}" type="presParOf" srcId="{437B7175-C15D-4513-AE20-22929A67AB4D}" destId="{7217D4C3-B96B-415F-8FA4-B225586A9DCC}" srcOrd="12" destOrd="0" presId="urn:microsoft.com/office/officeart/2005/8/layout/list1"/>
    <dgm:cxn modelId="{C17A1385-3A5B-48E7-8671-4A489905429D}" type="presParOf" srcId="{7217D4C3-B96B-415F-8FA4-B225586A9DCC}" destId="{D78D4BEC-484B-432B-BB77-D4E5552BB909}" srcOrd="0" destOrd="0" presId="urn:microsoft.com/office/officeart/2005/8/layout/list1"/>
    <dgm:cxn modelId="{1280FCFA-0D2F-4B8E-B411-00866153D031}" type="presParOf" srcId="{7217D4C3-B96B-415F-8FA4-B225586A9DCC}" destId="{FA0FDCF5-66CE-4F39-B884-C55F4FF758D0}" srcOrd="1" destOrd="0" presId="urn:microsoft.com/office/officeart/2005/8/layout/list1"/>
    <dgm:cxn modelId="{622FB436-6D9C-4CFE-B609-2BCFA5128174}" type="presParOf" srcId="{437B7175-C15D-4513-AE20-22929A67AB4D}" destId="{75832911-05E0-4270-A47F-8661C1C08484}" srcOrd="13" destOrd="0" presId="urn:microsoft.com/office/officeart/2005/8/layout/list1"/>
    <dgm:cxn modelId="{A315D014-5A5B-48E2-9858-6E421FF61C1C}" type="presParOf" srcId="{437B7175-C15D-4513-AE20-22929A67AB4D}" destId="{9D5C1C4C-20EE-4982-80D5-57BBB40F86D8}" srcOrd="14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96D1558-8D6B-4F4B-B569-A102E857B54C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zh-CN" altLang="en-US"/>
        </a:p>
      </dgm:t>
    </dgm:pt>
    <dgm:pt modelId="{831C6D03-955E-4B07-B01C-099DCB1314BD}">
      <dgm:prSet phldrT="[文本]" custT="1"/>
      <dgm:spPr/>
      <dgm:t>
        <a:bodyPr/>
        <a:lstStyle/>
        <a:p>
          <a:pPr>
            <a:lnSpc>
              <a:spcPct val="200000"/>
            </a:lnSpc>
          </a:pPr>
          <a:r>
            <a:rPr lang="zh-CN" altLang="en-US" sz="2000" b="1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主要参数：</a:t>
          </a:r>
        </a:p>
      </dgm:t>
    </dgm:pt>
    <dgm:pt modelId="{A2520090-BD48-4359-9852-2D1220CE9BF1}" type="parTrans" cxnId="{F574E2D1-5616-4CA4-89EB-F43DC52F52AD}">
      <dgm:prSet/>
      <dgm:spPr/>
      <dgm:t>
        <a:bodyPr/>
        <a:lstStyle/>
        <a:p>
          <a:pPr>
            <a:lnSpc>
              <a:spcPct val="200000"/>
            </a:lnSpc>
          </a:pPr>
          <a:endParaRPr lang="zh-CN" altLang="en-US" sz="2000" b="1">
            <a:solidFill>
              <a:schemeClr val="tx1"/>
            </a:solidFill>
            <a:latin typeface="Times New Roman" pitchFamily="18" charset="0"/>
            <a:ea typeface="宋体" pitchFamily="2" charset="-122"/>
            <a:cs typeface="Times New Roman" pitchFamily="18" charset="0"/>
          </a:endParaRPr>
        </a:p>
      </dgm:t>
    </dgm:pt>
    <dgm:pt modelId="{2BC30748-0B15-464F-8478-DB87A309CB60}" type="sibTrans" cxnId="{F574E2D1-5616-4CA4-89EB-F43DC52F52AD}">
      <dgm:prSet/>
      <dgm:spPr/>
      <dgm:t>
        <a:bodyPr/>
        <a:lstStyle/>
        <a:p>
          <a:pPr>
            <a:lnSpc>
              <a:spcPct val="200000"/>
            </a:lnSpc>
          </a:pPr>
          <a:endParaRPr lang="zh-CN" altLang="en-US" sz="2000" b="1">
            <a:solidFill>
              <a:schemeClr val="tx1"/>
            </a:solidFill>
            <a:latin typeface="Times New Roman" pitchFamily="18" charset="0"/>
            <a:ea typeface="宋体" pitchFamily="2" charset="-122"/>
            <a:cs typeface="Times New Roman" pitchFamily="18" charset="0"/>
          </a:endParaRPr>
        </a:p>
      </dgm:t>
    </dgm:pt>
    <dgm:pt modelId="{9B123809-EB64-414A-B847-56DF51242FB6}">
      <dgm:prSet phldrT="[文本]" custT="1"/>
      <dgm:spPr/>
      <dgm:t>
        <a:bodyPr/>
        <a:lstStyle/>
        <a:p>
          <a:pPr algn="l">
            <a:lnSpc>
              <a:spcPct val="200000"/>
            </a:lnSpc>
          </a:pPr>
          <a:r>
            <a:rPr lang="zh-CN" altLang="en-US" sz="2000" b="1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①一般情况下，施工过程</a:t>
          </a:r>
          <a:r>
            <a:rPr lang="en-US" altLang="en-US" sz="2000" b="1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n</a:t>
          </a:r>
          <a:r>
            <a:rPr lang="zh-CN" altLang="en-US" sz="2000" b="1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和施工段</a:t>
          </a:r>
          <a:r>
            <a:rPr lang="en-US" altLang="en-US" sz="2000" b="1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m</a:t>
          </a:r>
          <a:r>
            <a:rPr lang="zh-CN" altLang="en-US" sz="2000" b="1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已知；</a:t>
          </a:r>
        </a:p>
      </dgm:t>
    </dgm:pt>
    <dgm:pt modelId="{A575342F-FE71-4062-962F-328DD32B2109}" type="parTrans" cxnId="{7C41171A-C44B-47AE-8450-BDE535AE8E38}">
      <dgm:prSet/>
      <dgm:spPr/>
      <dgm:t>
        <a:bodyPr/>
        <a:lstStyle/>
        <a:p>
          <a:pPr>
            <a:lnSpc>
              <a:spcPct val="200000"/>
            </a:lnSpc>
          </a:pPr>
          <a:endParaRPr lang="zh-CN" altLang="en-US" sz="2000" b="1">
            <a:solidFill>
              <a:schemeClr val="tx1"/>
            </a:solidFill>
            <a:latin typeface="Times New Roman" pitchFamily="18" charset="0"/>
            <a:ea typeface="宋体" pitchFamily="2" charset="-122"/>
            <a:cs typeface="Times New Roman" pitchFamily="18" charset="0"/>
          </a:endParaRPr>
        </a:p>
      </dgm:t>
    </dgm:pt>
    <dgm:pt modelId="{114BFB4D-4C62-4EE5-AF10-474D8E8E0F77}" type="sibTrans" cxnId="{7C41171A-C44B-47AE-8450-BDE535AE8E38}">
      <dgm:prSet/>
      <dgm:spPr/>
      <dgm:t>
        <a:bodyPr/>
        <a:lstStyle/>
        <a:p>
          <a:pPr>
            <a:lnSpc>
              <a:spcPct val="200000"/>
            </a:lnSpc>
          </a:pPr>
          <a:endParaRPr lang="zh-CN" altLang="en-US" sz="2000" b="1">
            <a:solidFill>
              <a:schemeClr val="tx1"/>
            </a:solidFill>
            <a:latin typeface="Times New Roman" pitchFamily="18" charset="0"/>
            <a:ea typeface="宋体" pitchFamily="2" charset="-122"/>
            <a:cs typeface="Times New Roman" pitchFamily="18" charset="0"/>
          </a:endParaRPr>
        </a:p>
      </dgm:t>
    </dgm:pt>
    <dgm:pt modelId="{24C8D5B2-329F-44C7-ACD6-B443AF5B8949}">
      <dgm:prSet phldrT="[文本]" custT="1"/>
      <dgm:spPr/>
      <dgm:t>
        <a:bodyPr/>
        <a:lstStyle/>
        <a:p>
          <a:pPr algn="l">
            <a:lnSpc>
              <a:spcPct val="200000"/>
            </a:lnSpc>
          </a:pPr>
          <a:r>
            <a:rPr lang="zh-CN" altLang="en-US" sz="2000" b="1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②流水步距的确定</a:t>
          </a:r>
          <a:r>
            <a:rPr lang="en-US" altLang="zh-CN" sz="2000" b="1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——</a:t>
          </a:r>
          <a:r>
            <a:rPr lang="zh-CN" altLang="en-US" sz="2000" b="1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“</a:t>
          </a:r>
          <a:r>
            <a:rPr lang="zh-CN" altLang="en-US" sz="20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ea typeface="宋体" pitchFamily="2" charset="-122"/>
              <a:cs typeface="Times New Roman" pitchFamily="18" charset="0"/>
            </a:rPr>
            <a:t>累加数列法</a:t>
          </a:r>
          <a:r>
            <a:rPr lang="zh-CN" altLang="en-US" sz="2000" b="1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”；</a:t>
          </a:r>
          <a:endParaRPr lang="zh-CN" altLang="en-US" sz="2000" b="1" dirty="0">
            <a:latin typeface="Times New Roman" pitchFamily="18" charset="0"/>
            <a:ea typeface="宋体" pitchFamily="2" charset="-122"/>
            <a:cs typeface="Times New Roman" pitchFamily="18" charset="0"/>
          </a:endParaRPr>
        </a:p>
      </dgm:t>
    </dgm:pt>
    <dgm:pt modelId="{90A95B74-65AA-4EA8-8D1A-C3B17A544460}" type="parTrans" cxnId="{FB7B48EC-1747-4019-A34B-A1759BA48AFB}">
      <dgm:prSet/>
      <dgm:spPr/>
      <dgm:t>
        <a:bodyPr/>
        <a:lstStyle/>
        <a:p>
          <a:pPr>
            <a:lnSpc>
              <a:spcPct val="200000"/>
            </a:lnSpc>
          </a:pPr>
          <a:endParaRPr lang="zh-CN" altLang="en-US" sz="2000" b="1">
            <a:latin typeface="Times New Roman" pitchFamily="18" charset="0"/>
            <a:ea typeface="宋体" pitchFamily="2" charset="-122"/>
            <a:cs typeface="Times New Roman" pitchFamily="18" charset="0"/>
          </a:endParaRPr>
        </a:p>
      </dgm:t>
    </dgm:pt>
    <dgm:pt modelId="{39513617-D3FA-44BB-8E10-359C0DB24844}" type="sibTrans" cxnId="{FB7B48EC-1747-4019-A34B-A1759BA48AFB}">
      <dgm:prSet/>
      <dgm:spPr/>
      <dgm:t>
        <a:bodyPr/>
        <a:lstStyle/>
        <a:p>
          <a:pPr>
            <a:lnSpc>
              <a:spcPct val="200000"/>
            </a:lnSpc>
          </a:pPr>
          <a:endParaRPr lang="zh-CN" altLang="en-US" sz="2000" b="1">
            <a:latin typeface="Times New Roman" pitchFamily="18" charset="0"/>
            <a:ea typeface="宋体" pitchFamily="2" charset="-122"/>
            <a:cs typeface="Times New Roman" pitchFamily="18" charset="0"/>
          </a:endParaRPr>
        </a:p>
      </dgm:t>
    </dgm:pt>
    <dgm:pt modelId="{9272C4A7-B2A4-479E-B75B-63DCC411B37F}">
      <dgm:prSet phldrT="[文本]" custT="1"/>
      <dgm:spPr/>
      <dgm:t>
        <a:bodyPr/>
        <a:lstStyle/>
        <a:p>
          <a:pPr algn="l">
            <a:lnSpc>
              <a:spcPct val="200000"/>
            </a:lnSpc>
          </a:pPr>
          <a:r>
            <a:rPr lang="zh-CN" altLang="en-US" sz="2000" b="1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③</a:t>
          </a:r>
          <a:r>
            <a:rPr lang="zh-CN" altLang="en-US" sz="2000" b="1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确定流水工期</a:t>
          </a:r>
          <a:r>
            <a:rPr lang="en-US" altLang="zh-CN" sz="2000" b="1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T</a:t>
          </a:r>
          <a:r>
            <a:rPr lang="zh-CN" altLang="en-US" sz="2000" b="1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：</a:t>
          </a:r>
        </a:p>
      </dgm:t>
    </dgm:pt>
    <dgm:pt modelId="{AE77DC30-AB1C-4582-8401-52FCABDC1ADC}" type="parTrans" cxnId="{DFE8F7C3-88A1-43DD-A717-DDDE76F44C5B}">
      <dgm:prSet/>
      <dgm:spPr/>
      <dgm:t>
        <a:bodyPr/>
        <a:lstStyle/>
        <a:p>
          <a:pPr>
            <a:lnSpc>
              <a:spcPct val="200000"/>
            </a:lnSpc>
          </a:pPr>
          <a:endParaRPr lang="zh-CN" altLang="en-US" sz="2000" b="1">
            <a:latin typeface="Times New Roman" pitchFamily="18" charset="0"/>
            <a:ea typeface="宋体" pitchFamily="2" charset="-122"/>
            <a:cs typeface="Times New Roman" pitchFamily="18" charset="0"/>
          </a:endParaRPr>
        </a:p>
      </dgm:t>
    </dgm:pt>
    <dgm:pt modelId="{E0F05EE8-1702-44B1-B975-B024C70FA72E}" type="sibTrans" cxnId="{DFE8F7C3-88A1-43DD-A717-DDDE76F44C5B}">
      <dgm:prSet/>
      <dgm:spPr/>
      <dgm:t>
        <a:bodyPr/>
        <a:lstStyle/>
        <a:p>
          <a:pPr>
            <a:lnSpc>
              <a:spcPct val="200000"/>
            </a:lnSpc>
          </a:pPr>
          <a:endParaRPr lang="zh-CN" altLang="en-US" sz="2000" b="1">
            <a:latin typeface="Times New Roman" pitchFamily="18" charset="0"/>
            <a:ea typeface="宋体" pitchFamily="2" charset="-122"/>
            <a:cs typeface="Times New Roman" pitchFamily="18" charset="0"/>
          </a:endParaRPr>
        </a:p>
      </dgm:t>
    </dgm:pt>
    <dgm:pt modelId="{0840323A-2C09-41FC-B57A-6A46907A109D}">
      <dgm:prSet phldrT="[文本]" custT="1"/>
      <dgm:spPr/>
      <dgm:t>
        <a:bodyPr/>
        <a:lstStyle/>
        <a:p>
          <a:pPr algn="ctr">
            <a:lnSpc>
              <a:spcPct val="200000"/>
            </a:lnSpc>
          </a:pPr>
          <a:r>
            <a:rPr lang="en-US" altLang="zh-CN" sz="20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ea typeface="宋体" pitchFamily="2" charset="-122"/>
              <a:cs typeface="Times New Roman" pitchFamily="18" charset="0"/>
            </a:rPr>
            <a:t>T=∑K + D</a:t>
          </a:r>
          <a:r>
            <a:rPr lang="en-US" altLang="zh-CN" sz="2000" b="1" baseline="-250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ea typeface="宋体" pitchFamily="2" charset="-122"/>
              <a:cs typeface="Times New Roman" pitchFamily="18" charset="0"/>
            </a:rPr>
            <a:t>h</a:t>
          </a:r>
          <a:r>
            <a:rPr lang="en-US" altLang="zh-CN" sz="20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ea typeface="宋体" pitchFamily="2" charset="-122"/>
              <a:cs typeface="Times New Roman" pitchFamily="18" charset="0"/>
            </a:rPr>
            <a:t> + ∑J + ∑Z </a:t>
          </a:r>
          <a:r>
            <a:rPr lang="zh-CN" altLang="zh-CN" sz="20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ea typeface="宋体" pitchFamily="2" charset="-122"/>
              <a:cs typeface="Times New Roman" pitchFamily="18" charset="0"/>
            </a:rPr>
            <a:t>－ ∑</a:t>
          </a:r>
          <a:r>
            <a:rPr lang="en-US" altLang="zh-CN" sz="20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ea typeface="宋体" pitchFamily="2" charset="-122"/>
              <a:cs typeface="Times New Roman" pitchFamily="18" charset="0"/>
            </a:rPr>
            <a:t>D</a:t>
          </a:r>
          <a:endParaRPr lang="zh-CN" altLang="en-US" sz="2000" b="1" dirty="0">
            <a:solidFill>
              <a:srgbClr val="FF0000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imes New Roman" pitchFamily="18" charset="0"/>
            <a:ea typeface="宋体" pitchFamily="2" charset="-122"/>
            <a:cs typeface="Times New Roman" pitchFamily="18" charset="0"/>
          </a:endParaRPr>
        </a:p>
      </dgm:t>
    </dgm:pt>
    <dgm:pt modelId="{C895B462-779A-44BB-ADBF-A098E7FA92F0}" type="parTrans" cxnId="{086E4BE5-4186-44A7-BC69-FF6507A94CA8}">
      <dgm:prSet/>
      <dgm:spPr/>
      <dgm:t>
        <a:bodyPr/>
        <a:lstStyle/>
        <a:p>
          <a:pPr>
            <a:lnSpc>
              <a:spcPct val="200000"/>
            </a:lnSpc>
          </a:pPr>
          <a:endParaRPr lang="zh-CN" altLang="en-US"/>
        </a:p>
      </dgm:t>
    </dgm:pt>
    <dgm:pt modelId="{849E6E23-A61F-4A99-B960-96F5A565B231}" type="sibTrans" cxnId="{086E4BE5-4186-44A7-BC69-FF6507A94CA8}">
      <dgm:prSet/>
      <dgm:spPr/>
      <dgm:t>
        <a:bodyPr/>
        <a:lstStyle/>
        <a:p>
          <a:pPr>
            <a:lnSpc>
              <a:spcPct val="200000"/>
            </a:lnSpc>
          </a:pPr>
          <a:endParaRPr lang="zh-CN" altLang="en-US"/>
        </a:p>
      </dgm:t>
    </dgm:pt>
    <dgm:pt modelId="{32CA588E-4E96-42D6-AA76-18447A59E69B}" type="pres">
      <dgm:prSet presAssocID="{E96D1558-8D6B-4F4B-B569-A102E857B54C}" presName="linear" presStyleCnt="0">
        <dgm:presLayoutVars>
          <dgm:animLvl val="lvl"/>
          <dgm:resizeHandles val="exact"/>
        </dgm:presLayoutVars>
      </dgm:prSet>
      <dgm:spPr/>
    </dgm:pt>
    <dgm:pt modelId="{596B9A6B-C3EA-465E-9F97-3E0DBD6EED3C}" type="pres">
      <dgm:prSet presAssocID="{831C6D03-955E-4B07-B01C-099DCB1314BD}" presName="parentText" presStyleLbl="node1" presStyleIdx="0" presStyleCnt="1" custScaleY="62797">
        <dgm:presLayoutVars>
          <dgm:chMax val="0"/>
          <dgm:bulletEnabled val="1"/>
        </dgm:presLayoutVars>
      </dgm:prSet>
      <dgm:spPr/>
    </dgm:pt>
    <dgm:pt modelId="{2D881EAB-5D5E-4606-BC71-F8438459D53E}" type="pres">
      <dgm:prSet presAssocID="{831C6D03-955E-4B07-B01C-099DCB1314BD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7C41171A-C44B-47AE-8450-BDE535AE8E38}" srcId="{831C6D03-955E-4B07-B01C-099DCB1314BD}" destId="{9B123809-EB64-414A-B847-56DF51242FB6}" srcOrd="0" destOrd="0" parTransId="{A575342F-FE71-4062-962F-328DD32B2109}" sibTransId="{114BFB4D-4C62-4EE5-AF10-474D8E8E0F77}"/>
    <dgm:cxn modelId="{03DAA26E-D8D7-459E-98EE-4EB30D48C1D6}" type="presOf" srcId="{E96D1558-8D6B-4F4B-B569-A102E857B54C}" destId="{32CA588E-4E96-42D6-AA76-18447A59E69B}" srcOrd="0" destOrd="0" presId="urn:microsoft.com/office/officeart/2005/8/layout/vList2"/>
    <dgm:cxn modelId="{F780B474-8382-4347-87F6-E78F81196E51}" type="presOf" srcId="{0840323A-2C09-41FC-B57A-6A46907A109D}" destId="{2D881EAB-5D5E-4606-BC71-F8438459D53E}" srcOrd="0" destOrd="3" presId="urn:microsoft.com/office/officeart/2005/8/layout/vList2"/>
    <dgm:cxn modelId="{CF4EE655-83C8-4D59-8F86-53DD7A354AE1}" type="presOf" srcId="{9B123809-EB64-414A-B847-56DF51242FB6}" destId="{2D881EAB-5D5E-4606-BC71-F8438459D53E}" srcOrd="0" destOrd="0" presId="urn:microsoft.com/office/officeart/2005/8/layout/vList2"/>
    <dgm:cxn modelId="{D14935A1-CBC4-442E-9F40-1411D67F88CC}" type="presOf" srcId="{24C8D5B2-329F-44C7-ACD6-B443AF5B8949}" destId="{2D881EAB-5D5E-4606-BC71-F8438459D53E}" srcOrd="0" destOrd="1" presId="urn:microsoft.com/office/officeart/2005/8/layout/vList2"/>
    <dgm:cxn modelId="{DFE8F7C3-88A1-43DD-A717-DDDE76F44C5B}" srcId="{831C6D03-955E-4B07-B01C-099DCB1314BD}" destId="{9272C4A7-B2A4-479E-B75B-63DCC411B37F}" srcOrd="2" destOrd="0" parTransId="{AE77DC30-AB1C-4582-8401-52FCABDC1ADC}" sibTransId="{E0F05EE8-1702-44B1-B975-B024C70FA72E}"/>
    <dgm:cxn modelId="{F574E2D1-5616-4CA4-89EB-F43DC52F52AD}" srcId="{E96D1558-8D6B-4F4B-B569-A102E857B54C}" destId="{831C6D03-955E-4B07-B01C-099DCB1314BD}" srcOrd="0" destOrd="0" parTransId="{A2520090-BD48-4359-9852-2D1220CE9BF1}" sibTransId="{2BC30748-0B15-464F-8478-DB87A309CB60}"/>
    <dgm:cxn modelId="{086E4BE5-4186-44A7-BC69-FF6507A94CA8}" srcId="{831C6D03-955E-4B07-B01C-099DCB1314BD}" destId="{0840323A-2C09-41FC-B57A-6A46907A109D}" srcOrd="3" destOrd="0" parTransId="{C895B462-779A-44BB-ADBF-A098E7FA92F0}" sibTransId="{849E6E23-A61F-4A99-B960-96F5A565B231}"/>
    <dgm:cxn modelId="{350E87E7-240C-4956-8F14-B301EFA25D47}" type="presOf" srcId="{9272C4A7-B2A4-479E-B75B-63DCC411B37F}" destId="{2D881EAB-5D5E-4606-BC71-F8438459D53E}" srcOrd="0" destOrd="2" presId="urn:microsoft.com/office/officeart/2005/8/layout/vList2"/>
    <dgm:cxn modelId="{FB7B48EC-1747-4019-A34B-A1759BA48AFB}" srcId="{831C6D03-955E-4B07-B01C-099DCB1314BD}" destId="{24C8D5B2-329F-44C7-ACD6-B443AF5B8949}" srcOrd="1" destOrd="0" parTransId="{90A95B74-65AA-4EA8-8D1A-C3B17A544460}" sibTransId="{39513617-D3FA-44BB-8E10-359C0DB24844}"/>
    <dgm:cxn modelId="{48AF57FF-92D8-4628-96D6-1A59752DE3E6}" type="presOf" srcId="{831C6D03-955E-4B07-B01C-099DCB1314BD}" destId="{596B9A6B-C3EA-465E-9F97-3E0DBD6EED3C}" srcOrd="0" destOrd="0" presId="urn:microsoft.com/office/officeart/2005/8/layout/vList2"/>
    <dgm:cxn modelId="{7E918714-77F4-4ED2-ABD3-2B597FD16204}" type="presParOf" srcId="{32CA588E-4E96-42D6-AA76-18447A59E69B}" destId="{596B9A6B-C3EA-465E-9F97-3E0DBD6EED3C}" srcOrd="0" destOrd="0" presId="urn:microsoft.com/office/officeart/2005/8/layout/vList2"/>
    <dgm:cxn modelId="{79E018DB-3BEC-4C11-AA95-C8A114ADF07A}" type="presParOf" srcId="{32CA588E-4E96-42D6-AA76-18447A59E69B}" destId="{2D881EAB-5D5E-4606-BC71-F8438459D53E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D6413CB-A3F8-4CC7-8AA1-84F2365D9CB0}">
      <dsp:nvSpPr>
        <dsp:cNvPr id="0" name=""/>
        <dsp:cNvSpPr/>
      </dsp:nvSpPr>
      <dsp:spPr>
        <a:xfrm>
          <a:off x="0" y="769233"/>
          <a:ext cx="7920880" cy="302400"/>
        </a:xfrm>
        <a:prstGeom prst="rect">
          <a:avLst/>
        </a:prstGeom>
        <a:solidFill>
          <a:schemeClr val="accent4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2102B57-4C0A-49DD-B555-80D6AE5C7E61}">
      <dsp:nvSpPr>
        <dsp:cNvPr id="0" name=""/>
        <dsp:cNvSpPr/>
      </dsp:nvSpPr>
      <dsp:spPr>
        <a:xfrm>
          <a:off x="377092" y="76181"/>
          <a:ext cx="7541845" cy="870172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9573" tIns="0" rIns="209573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000" b="1" kern="1200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1</a:t>
          </a:r>
          <a:r>
            <a:rPr lang="zh-CN" altLang="en-US" sz="2000" b="1" kern="1200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）每个施工过程在各个施工段上的流水节拍</a:t>
          </a:r>
          <a:r>
            <a:rPr lang="en-US" altLang="en-US" sz="2000" b="1" kern="12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ea typeface="宋体" pitchFamily="2" charset="-122"/>
              <a:cs typeface="Times New Roman" pitchFamily="18" charset="0"/>
            </a:rPr>
            <a:t>t</a:t>
          </a:r>
          <a:r>
            <a:rPr lang="zh-CN" altLang="en-US" sz="2000" b="1" kern="12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ea typeface="宋体" pitchFamily="2" charset="-122"/>
              <a:cs typeface="Times New Roman" pitchFamily="18" charset="0"/>
            </a:rPr>
            <a:t>不尽相等</a:t>
          </a:r>
          <a:r>
            <a:rPr lang="zh-CN" altLang="en-US" sz="2000" b="1" kern="1200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；</a:t>
          </a:r>
        </a:p>
      </dsp:txBody>
      <dsp:txXfrm>
        <a:off x="419570" y="118659"/>
        <a:ext cx="7456889" cy="785216"/>
      </dsp:txXfrm>
    </dsp:sp>
    <dsp:sp modelId="{BDE30B22-5D29-49B0-9920-7507209CE268}">
      <dsp:nvSpPr>
        <dsp:cNvPr id="0" name=""/>
        <dsp:cNvSpPr/>
      </dsp:nvSpPr>
      <dsp:spPr>
        <a:xfrm>
          <a:off x="0" y="1785645"/>
          <a:ext cx="7920880" cy="302400"/>
        </a:xfrm>
        <a:prstGeom prst="rect">
          <a:avLst/>
        </a:prstGeom>
        <a:solidFill>
          <a:schemeClr val="accent4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3F88CDE-217E-4ABD-9C40-C12A60C1B957}">
      <dsp:nvSpPr>
        <dsp:cNvPr id="0" name=""/>
        <dsp:cNvSpPr/>
      </dsp:nvSpPr>
      <dsp:spPr>
        <a:xfrm>
          <a:off x="377092" y="1136433"/>
          <a:ext cx="7541845" cy="826332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9573" tIns="0" rIns="209573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000" b="1" kern="1200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2</a:t>
          </a:r>
          <a:r>
            <a:rPr lang="zh-CN" altLang="en-US" sz="2000" b="1" kern="1200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）各个施工过程之间的流水步距</a:t>
          </a:r>
          <a:r>
            <a:rPr lang="en-US" altLang="en-US" sz="2000" b="1" kern="12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ea typeface="宋体" pitchFamily="2" charset="-122"/>
              <a:cs typeface="Times New Roman" pitchFamily="18" charset="0"/>
            </a:rPr>
            <a:t>K</a:t>
          </a:r>
          <a:r>
            <a:rPr lang="zh-CN" altLang="en-US" sz="2000" b="1" kern="12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ea typeface="宋体" pitchFamily="2" charset="-122"/>
              <a:cs typeface="Times New Roman" pitchFamily="18" charset="0"/>
            </a:rPr>
            <a:t>不尽相等</a:t>
          </a:r>
          <a:r>
            <a:rPr lang="zh-CN" altLang="en-US" sz="2000" b="1" kern="1200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且差异较大；</a:t>
          </a:r>
        </a:p>
      </dsp:txBody>
      <dsp:txXfrm>
        <a:off x="417430" y="1176771"/>
        <a:ext cx="7461169" cy="745656"/>
      </dsp:txXfrm>
    </dsp:sp>
    <dsp:sp modelId="{E8ED073A-ED74-4E36-AA21-DB33EF3A60E9}">
      <dsp:nvSpPr>
        <dsp:cNvPr id="0" name=""/>
        <dsp:cNvSpPr/>
      </dsp:nvSpPr>
      <dsp:spPr>
        <a:xfrm>
          <a:off x="0" y="2812784"/>
          <a:ext cx="7920880" cy="302400"/>
        </a:xfrm>
        <a:prstGeom prst="rect">
          <a:avLst/>
        </a:prstGeom>
        <a:solidFill>
          <a:schemeClr val="accent4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852532F-686F-4D47-B47C-008111ACE512}">
      <dsp:nvSpPr>
        <dsp:cNvPr id="0" name=""/>
        <dsp:cNvSpPr/>
      </dsp:nvSpPr>
      <dsp:spPr>
        <a:xfrm>
          <a:off x="377092" y="2152845"/>
          <a:ext cx="7541845" cy="837058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9573" tIns="0" rIns="209573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000" b="1" kern="1200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3</a:t>
          </a:r>
          <a:r>
            <a:rPr lang="zh-CN" altLang="en-US" sz="2000" b="1" kern="1200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）各施工队能在施工段上</a:t>
          </a:r>
          <a:r>
            <a:rPr lang="zh-CN" altLang="en-US" sz="2000" b="1" kern="12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ea typeface="宋体" pitchFamily="2" charset="-122"/>
              <a:cs typeface="Times New Roman" pitchFamily="18" charset="0"/>
            </a:rPr>
            <a:t>连续作业</a:t>
          </a:r>
          <a:r>
            <a:rPr lang="zh-CN" altLang="en-US" sz="2000" b="1" kern="1200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，有的施工队</a:t>
          </a:r>
          <a:r>
            <a:rPr lang="zh-CN" altLang="en-US" sz="2000" b="1" kern="12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ea typeface="宋体" pitchFamily="2" charset="-122"/>
              <a:cs typeface="Times New Roman" pitchFamily="18" charset="0"/>
            </a:rPr>
            <a:t>可能有空闲时间</a:t>
          </a:r>
          <a:r>
            <a:rPr lang="zh-CN" altLang="en-US" sz="2000" b="1" kern="1200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；</a:t>
          </a:r>
        </a:p>
      </dsp:txBody>
      <dsp:txXfrm>
        <a:off x="417954" y="2193707"/>
        <a:ext cx="7460121" cy="755334"/>
      </dsp:txXfrm>
    </dsp:sp>
    <dsp:sp modelId="{9D5C1C4C-20EE-4982-80D5-57BBB40F86D8}">
      <dsp:nvSpPr>
        <dsp:cNvPr id="0" name=""/>
        <dsp:cNvSpPr/>
      </dsp:nvSpPr>
      <dsp:spPr>
        <a:xfrm>
          <a:off x="0" y="3750030"/>
          <a:ext cx="7920880" cy="302400"/>
        </a:xfrm>
        <a:prstGeom prst="rect">
          <a:avLst/>
        </a:prstGeom>
        <a:solidFill>
          <a:schemeClr val="accent4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A0FDCF5-66CE-4F39-B884-C55F4FF758D0}">
      <dsp:nvSpPr>
        <dsp:cNvPr id="0" name=""/>
        <dsp:cNvSpPr/>
      </dsp:nvSpPr>
      <dsp:spPr>
        <a:xfrm>
          <a:off x="377092" y="3179984"/>
          <a:ext cx="7541845" cy="747166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9573" tIns="0" rIns="209573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000" b="1" kern="1200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4</a:t>
          </a:r>
          <a:r>
            <a:rPr lang="zh-CN" altLang="en-US" sz="2000" b="1" kern="1200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）施工队组数等于施工过程数</a:t>
          </a:r>
          <a:r>
            <a:rPr lang="en-US" altLang="en-US" sz="2000" b="1" kern="12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ea typeface="宋体" pitchFamily="2" charset="-122"/>
              <a:cs typeface="Times New Roman" pitchFamily="18" charset="0"/>
            </a:rPr>
            <a:t>n’=n</a:t>
          </a:r>
          <a:r>
            <a:rPr lang="zh-CN" altLang="en-US" sz="2000" b="1" kern="1200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。</a:t>
          </a:r>
        </a:p>
      </dsp:txBody>
      <dsp:txXfrm>
        <a:off x="413566" y="3216458"/>
        <a:ext cx="7468897" cy="67421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96B9A6B-C3EA-465E-9F97-3E0DBD6EED3C}">
      <dsp:nvSpPr>
        <dsp:cNvPr id="0" name=""/>
        <dsp:cNvSpPr/>
      </dsp:nvSpPr>
      <dsp:spPr>
        <a:xfrm>
          <a:off x="0" y="197455"/>
          <a:ext cx="7920880" cy="752358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2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000" b="1" kern="1200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主要参数：</a:t>
          </a:r>
        </a:p>
      </dsp:txBody>
      <dsp:txXfrm>
        <a:off x="36727" y="234182"/>
        <a:ext cx="7847426" cy="678904"/>
      </dsp:txXfrm>
    </dsp:sp>
    <dsp:sp modelId="{2D881EAB-5D5E-4606-BC71-F8438459D53E}">
      <dsp:nvSpPr>
        <dsp:cNvPr id="0" name=""/>
        <dsp:cNvSpPr/>
      </dsp:nvSpPr>
      <dsp:spPr>
        <a:xfrm>
          <a:off x="0" y="949814"/>
          <a:ext cx="7920880" cy="28483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1488" tIns="25400" rIns="142240" bIns="25400" numCol="1" spcCol="1270" anchor="t" anchorCtr="0">
          <a:noAutofit/>
        </a:bodyPr>
        <a:lstStyle/>
        <a:p>
          <a:pPr marL="228600" lvl="1" indent="-228600" algn="l" defTabSz="889000">
            <a:lnSpc>
              <a:spcPct val="20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zh-CN" altLang="en-US" sz="2000" b="1" kern="1200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①一般情况下，施工过程</a:t>
          </a:r>
          <a:r>
            <a:rPr lang="en-US" altLang="en-US" sz="2000" b="1" kern="1200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n</a:t>
          </a:r>
          <a:r>
            <a:rPr lang="zh-CN" altLang="en-US" sz="2000" b="1" kern="1200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和施工段</a:t>
          </a:r>
          <a:r>
            <a:rPr lang="en-US" altLang="en-US" sz="2000" b="1" kern="1200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m</a:t>
          </a:r>
          <a:r>
            <a:rPr lang="zh-CN" altLang="en-US" sz="2000" b="1" kern="1200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已知；</a:t>
          </a:r>
        </a:p>
        <a:p>
          <a:pPr marL="228600" lvl="1" indent="-228600" algn="l" defTabSz="889000">
            <a:lnSpc>
              <a:spcPct val="20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zh-CN" altLang="en-US" sz="2000" b="1" kern="1200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②流水步距的确定</a:t>
          </a:r>
          <a:r>
            <a:rPr lang="en-US" altLang="zh-CN" sz="2000" b="1" kern="1200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——</a:t>
          </a:r>
          <a:r>
            <a:rPr lang="zh-CN" altLang="en-US" sz="2000" b="1" kern="1200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“</a:t>
          </a:r>
          <a:r>
            <a:rPr lang="zh-CN" altLang="en-US" sz="2000" b="1" kern="12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ea typeface="宋体" pitchFamily="2" charset="-122"/>
              <a:cs typeface="Times New Roman" pitchFamily="18" charset="0"/>
            </a:rPr>
            <a:t>累加数列法</a:t>
          </a:r>
          <a:r>
            <a:rPr lang="zh-CN" altLang="en-US" sz="2000" b="1" kern="1200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”；</a:t>
          </a:r>
          <a:endParaRPr lang="zh-CN" altLang="en-US" sz="2000" b="1" kern="1200" dirty="0">
            <a:latin typeface="Times New Roman" pitchFamily="18" charset="0"/>
            <a:ea typeface="宋体" pitchFamily="2" charset="-122"/>
            <a:cs typeface="Times New Roman" pitchFamily="18" charset="0"/>
          </a:endParaRPr>
        </a:p>
        <a:p>
          <a:pPr marL="228600" lvl="1" indent="-228600" algn="l" defTabSz="889000">
            <a:lnSpc>
              <a:spcPct val="20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zh-CN" altLang="en-US" sz="2000" b="1" kern="1200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③</a:t>
          </a:r>
          <a:r>
            <a:rPr lang="zh-CN" altLang="en-US" sz="2000" b="1" kern="1200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确定流水工期</a:t>
          </a:r>
          <a:r>
            <a:rPr lang="en-US" altLang="zh-CN" sz="2000" b="1" kern="1200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T</a:t>
          </a:r>
          <a:r>
            <a:rPr lang="zh-CN" altLang="en-US" sz="2000" b="1" kern="1200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：</a:t>
          </a:r>
        </a:p>
        <a:p>
          <a:pPr marL="228600" lvl="1" indent="-228600" algn="ctr" defTabSz="889000">
            <a:lnSpc>
              <a:spcPct val="20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altLang="zh-CN" sz="2000" b="1" kern="12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ea typeface="宋体" pitchFamily="2" charset="-122"/>
              <a:cs typeface="Times New Roman" pitchFamily="18" charset="0"/>
            </a:rPr>
            <a:t>T=∑K + D</a:t>
          </a:r>
          <a:r>
            <a:rPr lang="en-US" altLang="zh-CN" sz="2000" b="1" kern="1200" baseline="-250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ea typeface="宋体" pitchFamily="2" charset="-122"/>
              <a:cs typeface="Times New Roman" pitchFamily="18" charset="0"/>
            </a:rPr>
            <a:t>h</a:t>
          </a:r>
          <a:r>
            <a:rPr lang="en-US" altLang="zh-CN" sz="2000" b="1" kern="12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ea typeface="宋体" pitchFamily="2" charset="-122"/>
              <a:cs typeface="Times New Roman" pitchFamily="18" charset="0"/>
            </a:rPr>
            <a:t> + ∑J + ∑Z </a:t>
          </a:r>
          <a:r>
            <a:rPr lang="zh-CN" altLang="zh-CN" sz="2000" b="1" kern="12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ea typeface="宋体" pitchFamily="2" charset="-122"/>
              <a:cs typeface="Times New Roman" pitchFamily="18" charset="0"/>
            </a:rPr>
            <a:t>－ ∑</a:t>
          </a:r>
          <a:r>
            <a:rPr lang="en-US" altLang="zh-CN" sz="2000" b="1" kern="12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ea typeface="宋体" pitchFamily="2" charset="-122"/>
              <a:cs typeface="Times New Roman" pitchFamily="18" charset="0"/>
            </a:rPr>
            <a:t>D</a:t>
          </a:r>
          <a:endParaRPr lang="zh-CN" altLang="en-US" sz="2000" b="1" kern="1200" dirty="0">
            <a:solidFill>
              <a:srgbClr val="FF0000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imes New Roman" pitchFamily="18" charset="0"/>
            <a:ea typeface="宋体" pitchFamily="2" charset="-122"/>
            <a:cs typeface="Times New Roman" pitchFamily="18" charset="0"/>
          </a:endParaRPr>
        </a:p>
      </dsp:txBody>
      <dsp:txXfrm>
        <a:off x="0" y="949814"/>
        <a:ext cx="7920880" cy="284832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417AAB-FCBD-40B2-B028-268332E93037}" type="datetimeFigureOut">
              <a:rPr lang="zh-CN" altLang="en-US" smtClean="0"/>
              <a:t>2024/12/2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03F446-A760-4077-983F-8A30C4399FE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54671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3" t="12301" r="1751" b="16008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KSO_FD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60F58-3108-4415-857A-6D0360DF626E}" type="datetimeFigureOut">
              <a:rPr lang="zh-CN" altLang="en-US" smtClean="0"/>
              <a:t>2024/12/2</a:t>
            </a:fld>
            <a:endParaRPr lang="zh-CN" altLang="en-US"/>
          </a:p>
        </p:txBody>
      </p:sp>
      <p:sp>
        <p:nvSpPr>
          <p:cNvPr id="5" name="KSO_FT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KSO_FN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E85CE2-CEAD-46BB-861E-7D62265DC969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3" name="KSO_CT2"/>
          <p:cNvSpPr>
            <a:spLocks noGrp="1"/>
          </p:cNvSpPr>
          <p:nvPr>
            <p:ph type="subTitle" idx="1" hasCustomPrompt="1"/>
          </p:nvPr>
        </p:nvSpPr>
        <p:spPr>
          <a:xfrm>
            <a:off x="5133793" y="1806593"/>
            <a:ext cx="2945922" cy="303719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  <p:txBody>
          <a:bodyPr vert="horz" anchor="ctr">
            <a:noAutofit/>
          </a:bodyPr>
          <a:lstStyle>
            <a:lvl1pPr marL="0" indent="0" algn="ctr">
              <a:buNone/>
              <a:defRPr sz="1400" b="0">
                <a:solidFill>
                  <a:schemeClr val="tx1"/>
                </a:solidFill>
                <a:effectLst/>
                <a:latin typeface="+mn-ea"/>
                <a:ea typeface="+mn-ea"/>
              </a:defRPr>
            </a:lvl1pPr>
            <a:lvl2pPr marL="257175" indent="0" algn="ctr">
              <a:buNone/>
              <a:defRPr sz="1100"/>
            </a:lvl2pPr>
            <a:lvl3pPr marL="514350" indent="0" algn="ctr">
              <a:buNone/>
              <a:defRPr sz="1000"/>
            </a:lvl3pPr>
            <a:lvl4pPr marL="771525" indent="0" algn="ctr">
              <a:buNone/>
              <a:defRPr sz="900"/>
            </a:lvl4pPr>
            <a:lvl5pPr marL="1028700" indent="0" algn="ctr">
              <a:buNone/>
              <a:defRPr sz="900"/>
            </a:lvl5pPr>
            <a:lvl6pPr marL="1285875" indent="0" algn="ctr">
              <a:buNone/>
              <a:defRPr sz="900"/>
            </a:lvl6pPr>
            <a:lvl7pPr marL="1543050" indent="0" algn="ctr">
              <a:buNone/>
              <a:defRPr sz="900"/>
            </a:lvl7pPr>
            <a:lvl8pPr marL="1800225" indent="0" algn="ctr">
              <a:buNone/>
              <a:defRPr sz="900"/>
            </a:lvl8pPr>
            <a:lvl9pPr marL="2057400" indent="0" algn="ctr">
              <a:buNone/>
              <a:defRPr sz="900"/>
            </a:lvl9pPr>
          </a:lstStyle>
          <a:p>
            <a:r>
              <a:rPr lang="zh-CN" altLang="en-US" dirty="0"/>
              <a:t>单击此处添加您的副标题</a:t>
            </a:r>
          </a:p>
        </p:txBody>
      </p:sp>
      <p:sp>
        <p:nvSpPr>
          <p:cNvPr id="7" name="KSO_CT1"/>
          <p:cNvSpPr>
            <a:spLocks noGrp="1"/>
          </p:cNvSpPr>
          <p:nvPr>
            <p:ph type="title" hasCustomPrompt="1"/>
          </p:nvPr>
        </p:nvSpPr>
        <p:spPr>
          <a:xfrm>
            <a:off x="4822164" y="983400"/>
            <a:ext cx="3727691" cy="805914"/>
          </a:xfrm>
        </p:spPr>
        <p:txBody>
          <a:bodyPr vert="horz" anchor="b">
            <a:noAutofit/>
          </a:bodyPr>
          <a:lstStyle>
            <a:lvl1pPr algn="ctr">
              <a:lnSpc>
                <a:spcPct val="100000"/>
              </a:lnSpc>
              <a:defRPr sz="2400" b="1" kern="1000" baseline="0">
                <a:solidFill>
                  <a:schemeClr val="accent1"/>
                </a:solidFill>
                <a:effectLst/>
                <a:latin typeface="+mj-ea"/>
                <a:ea typeface="+mj-ea"/>
              </a:defRPr>
            </a:lvl1pPr>
          </a:lstStyle>
          <a:p>
            <a:r>
              <a:rPr lang="zh-CN" altLang="en-US" dirty="0"/>
              <a:t>单击此处添加您的标题文字</a:t>
            </a:r>
          </a:p>
        </p:txBody>
      </p:sp>
    </p:spTree>
    <p:extLst>
      <p:ext uri="{BB962C8B-B14F-4D97-AF65-F5344CB8AC3E}">
        <p14:creationId xmlns:p14="http://schemas.microsoft.com/office/powerpoint/2010/main" val="4896795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967">
          <p15:clr>
            <a:srgbClr val="FBAE40"/>
          </p15:clr>
        </p15:guide>
        <p15:guide id="0" orient="horz" pos="2160" userDrawn="1">
          <p15:clr>
            <a:srgbClr val="FBAE40"/>
          </p15:clr>
        </p15:guide>
        <p15:guide id="2" pos="6623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 algn="ctr">
              <a:defRPr sz="3200" b="1"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KSO_BC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400" b="1">
                <a:solidFill>
                  <a:schemeClr val="tx1">
                    <a:lumMod val="50000"/>
                  </a:schemeClr>
                </a:solidFill>
                <a:latin typeface="+mj-ea"/>
                <a:ea typeface="+mj-ea"/>
              </a:defRPr>
            </a:lvl1pPr>
            <a:lvl2pPr>
              <a:defRPr sz="1400" b="1">
                <a:latin typeface="+mj-ea"/>
                <a:ea typeface="+mj-ea"/>
              </a:defRPr>
            </a:lvl2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</p:txBody>
      </p:sp>
      <p:sp>
        <p:nvSpPr>
          <p:cNvPr id="4" name="KSO_FD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7BD1D-B284-4506-85BF-D02BB5BA5E47}" type="datetimeFigureOut">
              <a:rPr lang="zh-CN" altLang="en-US" smtClean="0"/>
              <a:t>2024/12/2</a:t>
            </a:fld>
            <a:endParaRPr lang="zh-CN" altLang="en-US"/>
          </a:p>
        </p:txBody>
      </p:sp>
      <p:sp>
        <p:nvSpPr>
          <p:cNvPr id="5" name="KSO_FT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KSO_FN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5336B-BC74-4DD6-BD11-FD15792EF5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710504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ST1"/>
          <p:cNvSpPr>
            <a:spLocks noGrp="1"/>
          </p:cNvSpPr>
          <p:nvPr>
            <p:ph type="title" hasCustomPrompt="1"/>
          </p:nvPr>
        </p:nvSpPr>
        <p:spPr>
          <a:xfrm>
            <a:off x="1574008" y="1581152"/>
            <a:ext cx="5995988" cy="926306"/>
          </a:xfrm>
        </p:spPr>
        <p:txBody>
          <a:bodyPr anchor="b">
            <a:normAutofit/>
          </a:bodyPr>
          <a:lstStyle>
            <a:lvl1pPr algn="ctr">
              <a:defRPr sz="2000">
                <a:solidFill>
                  <a:schemeClr val="tx1">
                    <a:lumMod val="50000"/>
                  </a:schemeClr>
                </a:solidFill>
                <a:effectLst/>
              </a:defRPr>
            </a:lvl1pPr>
          </a:lstStyle>
          <a:p>
            <a:r>
              <a:rPr lang="zh-CN" altLang="en-US" dirty="0"/>
              <a:t>此处添加您的标题</a:t>
            </a:r>
            <a:endParaRPr lang="en-US" dirty="0"/>
          </a:p>
        </p:txBody>
      </p:sp>
      <p:sp>
        <p:nvSpPr>
          <p:cNvPr id="3" name="KSO_ST2"/>
          <p:cNvSpPr>
            <a:spLocks noGrp="1"/>
          </p:cNvSpPr>
          <p:nvPr>
            <p:ph type="body" idx="1" hasCustomPrompt="1"/>
          </p:nvPr>
        </p:nvSpPr>
        <p:spPr>
          <a:xfrm>
            <a:off x="3038171" y="2550318"/>
            <a:ext cx="3067663" cy="268109"/>
          </a:xfrm>
          <a:prstGeom prst="roundRect">
            <a:avLst>
              <a:gd name="adj" fmla="val 50000"/>
            </a:avLst>
          </a:prstGeom>
          <a:noFill/>
        </p:spPr>
        <p:txBody>
          <a:bodyPr anchor="ctr">
            <a:normAutofit/>
          </a:bodyPr>
          <a:lstStyle>
            <a:lvl1pPr marL="0" indent="0" algn="ctr">
              <a:buNone/>
              <a:defRPr sz="900">
                <a:solidFill>
                  <a:schemeClr val="tx1"/>
                </a:solidFill>
              </a:defRPr>
            </a:lvl1pPr>
            <a:lvl2pPr marL="257175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2pPr>
            <a:lvl3pPr marL="514350" indent="0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3pPr>
            <a:lvl4pPr marL="77152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4pPr>
            <a:lvl5pPr marL="10287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5pPr>
            <a:lvl6pPr marL="128587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6pPr>
            <a:lvl7pPr marL="154305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7pPr>
            <a:lvl8pPr marL="180022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8pPr>
            <a:lvl9pPr marL="20574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单击此处添加您的副标题</a:t>
            </a:r>
            <a:endParaRPr lang="en-US" altLang="zh-CN" dirty="0"/>
          </a:p>
        </p:txBody>
      </p:sp>
      <p:sp>
        <p:nvSpPr>
          <p:cNvPr id="4" name="KSO_FD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7BD1D-B284-4506-85BF-D02BB5BA5E47}" type="datetimeFigureOut">
              <a:rPr lang="zh-CN" altLang="en-US" smtClean="0"/>
              <a:t>2024/12/2</a:t>
            </a:fld>
            <a:endParaRPr lang="zh-CN" altLang="en-US"/>
          </a:p>
        </p:txBody>
      </p:sp>
      <p:sp>
        <p:nvSpPr>
          <p:cNvPr id="5" name="KSO_FT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KSO_FN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5336B-BC74-4DD6-BD11-FD15792EF5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7334106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KSO_BC1"/>
          <p:cNvSpPr>
            <a:spLocks noGrp="1"/>
          </p:cNvSpPr>
          <p:nvPr>
            <p:ph sz="half" idx="1"/>
          </p:nvPr>
        </p:nvSpPr>
        <p:spPr>
          <a:xfrm>
            <a:off x="1049867" y="933453"/>
            <a:ext cx="3810000" cy="3699272"/>
          </a:xfrm>
        </p:spPr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</p:txBody>
      </p:sp>
      <p:sp>
        <p:nvSpPr>
          <p:cNvPr id="4" name="KSO_BC2"/>
          <p:cNvSpPr>
            <a:spLocks noGrp="1"/>
          </p:cNvSpPr>
          <p:nvPr>
            <p:ph sz="half" idx="2"/>
          </p:nvPr>
        </p:nvSpPr>
        <p:spPr>
          <a:xfrm>
            <a:off x="4889501" y="933453"/>
            <a:ext cx="3820587" cy="3699272"/>
          </a:xfrm>
        </p:spPr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</p:txBody>
      </p:sp>
      <p:sp>
        <p:nvSpPr>
          <p:cNvPr id="5" name="KSO_FD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7BD1D-B284-4506-85BF-D02BB5BA5E47}" type="datetimeFigureOut">
              <a:rPr lang="zh-CN" altLang="en-US" smtClean="0"/>
              <a:t>2024/12/2</a:t>
            </a:fld>
            <a:endParaRPr lang="zh-CN" altLang="en-US"/>
          </a:p>
        </p:txBody>
      </p:sp>
      <p:sp>
        <p:nvSpPr>
          <p:cNvPr id="6" name="KSO_FT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KSO_FN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5336B-BC74-4DD6-BD11-FD15792EF5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29077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/>
          </p:nvPr>
        </p:nvSpPr>
        <p:spPr>
          <a:xfrm>
            <a:off x="1727199" y="88899"/>
            <a:ext cx="6984076" cy="53776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4578" y="1032272"/>
            <a:ext cx="3868340" cy="617934"/>
          </a:xfrm>
        </p:spPr>
        <p:txBody>
          <a:bodyPr anchor="b">
            <a:normAutofit/>
          </a:bodyPr>
          <a:lstStyle>
            <a:lvl1pPr marL="0" indent="0">
              <a:buNone/>
              <a:defRPr sz="1000" b="1"/>
            </a:lvl1pPr>
            <a:lvl2pPr marL="257175" indent="0">
              <a:buNone/>
              <a:defRPr sz="1100" b="1"/>
            </a:lvl2pPr>
            <a:lvl3pPr marL="514350" indent="0">
              <a:buNone/>
              <a:defRPr sz="1000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KSO_BC1"/>
          <p:cNvSpPr>
            <a:spLocks noGrp="1"/>
          </p:cNvSpPr>
          <p:nvPr>
            <p:ph sz="half" idx="2"/>
          </p:nvPr>
        </p:nvSpPr>
        <p:spPr>
          <a:xfrm>
            <a:off x="824578" y="1650206"/>
            <a:ext cx="3868340" cy="276344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23885" y="1032272"/>
            <a:ext cx="3887391" cy="617934"/>
          </a:xfrm>
        </p:spPr>
        <p:txBody>
          <a:bodyPr anchor="b">
            <a:normAutofit/>
          </a:bodyPr>
          <a:lstStyle>
            <a:lvl1pPr marL="0" indent="0">
              <a:buNone/>
              <a:defRPr sz="1000" b="1"/>
            </a:lvl1pPr>
            <a:lvl2pPr marL="257175" indent="0">
              <a:buNone/>
              <a:defRPr sz="1100" b="1"/>
            </a:lvl2pPr>
            <a:lvl3pPr marL="514350" indent="0">
              <a:buNone/>
              <a:defRPr sz="1000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KSO_BC2"/>
          <p:cNvSpPr>
            <a:spLocks noGrp="1"/>
          </p:cNvSpPr>
          <p:nvPr>
            <p:ph sz="quarter" idx="4"/>
          </p:nvPr>
        </p:nvSpPr>
        <p:spPr>
          <a:xfrm>
            <a:off x="4823885" y="1650206"/>
            <a:ext cx="3887391" cy="276344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</p:txBody>
      </p:sp>
      <p:sp>
        <p:nvSpPr>
          <p:cNvPr id="7" name="KSO_FD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7BD1D-B284-4506-85BF-D02BB5BA5E47}" type="datetimeFigureOut">
              <a:rPr lang="zh-CN" altLang="en-US" smtClean="0"/>
              <a:t>2024/12/2</a:t>
            </a:fld>
            <a:endParaRPr lang="zh-CN" altLang="en-US"/>
          </a:p>
        </p:txBody>
      </p:sp>
      <p:sp>
        <p:nvSpPr>
          <p:cNvPr id="8" name="KSO_FT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KSO_FN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5336B-BC74-4DD6-BD11-FD15792EF5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950825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KSO_FD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7BD1D-B284-4506-85BF-D02BB5BA5E47}" type="datetimeFigureOut">
              <a:rPr lang="zh-CN" altLang="en-US" smtClean="0"/>
              <a:t>2024/12/2</a:t>
            </a:fld>
            <a:endParaRPr lang="zh-CN" altLang="en-US"/>
          </a:p>
        </p:txBody>
      </p:sp>
      <p:sp>
        <p:nvSpPr>
          <p:cNvPr id="4" name="KSO_FT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KSO_FN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5336B-BC74-4DD6-BD11-FD15792EF5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757675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FD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7BD1D-B284-4506-85BF-D02BB5BA5E47}" type="datetimeFigureOut">
              <a:rPr lang="zh-CN" altLang="en-US" smtClean="0"/>
              <a:t>2024/12/2</a:t>
            </a:fld>
            <a:endParaRPr lang="zh-CN" altLang="en-US"/>
          </a:p>
        </p:txBody>
      </p:sp>
      <p:sp>
        <p:nvSpPr>
          <p:cNvPr id="3" name="KSO_FT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KSO_FN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5336B-BC74-4DD6-BD11-FD15792EF5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57985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/>
          </p:nvPr>
        </p:nvSpPr>
        <p:spPr>
          <a:xfrm>
            <a:off x="858444" y="400052"/>
            <a:ext cx="2949178" cy="120015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KSO_BC1"/>
          <p:cNvSpPr>
            <a:spLocks noGrp="1"/>
          </p:cNvSpPr>
          <p:nvPr>
            <p:ph idx="1"/>
          </p:nvPr>
        </p:nvSpPr>
        <p:spPr>
          <a:xfrm>
            <a:off x="4115992" y="797724"/>
            <a:ext cx="4629150" cy="3655219"/>
          </a:xfrm>
        </p:spPr>
        <p:txBody>
          <a:bodyPr>
            <a:normAutofit/>
          </a:bodyPr>
          <a:lstStyle>
            <a:lvl1pPr>
              <a:defRPr sz="1100"/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  <a:lvl6pPr>
              <a:defRPr sz="1100"/>
            </a:lvl6pPr>
            <a:lvl7pPr>
              <a:defRPr sz="1100"/>
            </a:lvl7pPr>
            <a:lvl8pPr>
              <a:defRPr sz="1100"/>
            </a:lvl8pPr>
            <a:lvl9pPr>
              <a:defRPr sz="11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</p:txBody>
      </p:sp>
      <p:sp>
        <p:nvSpPr>
          <p:cNvPr id="4" name="KSO_BC2"/>
          <p:cNvSpPr>
            <a:spLocks noGrp="1"/>
          </p:cNvSpPr>
          <p:nvPr>
            <p:ph type="body" sz="half" idx="2"/>
          </p:nvPr>
        </p:nvSpPr>
        <p:spPr>
          <a:xfrm>
            <a:off x="858444" y="1600202"/>
            <a:ext cx="2949178" cy="2858691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800"/>
            </a:lvl2pPr>
            <a:lvl3pPr marL="514350" indent="0">
              <a:buNone/>
              <a:defRPr sz="700"/>
            </a:lvl3pPr>
            <a:lvl4pPr marL="771525" indent="0">
              <a:buNone/>
              <a:defRPr sz="600"/>
            </a:lvl4pPr>
            <a:lvl5pPr marL="1028700" indent="0">
              <a:buNone/>
              <a:defRPr sz="600"/>
            </a:lvl5pPr>
            <a:lvl6pPr marL="1285875" indent="0">
              <a:buNone/>
              <a:defRPr sz="600"/>
            </a:lvl6pPr>
            <a:lvl7pPr marL="1543050" indent="0">
              <a:buNone/>
              <a:defRPr sz="600"/>
            </a:lvl7pPr>
            <a:lvl8pPr marL="1800225" indent="0">
              <a:buNone/>
              <a:defRPr sz="600"/>
            </a:lvl8pPr>
            <a:lvl9pPr marL="2057400" indent="0">
              <a:buNone/>
              <a:defRPr sz="6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KSO_FD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7BD1D-B284-4506-85BF-D02BB5BA5E47}" type="datetimeFigureOut">
              <a:rPr lang="zh-CN" altLang="en-US" smtClean="0"/>
              <a:t>2024/12/2</a:t>
            </a:fld>
            <a:endParaRPr lang="zh-CN" altLang="en-US"/>
          </a:p>
        </p:txBody>
      </p:sp>
      <p:sp>
        <p:nvSpPr>
          <p:cNvPr id="6" name="KSO_FT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KSO_FN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5336B-BC74-4DD6-BD11-FD15792EF5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024856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/>
          </p:nvPr>
        </p:nvSpPr>
        <p:spPr>
          <a:xfrm>
            <a:off x="934644" y="342900"/>
            <a:ext cx="2949178" cy="120015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KSO_BC1"/>
          <p:cNvSpPr>
            <a:spLocks noGrp="1" noChangeAspect="1"/>
          </p:cNvSpPr>
          <p:nvPr>
            <p:ph type="pic" idx="1"/>
          </p:nvPr>
        </p:nvSpPr>
        <p:spPr>
          <a:xfrm>
            <a:off x="4082125" y="740572"/>
            <a:ext cx="4629150" cy="3655219"/>
          </a:xfrm>
        </p:spPr>
        <p:txBody>
          <a:bodyPr anchor="t"/>
          <a:lstStyle>
            <a:lvl1pPr marL="0" indent="0">
              <a:buNone/>
              <a:defRPr sz="1800"/>
            </a:lvl1pPr>
            <a:lvl2pPr marL="257175" indent="0">
              <a:buNone/>
              <a:defRPr sz="1600"/>
            </a:lvl2pPr>
            <a:lvl3pPr marL="514350" indent="0">
              <a:buNone/>
              <a:defRPr sz="1400"/>
            </a:lvl3pPr>
            <a:lvl4pPr marL="771525" indent="0">
              <a:buNone/>
              <a:defRPr sz="1100"/>
            </a:lvl4pPr>
            <a:lvl5pPr marL="1028700" indent="0">
              <a:buNone/>
              <a:defRPr sz="1100"/>
            </a:lvl5pPr>
            <a:lvl6pPr marL="1285875" indent="0">
              <a:buNone/>
              <a:defRPr sz="1100"/>
            </a:lvl6pPr>
            <a:lvl7pPr marL="1543050" indent="0">
              <a:buNone/>
              <a:defRPr sz="1100"/>
            </a:lvl7pPr>
            <a:lvl8pPr marL="1800225" indent="0">
              <a:buNone/>
              <a:defRPr sz="1100"/>
            </a:lvl8pPr>
            <a:lvl9pPr marL="2057400" indent="0">
              <a:buNone/>
              <a:defRPr sz="11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KSO_BC2"/>
          <p:cNvSpPr>
            <a:spLocks noGrp="1"/>
          </p:cNvSpPr>
          <p:nvPr>
            <p:ph type="body" sz="half" idx="2"/>
          </p:nvPr>
        </p:nvSpPr>
        <p:spPr>
          <a:xfrm>
            <a:off x="934644" y="1543050"/>
            <a:ext cx="2949178" cy="2858691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800"/>
            </a:lvl2pPr>
            <a:lvl3pPr marL="514350" indent="0">
              <a:buNone/>
              <a:defRPr sz="700"/>
            </a:lvl3pPr>
            <a:lvl4pPr marL="771525" indent="0">
              <a:buNone/>
              <a:defRPr sz="600"/>
            </a:lvl4pPr>
            <a:lvl5pPr marL="1028700" indent="0">
              <a:buNone/>
              <a:defRPr sz="600"/>
            </a:lvl5pPr>
            <a:lvl6pPr marL="1285875" indent="0">
              <a:buNone/>
              <a:defRPr sz="600"/>
            </a:lvl6pPr>
            <a:lvl7pPr marL="1543050" indent="0">
              <a:buNone/>
              <a:defRPr sz="600"/>
            </a:lvl7pPr>
            <a:lvl8pPr marL="1800225" indent="0">
              <a:buNone/>
              <a:defRPr sz="600"/>
            </a:lvl8pPr>
            <a:lvl9pPr marL="2057400" indent="0">
              <a:buNone/>
              <a:defRPr sz="6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KSO_FD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7BD1D-B284-4506-85BF-D02BB5BA5E47}" type="datetimeFigureOut">
              <a:rPr lang="zh-CN" altLang="en-US" smtClean="0"/>
              <a:t>2024/12/2</a:t>
            </a:fld>
            <a:endParaRPr lang="zh-CN" altLang="en-US"/>
          </a:p>
        </p:txBody>
      </p:sp>
      <p:sp>
        <p:nvSpPr>
          <p:cNvPr id="6" name="KSO_FT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KSO_FN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5336B-BC74-4DD6-BD11-FD15792EF5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940040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KSO_BC1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</p:txBody>
      </p:sp>
      <p:sp>
        <p:nvSpPr>
          <p:cNvPr id="4" name="KSO_FD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7BD1D-B284-4506-85BF-D02BB5BA5E47}" type="datetimeFigureOut">
              <a:rPr lang="zh-CN" altLang="en-US" smtClean="0"/>
              <a:t>2024/12/2</a:t>
            </a:fld>
            <a:endParaRPr lang="zh-CN" altLang="en-US"/>
          </a:p>
        </p:txBody>
      </p:sp>
      <p:sp>
        <p:nvSpPr>
          <p:cNvPr id="5" name="KSO_FT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KSO_FN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5336B-BC74-4DD6-BD11-FD15792EF5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90674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 orient="vert"/>
          </p:nvPr>
        </p:nvSpPr>
        <p:spPr>
          <a:xfrm>
            <a:off x="7628469" y="273844"/>
            <a:ext cx="886883" cy="4358879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KSO_BC1"/>
          <p:cNvSpPr>
            <a:spLocks noGrp="1"/>
          </p:cNvSpPr>
          <p:nvPr>
            <p:ph type="body" orient="vert" idx="1"/>
          </p:nvPr>
        </p:nvSpPr>
        <p:spPr>
          <a:xfrm>
            <a:off x="1585383" y="273844"/>
            <a:ext cx="5949952" cy="4358879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</p:txBody>
      </p:sp>
      <p:sp>
        <p:nvSpPr>
          <p:cNvPr id="4" name="KSO_FD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7BD1D-B284-4506-85BF-D02BB5BA5E47}" type="datetimeFigureOut">
              <a:rPr lang="zh-CN" altLang="en-US" smtClean="0"/>
              <a:t>2024/12/2</a:t>
            </a:fld>
            <a:endParaRPr lang="zh-CN" altLang="en-US"/>
          </a:p>
        </p:txBody>
      </p:sp>
      <p:sp>
        <p:nvSpPr>
          <p:cNvPr id="5" name="KSO_FT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KSO_FN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5336B-BC74-4DD6-BD11-FD15792EF5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129633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74" t="26028" r="6166" b="4484"/>
          <a:stretch/>
        </p:blipFill>
        <p:spPr>
          <a:xfrm>
            <a:off x="-2" y="1753372"/>
            <a:ext cx="5924552" cy="3390128"/>
          </a:xfrm>
          <a:prstGeom prst="rect">
            <a:avLst/>
          </a:prstGeom>
        </p:spPr>
      </p:pic>
      <p:sp>
        <p:nvSpPr>
          <p:cNvPr id="4" name="KSO_FD"/>
          <p:cNvSpPr>
            <a:spLocks noGrp="1"/>
          </p:cNvSpPr>
          <p:nvPr>
            <p:ph type="dt" sz="half" idx="2"/>
          </p:nvPr>
        </p:nvSpPr>
        <p:spPr>
          <a:xfrm>
            <a:off x="628650" y="4838703"/>
            <a:ext cx="2057400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1FE7BD1D-B284-4506-85BF-D02BB5BA5E47}" type="datetimeFigureOut">
              <a:rPr lang="zh-CN" altLang="en-US" smtClean="0"/>
              <a:t>2024/12/2</a:t>
            </a:fld>
            <a:endParaRPr lang="zh-CN" altLang="en-US"/>
          </a:p>
        </p:txBody>
      </p:sp>
      <p:sp>
        <p:nvSpPr>
          <p:cNvPr id="5" name="KSO_FT"/>
          <p:cNvSpPr>
            <a:spLocks noGrp="1"/>
          </p:cNvSpPr>
          <p:nvPr>
            <p:ph type="ftr" sz="quarter" idx="3"/>
          </p:nvPr>
        </p:nvSpPr>
        <p:spPr>
          <a:xfrm>
            <a:off x="3028950" y="4838703"/>
            <a:ext cx="3086100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ctr">
              <a:defRPr sz="900">
                <a:solidFill>
                  <a:schemeClr val="tx1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KSO_FN"/>
          <p:cNvSpPr>
            <a:spLocks noGrp="1"/>
          </p:cNvSpPr>
          <p:nvPr>
            <p:ph type="sldNum" sz="quarter" idx="4"/>
          </p:nvPr>
        </p:nvSpPr>
        <p:spPr>
          <a:xfrm>
            <a:off x="6457950" y="4838703"/>
            <a:ext cx="2057400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B175336B-BC74-4DD6-BD11-FD15792EF55D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3" name="KSO_BC1"/>
          <p:cNvSpPr>
            <a:spLocks noGrp="1"/>
          </p:cNvSpPr>
          <p:nvPr>
            <p:ph type="body" idx="1"/>
          </p:nvPr>
        </p:nvSpPr>
        <p:spPr>
          <a:xfrm>
            <a:off x="854015" y="850107"/>
            <a:ext cx="7866654" cy="3825107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</p:txBody>
      </p:sp>
      <p:sp>
        <p:nvSpPr>
          <p:cNvPr id="2" name="KSO_BT1"/>
          <p:cNvSpPr>
            <a:spLocks noGrp="1"/>
          </p:cNvSpPr>
          <p:nvPr>
            <p:ph type="title"/>
          </p:nvPr>
        </p:nvSpPr>
        <p:spPr>
          <a:xfrm>
            <a:off x="504826" y="160440"/>
            <a:ext cx="8215844" cy="597008"/>
          </a:xfrm>
          <a:prstGeom prst="rect">
            <a:avLst/>
          </a:prstGeom>
        </p:spPr>
        <p:txBody>
          <a:bodyPr vert="horz" lIns="68580" tIns="34290" rIns="68580" bIns="3429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10674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94" r:id="rId1"/>
    <p:sldLayoutId id="2147484095" r:id="rId2"/>
    <p:sldLayoutId id="2147484096" r:id="rId3"/>
    <p:sldLayoutId id="2147484097" r:id="rId4"/>
    <p:sldLayoutId id="2147484098" r:id="rId5"/>
    <p:sldLayoutId id="2147484099" r:id="rId6"/>
    <p:sldLayoutId id="2147484100" r:id="rId7"/>
    <p:sldLayoutId id="2147484101" r:id="rId8"/>
    <p:sldLayoutId id="2147484102" r:id="rId9"/>
    <p:sldLayoutId id="2147484103" r:id="rId10"/>
    <p:sldLayoutId id="2147484104" r:id="rId11"/>
  </p:sldLayoutIdLst>
  <p:txStyles>
    <p:titleStyle>
      <a:lvl1pPr algn="ctr" defTabSz="514350" rtl="0" eaLnBrk="1" latinLnBrk="0" hangingPunct="1">
        <a:lnSpc>
          <a:spcPct val="90000"/>
        </a:lnSpc>
        <a:spcBef>
          <a:spcPct val="0"/>
        </a:spcBef>
        <a:buNone/>
        <a:defRPr sz="2400" b="0" i="0" kern="1200" baseline="0">
          <a:solidFill>
            <a:schemeClr val="tx1">
              <a:lumMod val="50000"/>
            </a:schemeClr>
          </a:solidFill>
          <a:effectLst/>
          <a:latin typeface="+mj-ea"/>
          <a:ea typeface="+mj-ea"/>
          <a:cs typeface="+mj-cs"/>
        </a:defRPr>
      </a:lvl1pPr>
    </p:titleStyle>
    <p:bodyStyle>
      <a:lvl1pPr marL="271463" indent="-271463" algn="just" defTabSz="514350" rtl="0" eaLnBrk="1" latinLnBrk="0" hangingPunct="1">
        <a:lnSpc>
          <a:spcPct val="110000"/>
        </a:lnSpc>
        <a:spcBef>
          <a:spcPts val="900"/>
        </a:spcBef>
        <a:spcAft>
          <a:spcPts val="0"/>
        </a:spcAft>
        <a:buClr>
          <a:schemeClr val="accent2"/>
        </a:buClr>
        <a:buSzPct val="50000"/>
        <a:buFont typeface="Wingdings 2" panose="05020102010507070707" pitchFamily="18" charset="2"/>
        <a:buChar char=""/>
        <a:defRPr lang="zh-CN" altLang="en-US" sz="1800" b="1" kern="1200" baseline="0" dirty="0" smtClean="0">
          <a:solidFill>
            <a:schemeClr val="accent1"/>
          </a:solidFill>
          <a:latin typeface="+mn-ea"/>
          <a:ea typeface="+mn-ea"/>
          <a:cs typeface="+mn-cs"/>
        </a:defRPr>
      </a:lvl1pPr>
      <a:lvl2pPr marL="271463" indent="-271463" algn="just" defTabSz="514350" rtl="0" eaLnBrk="1" latinLnBrk="0" hangingPunct="1">
        <a:lnSpc>
          <a:spcPct val="120000"/>
        </a:lnSpc>
        <a:spcBef>
          <a:spcPts val="0"/>
        </a:spcBef>
        <a:spcAft>
          <a:spcPts val="900"/>
        </a:spcAft>
        <a:buClr>
          <a:schemeClr val="accent2">
            <a:lumMod val="60000"/>
            <a:lumOff val="40000"/>
          </a:schemeClr>
        </a:buClr>
        <a:buFont typeface="幼圆" panose="02010509060101010101" pitchFamily="49" charset="-122"/>
        <a:buChar char=" "/>
        <a:defRPr sz="1400" b="0" kern="1200" baseline="0">
          <a:solidFill>
            <a:schemeClr val="tx1"/>
          </a:solidFill>
          <a:latin typeface="+mn-ea"/>
          <a:ea typeface="+mn-ea"/>
          <a:cs typeface="+mn-cs"/>
        </a:defRPr>
      </a:lvl2pPr>
      <a:lvl3pPr marL="64293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3pPr>
      <a:lvl4pPr marL="90011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115728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141446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167163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7pPr>
      <a:lvl8pPr marL="192881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218598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1435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1pPr>
      <a:lvl2pPr marL="257175" algn="l" defTabSz="51435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algn="l" defTabSz="51435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771525" algn="l" defTabSz="51435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algn="l" defTabSz="51435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1285875" algn="l" defTabSz="51435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1543050" algn="l" defTabSz="51435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algn="l" defTabSz="51435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algn="l" defTabSz="51435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3">
            <a:extLst>
              <a:ext uri="{FF2B5EF4-FFF2-40B4-BE49-F238E27FC236}">
                <a16:creationId xmlns:a16="http://schemas.microsoft.com/office/drawing/2014/main" id="{D044991F-C3DD-476A-8D35-0CD3D381456F}"/>
              </a:ext>
            </a:extLst>
          </p:cNvPr>
          <p:cNvSpPr txBox="1"/>
          <p:nvPr/>
        </p:nvSpPr>
        <p:spPr>
          <a:xfrm>
            <a:off x="7194916" y="30410"/>
            <a:ext cx="191358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dirty="0">
                <a:latin typeface="华文行楷" panose="02010800040101010101" pitchFamily="2" charset="-122"/>
                <a:ea typeface="华文行楷" panose="02010800040101010101" pitchFamily="2" charset="-122"/>
              </a:rPr>
              <a:t>如切如磋  如琢如磨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504" y="368964"/>
            <a:ext cx="8928992" cy="5762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       4</a:t>
            </a:r>
            <a:r>
              <a:rPr lang="zh-CN" altLang="en-US" sz="24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、无节奏流水施工</a:t>
            </a:r>
          </a:p>
        </p:txBody>
      </p:sp>
      <p:pic>
        <p:nvPicPr>
          <p:cNvPr id="5" name="图片 4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7704" y="945212"/>
            <a:ext cx="5472608" cy="19865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43608" y="3147814"/>
            <a:ext cx="799288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       </a:t>
            </a:r>
            <a:r>
              <a:rPr lang="zh-CN" altLang="en-US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（</a:t>
            </a:r>
            <a:r>
              <a:rPr lang="en-US" altLang="zh-CN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1</a:t>
            </a:r>
            <a:r>
              <a:rPr lang="zh-CN" altLang="en-US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）概念：</a:t>
            </a:r>
            <a:r>
              <a:rPr lang="zh-CN" altLang="en-US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同一施工过程在各施工段上的流水节拍不完全相等</a:t>
            </a:r>
            <a:r>
              <a:rPr lang="zh-CN" altLang="en-US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，</a:t>
            </a:r>
            <a:r>
              <a:rPr lang="zh-CN" altLang="en-US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不同的施工过程之间流水节拍也不完全相等</a:t>
            </a:r>
            <a:r>
              <a:rPr lang="zh-CN" altLang="en-US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，在这样的条件下组织施工的方式称为无节奏流水施工。</a:t>
            </a:r>
          </a:p>
        </p:txBody>
      </p:sp>
    </p:spTree>
    <p:extLst>
      <p:ext uri="{BB962C8B-B14F-4D97-AF65-F5344CB8AC3E}">
        <p14:creationId xmlns:p14="http://schemas.microsoft.com/office/powerpoint/2010/main" val="21606805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3">
            <a:extLst>
              <a:ext uri="{FF2B5EF4-FFF2-40B4-BE49-F238E27FC236}">
                <a16:creationId xmlns:a16="http://schemas.microsoft.com/office/drawing/2014/main" id="{D044991F-C3DD-476A-8D35-0CD3D381456F}"/>
              </a:ext>
            </a:extLst>
          </p:cNvPr>
          <p:cNvSpPr txBox="1"/>
          <p:nvPr/>
        </p:nvSpPr>
        <p:spPr>
          <a:xfrm>
            <a:off x="7194916" y="30410"/>
            <a:ext cx="191358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dirty="0">
                <a:latin typeface="华文行楷" panose="02010800040101010101" pitchFamily="2" charset="-122"/>
                <a:ea typeface="华文行楷" panose="02010800040101010101" pitchFamily="2" charset="-122"/>
              </a:rPr>
              <a:t>如切如磋  如琢如磨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504" y="368964"/>
            <a:ext cx="8928992" cy="4955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2000" b="1">
                <a:latin typeface="Times New Roman" pitchFamily="18" charset="0"/>
                <a:ea typeface="宋体" pitchFamily="2" charset="-122"/>
                <a:cs typeface="Times New Roman" pitchFamily="18" charset="0"/>
              </a:defRPr>
            </a:lvl1pPr>
          </a:lstStyle>
          <a:p>
            <a:r>
              <a:rPr lang="en-US" altLang="zh-CN" dirty="0"/>
              <a:t>        </a:t>
            </a:r>
            <a:r>
              <a:rPr lang="zh-CN" altLang="en-US" dirty="0"/>
              <a:t>（</a:t>
            </a:r>
            <a:r>
              <a:rPr lang="en-US" altLang="zh-CN" dirty="0"/>
              <a:t>2</a:t>
            </a:r>
            <a:r>
              <a:rPr lang="zh-CN" altLang="en-US" dirty="0"/>
              <a:t>）基本特征：</a:t>
            </a:r>
          </a:p>
        </p:txBody>
      </p:sp>
      <p:graphicFrame>
        <p:nvGraphicFramePr>
          <p:cNvPr id="5" name="图示 4"/>
          <p:cNvGraphicFramePr/>
          <p:nvPr>
            <p:extLst>
              <p:ext uri="{D42A27DB-BD31-4B8C-83A1-F6EECF244321}">
                <p14:modId xmlns:p14="http://schemas.microsoft.com/office/powerpoint/2010/main" val="518203126"/>
              </p:ext>
            </p:extLst>
          </p:nvPr>
        </p:nvGraphicFramePr>
        <p:xfrm>
          <a:off x="1043608" y="922962"/>
          <a:ext cx="7920880" cy="41286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606805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Graphic spid="5" grpId="0">
        <p:bldAsOne/>
      </p:bldGraphic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3">
            <a:extLst>
              <a:ext uri="{FF2B5EF4-FFF2-40B4-BE49-F238E27FC236}">
                <a16:creationId xmlns:a16="http://schemas.microsoft.com/office/drawing/2014/main" id="{D044991F-C3DD-476A-8D35-0CD3D381456F}"/>
              </a:ext>
            </a:extLst>
          </p:cNvPr>
          <p:cNvSpPr txBox="1"/>
          <p:nvPr/>
        </p:nvSpPr>
        <p:spPr>
          <a:xfrm>
            <a:off x="7194916" y="30410"/>
            <a:ext cx="191358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dirty="0">
                <a:latin typeface="华文行楷" panose="02010800040101010101" pitchFamily="2" charset="-122"/>
                <a:ea typeface="华文行楷" panose="02010800040101010101" pitchFamily="2" charset="-122"/>
              </a:rPr>
              <a:t>如切如磋  如琢如磨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504" y="368964"/>
            <a:ext cx="892899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2000" b="1">
                <a:latin typeface="Times New Roman" pitchFamily="18" charset="0"/>
                <a:ea typeface="宋体" pitchFamily="2" charset="-122"/>
                <a:cs typeface="Times New Roman" pitchFamily="18" charset="0"/>
              </a:defRPr>
            </a:lvl1pPr>
          </a:lstStyle>
          <a:p>
            <a:r>
              <a:rPr lang="en-US" altLang="zh-CN" dirty="0"/>
              <a:t>        </a:t>
            </a:r>
            <a:r>
              <a:rPr lang="zh-CN" altLang="en-US" dirty="0"/>
              <a:t>（</a:t>
            </a:r>
            <a:r>
              <a:rPr lang="en-US" altLang="zh-CN" dirty="0"/>
              <a:t>3</a:t>
            </a:r>
            <a:r>
              <a:rPr lang="zh-CN" altLang="en-US" dirty="0"/>
              <a:t>）主要参数的确定：</a:t>
            </a:r>
          </a:p>
        </p:txBody>
      </p:sp>
      <p:graphicFrame>
        <p:nvGraphicFramePr>
          <p:cNvPr id="5" name="图示 4"/>
          <p:cNvGraphicFramePr/>
          <p:nvPr>
            <p:extLst>
              <p:ext uri="{D42A27DB-BD31-4B8C-83A1-F6EECF244321}">
                <p14:modId xmlns:p14="http://schemas.microsoft.com/office/powerpoint/2010/main" val="2327294632"/>
              </p:ext>
            </p:extLst>
          </p:nvPr>
        </p:nvGraphicFramePr>
        <p:xfrm>
          <a:off x="1043608" y="922962"/>
          <a:ext cx="7920880" cy="399559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606805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Graphic spid="5" grpId="0">
        <p:bldAsOne/>
      </p:bldGraphic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3">
            <a:extLst>
              <a:ext uri="{FF2B5EF4-FFF2-40B4-BE49-F238E27FC236}">
                <a16:creationId xmlns:a16="http://schemas.microsoft.com/office/drawing/2014/main" id="{D044991F-C3DD-476A-8D35-0CD3D381456F}"/>
              </a:ext>
            </a:extLst>
          </p:cNvPr>
          <p:cNvSpPr txBox="1"/>
          <p:nvPr/>
        </p:nvSpPr>
        <p:spPr>
          <a:xfrm>
            <a:off x="7194916" y="30410"/>
            <a:ext cx="191358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dirty="0">
                <a:latin typeface="华文行楷" panose="02010800040101010101" pitchFamily="2" charset="-122"/>
                <a:ea typeface="华文行楷" panose="02010800040101010101" pitchFamily="2" charset="-122"/>
              </a:rPr>
              <a:t>如切如磋  如琢如磨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504" y="440971"/>
            <a:ext cx="8928992" cy="4955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       </a:t>
            </a:r>
            <a:r>
              <a:rPr lang="zh-CN" altLang="en-US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例题：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504" y="936556"/>
            <a:ext cx="8928992" cy="14189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       某工程有</a:t>
            </a:r>
            <a:r>
              <a:rPr lang="en-US" altLang="zh-CN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A</a:t>
            </a:r>
            <a:r>
              <a:rPr lang="zh-CN" altLang="en-US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、</a:t>
            </a:r>
            <a:r>
              <a:rPr lang="en-US" altLang="zh-CN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B</a:t>
            </a:r>
            <a:r>
              <a:rPr lang="zh-CN" altLang="en-US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、</a:t>
            </a:r>
            <a:r>
              <a:rPr lang="en-US" altLang="zh-CN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C</a:t>
            </a:r>
            <a:r>
              <a:rPr lang="zh-CN" altLang="en-US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、</a:t>
            </a:r>
            <a:r>
              <a:rPr lang="en-US" altLang="zh-CN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D</a:t>
            </a:r>
            <a:r>
              <a:rPr lang="zh-CN" altLang="en-US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四个施工过程，平面上划分成四个施工段，每个施工过程在各个施工段上的流水节拍如下表所示，试计算工期并绘制流水施工进度计划。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5656" y="2355472"/>
            <a:ext cx="6336704" cy="1872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7923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3">
            <a:extLst>
              <a:ext uri="{FF2B5EF4-FFF2-40B4-BE49-F238E27FC236}">
                <a16:creationId xmlns:a16="http://schemas.microsoft.com/office/drawing/2014/main" id="{D044991F-C3DD-476A-8D35-0CD3D381456F}"/>
              </a:ext>
            </a:extLst>
          </p:cNvPr>
          <p:cNvSpPr txBox="1"/>
          <p:nvPr/>
        </p:nvSpPr>
        <p:spPr>
          <a:xfrm>
            <a:off x="7194916" y="30410"/>
            <a:ext cx="191358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dirty="0">
                <a:latin typeface="华文行楷" panose="02010800040101010101" pitchFamily="2" charset="-122"/>
                <a:ea typeface="华文行楷" panose="02010800040101010101" pitchFamily="2" charset="-122"/>
              </a:rPr>
              <a:t>如切如磋  如琢如磨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504" y="368964"/>
            <a:ext cx="8928992" cy="4955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       </a:t>
            </a:r>
            <a:r>
              <a:rPr lang="zh-CN" altLang="en-US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解：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504" y="864549"/>
            <a:ext cx="8928992" cy="4955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       </a:t>
            </a:r>
            <a:r>
              <a:rPr lang="zh-CN" altLang="en-US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（</a:t>
            </a:r>
            <a:r>
              <a:rPr lang="en-US" altLang="zh-CN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1</a:t>
            </a:r>
            <a:r>
              <a:rPr lang="zh-CN" altLang="en-US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）已知：施工过程</a:t>
            </a:r>
            <a:r>
              <a:rPr lang="en-US" altLang="zh-CN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n=4</a:t>
            </a:r>
            <a:r>
              <a:rPr lang="zh-CN" altLang="en-US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，施工段</a:t>
            </a:r>
            <a:r>
              <a:rPr lang="en-US" altLang="zh-CN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m=4</a:t>
            </a:r>
            <a:r>
              <a:rPr lang="zh-CN" altLang="en-US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；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504" y="1360134"/>
            <a:ext cx="8928992" cy="4955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       </a:t>
            </a:r>
            <a:r>
              <a:rPr lang="zh-CN" altLang="en-US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（</a:t>
            </a:r>
            <a:r>
              <a:rPr lang="en-US" altLang="zh-CN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2</a:t>
            </a:r>
            <a:r>
              <a:rPr lang="zh-CN" altLang="en-US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）确定流水步距：“累加数列法”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63688" y="1914131"/>
            <a:ext cx="536459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       K</a:t>
            </a:r>
            <a:r>
              <a:rPr lang="en-US" altLang="zh-CN" sz="2000" b="1" baseline="-25000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AB</a:t>
            </a:r>
            <a:r>
              <a:rPr lang="zh-CN" altLang="en-US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：</a:t>
            </a:r>
            <a:r>
              <a:rPr lang="en-US" altLang="zh-CN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   3</a:t>
            </a:r>
            <a:r>
              <a:rPr lang="zh-CN" altLang="en-US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，</a:t>
            </a:r>
            <a:r>
              <a:rPr lang="en-US" altLang="zh-CN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5</a:t>
            </a:r>
            <a:r>
              <a:rPr lang="zh-CN" altLang="en-US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，</a:t>
            </a:r>
            <a:r>
              <a:rPr lang="en-US" altLang="zh-CN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7</a:t>
            </a:r>
            <a:r>
              <a:rPr lang="zh-CN" altLang="en-US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，</a:t>
            </a:r>
            <a:r>
              <a:rPr lang="en-US" altLang="zh-CN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11</a:t>
            </a:r>
          </a:p>
          <a:p>
            <a:r>
              <a:rPr lang="en-US" altLang="zh-CN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                </a:t>
            </a:r>
            <a:r>
              <a:rPr lang="zh-CN" altLang="en-US" sz="2000" b="1" u="sng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－        </a:t>
            </a:r>
            <a:r>
              <a:rPr lang="en-US" altLang="zh-CN" sz="2000" b="1" u="sng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1</a:t>
            </a:r>
            <a:r>
              <a:rPr lang="zh-CN" altLang="en-US" sz="2000" b="1" u="sng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，</a:t>
            </a:r>
            <a:r>
              <a:rPr lang="en-US" altLang="zh-CN" sz="2000" b="1" u="sng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4</a:t>
            </a:r>
            <a:r>
              <a:rPr lang="zh-CN" altLang="en-US" sz="2000" b="1" u="sng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， </a:t>
            </a:r>
            <a:r>
              <a:rPr lang="en-US" altLang="zh-CN" sz="2000" b="1" u="sng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8</a:t>
            </a:r>
            <a:r>
              <a:rPr lang="zh-CN" altLang="en-US" sz="2000" b="1" u="sng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，</a:t>
            </a:r>
            <a:r>
              <a:rPr lang="en-US" altLang="zh-CN" sz="2000" b="1" u="sng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11</a:t>
            </a:r>
          </a:p>
          <a:p>
            <a:r>
              <a:rPr lang="en-US" altLang="zh-CN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                      3</a:t>
            </a:r>
            <a:r>
              <a:rPr lang="zh-CN" altLang="en-US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，</a:t>
            </a:r>
            <a:r>
              <a:rPr lang="en-US" altLang="zh-CN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4</a:t>
            </a:r>
            <a:r>
              <a:rPr lang="zh-CN" altLang="en-US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，</a:t>
            </a:r>
            <a:r>
              <a:rPr lang="en-US" altLang="zh-CN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3</a:t>
            </a:r>
            <a:r>
              <a:rPr lang="zh-CN" altLang="en-US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， </a:t>
            </a:r>
            <a:r>
              <a:rPr lang="en-US" altLang="zh-CN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3</a:t>
            </a:r>
            <a:r>
              <a:rPr lang="zh-CN" altLang="en-US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，</a:t>
            </a:r>
            <a:r>
              <a:rPr lang="en-US" altLang="zh-CN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-11</a:t>
            </a:r>
          </a:p>
          <a:p>
            <a:r>
              <a:rPr lang="en-US" altLang="zh-CN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       </a:t>
            </a:r>
            <a:r>
              <a:rPr lang="zh-CN" altLang="en-US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所以，</a:t>
            </a:r>
            <a:r>
              <a:rPr lang="en-US" altLang="zh-CN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K</a:t>
            </a:r>
            <a:r>
              <a:rPr lang="en-US" altLang="zh-CN" sz="2000" b="1" baseline="-25000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AB</a:t>
            </a:r>
            <a:r>
              <a:rPr lang="en-US" altLang="zh-CN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=max{3</a:t>
            </a:r>
            <a:r>
              <a:rPr lang="zh-CN" altLang="en-US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，</a:t>
            </a:r>
            <a:r>
              <a:rPr lang="en-US" altLang="zh-CN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4</a:t>
            </a:r>
            <a:r>
              <a:rPr lang="zh-CN" altLang="en-US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，</a:t>
            </a:r>
            <a:r>
              <a:rPr lang="en-US" altLang="zh-CN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3</a:t>
            </a:r>
            <a:r>
              <a:rPr lang="zh-CN" altLang="en-US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， </a:t>
            </a:r>
            <a:r>
              <a:rPr lang="en-US" altLang="zh-CN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3</a:t>
            </a:r>
            <a:r>
              <a:rPr lang="zh-CN" altLang="en-US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，</a:t>
            </a:r>
            <a:r>
              <a:rPr lang="en-US" altLang="zh-CN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-11}=4d</a:t>
            </a:r>
            <a:r>
              <a:rPr lang="zh-CN" altLang="en-US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；</a:t>
            </a:r>
            <a:endParaRPr lang="en-US" altLang="zh-CN" sz="2000" b="1" dirty="0"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763688" y="3237570"/>
            <a:ext cx="536459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       K</a:t>
            </a:r>
            <a:r>
              <a:rPr lang="en-US" altLang="zh-CN" sz="2000" b="1" baseline="-25000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BC</a:t>
            </a:r>
            <a:r>
              <a:rPr lang="zh-CN" altLang="en-US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：</a:t>
            </a:r>
            <a:r>
              <a:rPr lang="en-US" altLang="zh-CN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   1</a:t>
            </a:r>
            <a:r>
              <a:rPr lang="zh-CN" altLang="en-US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，</a:t>
            </a:r>
            <a:r>
              <a:rPr lang="en-US" altLang="zh-CN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4</a:t>
            </a:r>
            <a:r>
              <a:rPr lang="zh-CN" altLang="en-US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，</a:t>
            </a:r>
            <a:r>
              <a:rPr lang="en-US" altLang="zh-CN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8</a:t>
            </a:r>
            <a:r>
              <a:rPr lang="zh-CN" altLang="en-US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，</a:t>
            </a:r>
            <a:r>
              <a:rPr lang="en-US" altLang="zh-CN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11</a:t>
            </a:r>
          </a:p>
          <a:p>
            <a:r>
              <a:rPr lang="en-US" altLang="zh-CN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                </a:t>
            </a:r>
            <a:r>
              <a:rPr lang="zh-CN" altLang="en-US" sz="2000" b="1" u="sng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－        </a:t>
            </a:r>
            <a:r>
              <a:rPr lang="en-US" altLang="zh-CN" sz="2000" b="1" u="sng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3</a:t>
            </a:r>
            <a:r>
              <a:rPr lang="zh-CN" altLang="en-US" sz="2000" b="1" u="sng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，</a:t>
            </a:r>
            <a:r>
              <a:rPr lang="en-US" altLang="zh-CN" sz="2000" b="1" u="sng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7</a:t>
            </a:r>
            <a:r>
              <a:rPr lang="zh-CN" altLang="en-US" sz="2000" b="1" u="sng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， </a:t>
            </a:r>
            <a:r>
              <a:rPr lang="en-US" altLang="zh-CN" sz="2000" b="1" u="sng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9</a:t>
            </a:r>
            <a:r>
              <a:rPr lang="zh-CN" altLang="en-US" sz="2000" b="1" u="sng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，</a:t>
            </a:r>
            <a:r>
              <a:rPr lang="en-US" altLang="zh-CN" sz="2000" b="1" u="sng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11</a:t>
            </a:r>
          </a:p>
          <a:p>
            <a:r>
              <a:rPr lang="en-US" altLang="zh-CN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                      1</a:t>
            </a:r>
            <a:r>
              <a:rPr lang="zh-CN" altLang="en-US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，</a:t>
            </a:r>
            <a:r>
              <a:rPr lang="en-US" altLang="zh-CN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1</a:t>
            </a:r>
            <a:r>
              <a:rPr lang="zh-CN" altLang="en-US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，</a:t>
            </a:r>
            <a:r>
              <a:rPr lang="en-US" altLang="zh-CN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1</a:t>
            </a:r>
            <a:r>
              <a:rPr lang="zh-CN" altLang="en-US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， </a:t>
            </a:r>
            <a:r>
              <a:rPr lang="en-US" altLang="zh-CN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2</a:t>
            </a:r>
            <a:r>
              <a:rPr lang="zh-CN" altLang="en-US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，</a:t>
            </a:r>
            <a:r>
              <a:rPr lang="en-US" altLang="zh-CN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-11</a:t>
            </a:r>
          </a:p>
          <a:p>
            <a:r>
              <a:rPr lang="en-US" altLang="zh-CN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       </a:t>
            </a:r>
            <a:r>
              <a:rPr lang="zh-CN" altLang="en-US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所以，</a:t>
            </a:r>
            <a:r>
              <a:rPr lang="en-US" altLang="zh-CN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K</a:t>
            </a:r>
            <a:r>
              <a:rPr lang="en-US" altLang="zh-CN" sz="2000" b="1" baseline="-25000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BC</a:t>
            </a:r>
            <a:r>
              <a:rPr lang="en-US" altLang="zh-CN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=max{1</a:t>
            </a:r>
            <a:r>
              <a:rPr lang="zh-CN" altLang="en-US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，</a:t>
            </a:r>
            <a:r>
              <a:rPr lang="en-US" altLang="zh-CN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1</a:t>
            </a:r>
            <a:r>
              <a:rPr lang="zh-CN" altLang="en-US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，</a:t>
            </a:r>
            <a:r>
              <a:rPr lang="en-US" altLang="zh-CN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1</a:t>
            </a:r>
            <a:r>
              <a:rPr lang="zh-CN" altLang="en-US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， </a:t>
            </a:r>
            <a:r>
              <a:rPr lang="en-US" altLang="zh-CN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2</a:t>
            </a:r>
            <a:r>
              <a:rPr lang="zh-CN" altLang="en-US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，</a:t>
            </a:r>
            <a:r>
              <a:rPr lang="en-US" altLang="zh-CN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-11}=2d</a:t>
            </a:r>
            <a:r>
              <a:rPr lang="zh-CN" altLang="en-US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；</a:t>
            </a:r>
            <a:endParaRPr lang="en-US" altLang="zh-CN" sz="2000" b="1" dirty="0"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03333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3">
            <a:extLst>
              <a:ext uri="{FF2B5EF4-FFF2-40B4-BE49-F238E27FC236}">
                <a16:creationId xmlns:a16="http://schemas.microsoft.com/office/drawing/2014/main" id="{D044991F-C3DD-476A-8D35-0CD3D381456F}"/>
              </a:ext>
            </a:extLst>
          </p:cNvPr>
          <p:cNvSpPr txBox="1"/>
          <p:nvPr/>
        </p:nvSpPr>
        <p:spPr>
          <a:xfrm>
            <a:off x="7194916" y="30410"/>
            <a:ext cx="191358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dirty="0">
                <a:latin typeface="华文行楷" panose="02010800040101010101" pitchFamily="2" charset="-122"/>
                <a:ea typeface="华文行楷" panose="02010800040101010101" pitchFamily="2" charset="-122"/>
              </a:rPr>
              <a:t>如切如磋  如琢如磨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07704" y="1168752"/>
            <a:ext cx="536459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       K</a:t>
            </a:r>
            <a:r>
              <a:rPr lang="en-US" altLang="zh-CN" sz="2000" b="1" baseline="-25000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CD</a:t>
            </a:r>
            <a:r>
              <a:rPr lang="zh-CN" altLang="en-US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：</a:t>
            </a:r>
            <a:r>
              <a:rPr lang="en-US" altLang="zh-CN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   3</a:t>
            </a:r>
            <a:r>
              <a:rPr lang="zh-CN" altLang="en-US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，</a:t>
            </a:r>
            <a:r>
              <a:rPr lang="en-US" altLang="zh-CN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7</a:t>
            </a:r>
            <a:r>
              <a:rPr lang="zh-CN" altLang="en-US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，</a:t>
            </a:r>
            <a:r>
              <a:rPr lang="en-US" altLang="zh-CN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9</a:t>
            </a:r>
            <a:r>
              <a:rPr lang="zh-CN" altLang="en-US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，</a:t>
            </a:r>
            <a:r>
              <a:rPr lang="en-US" altLang="zh-CN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11</a:t>
            </a:r>
          </a:p>
          <a:p>
            <a:r>
              <a:rPr lang="en-US" altLang="zh-CN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                </a:t>
            </a:r>
            <a:r>
              <a:rPr lang="zh-CN" altLang="en-US" sz="2000" b="1" u="sng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－        </a:t>
            </a:r>
            <a:r>
              <a:rPr lang="en-US" altLang="zh-CN" sz="2000" b="1" u="sng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6</a:t>
            </a:r>
            <a:r>
              <a:rPr lang="zh-CN" altLang="en-US" sz="2000" b="1" u="sng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，</a:t>
            </a:r>
            <a:r>
              <a:rPr lang="en-US" altLang="zh-CN" sz="2000" b="1" u="sng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8</a:t>
            </a:r>
            <a:r>
              <a:rPr lang="zh-CN" altLang="en-US" sz="2000" b="1" u="sng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，</a:t>
            </a:r>
            <a:r>
              <a:rPr lang="en-US" altLang="zh-CN" sz="2000" b="1" u="sng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11</a:t>
            </a:r>
            <a:r>
              <a:rPr lang="zh-CN" altLang="en-US" sz="2000" b="1" u="sng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，</a:t>
            </a:r>
            <a:r>
              <a:rPr lang="en-US" altLang="zh-CN" sz="2000" b="1" u="sng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15</a:t>
            </a:r>
          </a:p>
          <a:p>
            <a:r>
              <a:rPr lang="en-US" altLang="zh-CN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                      3</a:t>
            </a:r>
            <a:r>
              <a:rPr lang="zh-CN" altLang="en-US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，</a:t>
            </a:r>
            <a:r>
              <a:rPr lang="en-US" altLang="zh-CN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1</a:t>
            </a:r>
            <a:r>
              <a:rPr lang="zh-CN" altLang="en-US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，</a:t>
            </a:r>
            <a:r>
              <a:rPr lang="en-US" altLang="zh-CN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1</a:t>
            </a:r>
            <a:r>
              <a:rPr lang="zh-CN" altLang="en-US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， </a:t>
            </a:r>
            <a:r>
              <a:rPr lang="en-US" altLang="zh-CN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0</a:t>
            </a:r>
            <a:r>
              <a:rPr lang="zh-CN" altLang="en-US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，</a:t>
            </a:r>
            <a:r>
              <a:rPr lang="en-US" altLang="zh-CN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-15</a:t>
            </a:r>
          </a:p>
          <a:p>
            <a:r>
              <a:rPr lang="en-US" altLang="zh-CN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       </a:t>
            </a:r>
            <a:r>
              <a:rPr lang="zh-CN" altLang="en-US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所以，</a:t>
            </a:r>
            <a:r>
              <a:rPr lang="en-US" altLang="zh-CN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K</a:t>
            </a:r>
            <a:r>
              <a:rPr lang="en-US" altLang="zh-CN" sz="2000" b="1" baseline="-25000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CD</a:t>
            </a:r>
            <a:r>
              <a:rPr lang="en-US" altLang="zh-CN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=max{3</a:t>
            </a:r>
            <a:r>
              <a:rPr lang="zh-CN" altLang="en-US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，</a:t>
            </a:r>
            <a:r>
              <a:rPr lang="en-US" altLang="zh-CN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1</a:t>
            </a:r>
            <a:r>
              <a:rPr lang="zh-CN" altLang="en-US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，</a:t>
            </a:r>
            <a:r>
              <a:rPr lang="en-US" altLang="zh-CN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1</a:t>
            </a:r>
            <a:r>
              <a:rPr lang="zh-CN" altLang="en-US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， </a:t>
            </a:r>
            <a:r>
              <a:rPr lang="en-US" altLang="zh-CN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0</a:t>
            </a:r>
            <a:r>
              <a:rPr lang="zh-CN" altLang="en-US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，</a:t>
            </a:r>
            <a:r>
              <a:rPr lang="en-US" altLang="zh-CN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-15}=3d</a:t>
            </a:r>
            <a:r>
              <a:rPr lang="zh-CN" altLang="en-US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；</a:t>
            </a:r>
            <a:endParaRPr lang="en-US" altLang="zh-CN" sz="2000" b="1" dirty="0"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25506" y="2492191"/>
            <a:ext cx="892899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       </a:t>
            </a:r>
            <a:r>
              <a:rPr lang="zh-CN" altLang="en-US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（</a:t>
            </a:r>
            <a:r>
              <a:rPr lang="en-US" altLang="zh-CN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3</a:t>
            </a:r>
            <a:r>
              <a:rPr lang="zh-CN" altLang="en-US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）计算流水工期</a:t>
            </a:r>
            <a:r>
              <a:rPr lang="en-US" altLang="zh-CN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T</a:t>
            </a:r>
            <a:r>
              <a:rPr lang="zh-CN" altLang="en-US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：</a:t>
            </a:r>
            <a:endParaRPr lang="en-US" altLang="zh-CN" sz="2000" b="1" dirty="0"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algn="ctr">
              <a:lnSpc>
                <a:spcPct val="150000"/>
              </a:lnSpc>
            </a:pPr>
            <a:r>
              <a:rPr lang="en-US" altLang="zh-CN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T=∑K + D</a:t>
            </a:r>
            <a:r>
              <a:rPr lang="en-US" altLang="zh-CN" sz="2000" b="1" baseline="-25000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h</a:t>
            </a:r>
            <a:r>
              <a:rPr lang="en-US" altLang="zh-CN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+ ∑J + ∑Z </a:t>
            </a:r>
            <a:r>
              <a:rPr lang="zh-CN" altLang="en-US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－ ∑</a:t>
            </a:r>
            <a:r>
              <a:rPr lang="en-US" altLang="zh-CN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D=</a:t>
            </a:r>
            <a:r>
              <a:rPr lang="zh-CN" altLang="en-US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（</a:t>
            </a:r>
            <a:r>
              <a:rPr lang="en-US" altLang="zh-CN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4+2+3</a:t>
            </a:r>
            <a:r>
              <a:rPr lang="zh-CN" altLang="en-US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）</a:t>
            </a:r>
            <a:r>
              <a:rPr lang="en-US" altLang="zh-CN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+</a:t>
            </a:r>
            <a:r>
              <a:rPr lang="zh-CN" altLang="en-US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（</a:t>
            </a:r>
            <a:r>
              <a:rPr lang="en-US" altLang="zh-CN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6+2+3+4</a:t>
            </a:r>
            <a:r>
              <a:rPr lang="zh-CN" altLang="en-US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）</a:t>
            </a:r>
            <a:r>
              <a:rPr lang="en-US" altLang="zh-CN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+0=24d</a:t>
            </a:r>
            <a:r>
              <a:rPr lang="zh-CN" altLang="en-US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；</a:t>
            </a:r>
            <a:endParaRPr lang="en-US" altLang="zh-CN" sz="2000" b="1" dirty="0"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18973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3">
            <a:extLst>
              <a:ext uri="{FF2B5EF4-FFF2-40B4-BE49-F238E27FC236}">
                <a16:creationId xmlns:a16="http://schemas.microsoft.com/office/drawing/2014/main" id="{D044991F-C3DD-476A-8D35-0CD3D381456F}"/>
              </a:ext>
            </a:extLst>
          </p:cNvPr>
          <p:cNvSpPr txBox="1"/>
          <p:nvPr/>
        </p:nvSpPr>
        <p:spPr>
          <a:xfrm>
            <a:off x="7194916" y="30410"/>
            <a:ext cx="191358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dirty="0">
                <a:latin typeface="华文行楷" panose="02010800040101010101" pitchFamily="2" charset="-122"/>
                <a:ea typeface="华文行楷" panose="02010800040101010101" pitchFamily="2" charset="-122"/>
              </a:rPr>
              <a:t>如切如磋  如琢如磨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504" y="368964"/>
            <a:ext cx="892899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2000" b="1">
                <a:latin typeface="Times New Roman" pitchFamily="18" charset="0"/>
                <a:ea typeface="宋体" pitchFamily="2" charset="-122"/>
                <a:cs typeface="Times New Roman" pitchFamily="18" charset="0"/>
              </a:defRPr>
            </a:lvl1pPr>
          </a:lstStyle>
          <a:p>
            <a:r>
              <a:rPr lang="en-US" altLang="zh-CN" dirty="0"/>
              <a:t>        </a:t>
            </a:r>
            <a:r>
              <a:rPr lang="zh-CN" altLang="en-US" dirty="0"/>
              <a:t>（</a:t>
            </a:r>
            <a:r>
              <a:rPr lang="en-US" altLang="zh-CN" dirty="0"/>
              <a:t>4</a:t>
            </a:r>
            <a:r>
              <a:rPr lang="zh-CN" altLang="en-US" dirty="0"/>
              <a:t>）绘制流水施工进度表：</a:t>
            </a:r>
          </a:p>
        </p:txBody>
      </p:sp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7402956"/>
              </p:ext>
            </p:extLst>
          </p:nvPr>
        </p:nvGraphicFramePr>
        <p:xfrm>
          <a:off x="1043607" y="922963"/>
          <a:ext cx="7920887" cy="3088945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4675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13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13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136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1044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1044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1044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1044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10441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10441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10441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10441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10441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10441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310441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310441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310441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310441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310441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  <a:gridCol w="310441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  <a:gridCol w="310441">
                  <a:extLst>
                    <a:ext uri="{9D8B030D-6E8A-4147-A177-3AD203B41FA5}">
                      <a16:colId xmlns:a16="http://schemas.microsoft.com/office/drawing/2014/main" val="20020"/>
                    </a:ext>
                  </a:extLst>
                </a:gridCol>
                <a:gridCol w="310441">
                  <a:extLst>
                    <a:ext uri="{9D8B030D-6E8A-4147-A177-3AD203B41FA5}">
                      <a16:colId xmlns:a16="http://schemas.microsoft.com/office/drawing/2014/main" val="20021"/>
                    </a:ext>
                  </a:extLst>
                </a:gridCol>
                <a:gridCol w="310441">
                  <a:extLst>
                    <a:ext uri="{9D8B030D-6E8A-4147-A177-3AD203B41FA5}">
                      <a16:colId xmlns:a16="http://schemas.microsoft.com/office/drawing/2014/main" val="20022"/>
                    </a:ext>
                  </a:extLst>
                </a:gridCol>
                <a:gridCol w="310441">
                  <a:extLst>
                    <a:ext uri="{9D8B030D-6E8A-4147-A177-3AD203B41FA5}">
                      <a16:colId xmlns:a16="http://schemas.microsoft.com/office/drawing/2014/main" val="20023"/>
                    </a:ext>
                  </a:extLst>
                </a:gridCol>
                <a:gridCol w="310441">
                  <a:extLst>
                    <a:ext uri="{9D8B030D-6E8A-4147-A177-3AD203B41FA5}">
                      <a16:colId xmlns:a16="http://schemas.microsoft.com/office/drawing/2014/main" val="20024"/>
                    </a:ext>
                  </a:extLst>
                </a:gridCol>
              </a:tblGrid>
              <a:tr h="508575">
                <a:tc row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b="1" kern="100" dirty="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施工</a:t>
                      </a: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b="1" kern="100" dirty="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过程</a:t>
                      </a:r>
                    </a:p>
                  </a:txBody>
                  <a:tcPr marL="68580" marR="68580" marT="0" marB="0" anchor="ctr"/>
                </a:tc>
                <a:tc gridSpan="24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施工进度（天）</a:t>
                      </a: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607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lang="zh-CN" sz="1200" b="1" kern="100"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2</a:t>
                      </a:r>
                      <a:endParaRPr lang="zh-CN" sz="1200" b="1" kern="100"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3</a:t>
                      </a:r>
                      <a:endParaRPr lang="zh-CN" sz="1200" b="1" kern="100"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4</a:t>
                      </a:r>
                      <a:endParaRPr lang="zh-CN" sz="1200" b="1" kern="100"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5</a:t>
                      </a:r>
                      <a:endParaRPr lang="zh-CN" sz="1200" b="1" kern="100"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6</a:t>
                      </a:r>
                      <a:endParaRPr lang="zh-CN" sz="1200" b="1" kern="100"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7</a:t>
                      </a:r>
                      <a:endParaRPr lang="zh-CN" sz="1200" b="1" kern="100"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8</a:t>
                      </a:r>
                      <a:endParaRPr lang="zh-CN" sz="1200" b="1" kern="100"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9</a:t>
                      </a:r>
                      <a:endParaRPr lang="zh-CN" sz="1200" b="1" kern="100"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10</a:t>
                      </a:r>
                      <a:endParaRPr lang="zh-CN" sz="1200" b="1" kern="100"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11</a:t>
                      </a:r>
                      <a:endParaRPr lang="zh-CN" sz="1200" b="1" kern="100"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12</a:t>
                      </a:r>
                      <a:endParaRPr lang="zh-CN" sz="1200" b="1" kern="100"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13</a:t>
                      </a:r>
                      <a:endParaRPr lang="zh-CN" sz="1200" b="1" kern="100"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14</a:t>
                      </a:r>
                      <a:endParaRPr lang="zh-CN" sz="1200" b="1" kern="100"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15</a:t>
                      </a:r>
                      <a:endParaRPr lang="zh-CN" sz="1200" b="1" kern="100"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16</a:t>
                      </a:r>
                      <a:endParaRPr lang="zh-CN" sz="1200" b="1" kern="100"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17</a:t>
                      </a:r>
                      <a:endParaRPr lang="zh-CN" sz="1200" b="1" kern="100"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18</a:t>
                      </a:r>
                      <a:endParaRPr lang="zh-CN" sz="1200" b="1" kern="100"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19</a:t>
                      </a:r>
                      <a:endParaRPr lang="zh-CN" sz="1200" b="1" kern="100"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20</a:t>
                      </a:r>
                      <a:endParaRPr lang="zh-CN" sz="1200" b="1" kern="100"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21</a:t>
                      </a:r>
                      <a:endParaRPr lang="zh-CN" sz="1200" b="1" kern="100"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22</a:t>
                      </a:r>
                      <a:endParaRPr lang="zh-CN" sz="1200" b="1" kern="100"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23</a:t>
                      </a:r>
                      <a:endParaRPr lang="zh-CN" sz="1200" b="1" kern="100"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24</a:t>
                      </a:r>
                      <a:endParaRPr lang="zh-CN" sz="1200" b="1" kern="100"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857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A</a:t>
                      </a:r>
                      <a:endParaRPr lang="zh-CN" sz="1200" b="1" kern="100"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 </a:t>
                      </a:r>
                      <a:endParaRPr lang="zh-CN" sz="1200" b="1" kern="100"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 </a:t>
                      </a:r>
                      <a:endParaRPr lang="zh-CN" sz="1200" b="1" kern="100"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 </a:t>
                      </a:r>
                      <a:endParaRPr lang="zh-CN" sz="1200" b="1" kern="100"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 </a:t>
                      </a:r>
                      <a:endParaRPr lang="zh-CN" sz="1200" b="1" kern="100"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 </a:t>
                      </a:r>
                      <a:endParaRPr lang="zh-CN" sz="1200" b="1" kern="100"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 </a:t>
                      </a:r>
                      <a:endParaRPr lang="zh-CN" sz="1200" b="1" kern="100"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 </a:t>
                      </a:r>
                      <a:endParaRPr lang="zh-CN" sz="1200" b="1" kern="100"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 </a:t>
                      </a:r>
                      <a:endParaRPr lang="zh-CN" sz="1200" b="1" kern="100"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 </a:t>
                      </a:r>
                      <a:endParaRPr lang="zh-CN" sz="1200" b="1" kern="100"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 </a:t>
                      </a:r>
                      <a:endParaRPr lang="zh-CN" sz="1200" b="1" kern="100"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 </a:t>
                      </a:r>
                      <a:endParaRPr lang="zh-CN" sz="1200" b="1" kern="100"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 </a:t>
                      </a:r>
                      <a:endParaRPr lang="zh-CN" sz="1200" b="1" kern="100"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 </a:t>
                      </a:r>
                      <a:endParaRPr lang="zh-CN" sz="1200" b="1" kern="100"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 </a:t>
                      </a:r>
                      <a:endParaRPr lang="zh-CN" sz="1200" b="1" kern="100"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 </a:t>
                      </a:r>
                      <a:endParaRPr lang="zh-CN" sz="1200" b="1" kern="100"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 </a:t>
                      </a:r>
                      <a:endParaRPr lang="zh-CN" sz="1200" b="1" kern="100"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 </a:t>
                      </a:r>
                      <a:endParaRPr lang="zh-CN" sz="1200" b="1" kern="100"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 </a:t>
                      </a:r>
                      <a:endParaRPr lang="zh-CN" sz="1200" b="1" kern="100"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 </a:t>
                      </a:r>
                      <a:endParaRPr lang="zh-CN" sz="1200" b="1" kern="100"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 </a:t>
                      </a:r>
                      <a:endParaRPr lang="zh-CN" sz="1200" b="1" kern="100"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 </a:t>
                      </a:r>
                      <a:endParaRPr lang="zh-CN" sz="1200" b="1" kern="100"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 </a:t>
                      </a:r>
                      <a:endParaRPr lang="zh-CN" sz="1200" b="1" kern="100"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 </a:t>
                      </a:r>
                      <a:endParaRPr lang="zh-CN" sz="1200" b="1" kern="100"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 </a:t>
                      </a:r>
                      <a:endParaRPr lang="zh-CN" sz="1200" b="1" kern="100"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857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B</a:t>
                      </a:r>
                      <a:endParaRPr lang="zh-CN" sz="1200" b="1" kern="100"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 </a:t>
                      </a:r>
                      <a:endParaRPr lang="zh-CN" sz="1200" b="1" kern="100"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 </a:t>
                      </a:r>
                      <a:endParaRPr lang="zh-CN" sz="1200" b="1" kern="100"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 </a:t>
                      </a:r>
                      <a:endParaRPr lang="zh-CN" sz="1200" b="1" kern="100"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 </a:t>
                      </a:r>
                      <a:endParaRPr lang="zh-CN" sz="1200" b="1" kern="100"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 </a:t>
                      </a:r>
                      <a:endParaRPr lang="zh-CN" sz="1200" b="1" kern="100"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b="1" kern="100" dirty="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 </a:t>
                      </a:r>
                      <a:endParaRPr lang="zh-CN" sz="1200" b="1" kern="100" dirty="0"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 </a:t>
                      </a:r>
                      <a:endParaRPr lang="zh-CN" sz="1200" b="1" kern="100"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 </a:t>
                      </a:r>
                      <a:endParaRPr lang="zh-CN" sz="1200" b="1" kern="100"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 </a:t>
                      </a:r>
                      <a:endParaRPr lang="zh-CN" sz="1200" b="1" kern="100"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 </a:t>
                      </a:r>
                      <a:endParaRPr lang="zh-CN" sz="1200" b="1" kern="100"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 </a:t>
                      </a:r>
                      <a:endParaRPr lang="zh-CN" sz="1200" b="1" kern="100"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 </a:t>
                      </a:r>
                      <a:endParaRPr lang="zh-CN" sz="1200" b="1" kern="100"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 </a:t>
                      </a:r>
                      <a:endParaRPr lang="zh-CN" sz="1200" b="1" kern="100"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 </a:t>
                      </a:r>
                      <a:endParaRPr lang="zh-CN" sz="1200" b="1" kern="100"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 </a:t>
                      </a:r>
                      <a:endParaRPr lang="zh-CN" sz="1200" b="1" kern="100"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 </a:t>
                      </a:r>
                      <a:endParaRPr lang="zh-CN" sz="1200" b="1" kern="100"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 </a:t>
                      </a:r>
                      <a:endParaRPr lang="zh-CN" sz="1200" b="1" kern="100"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 </a:t>
                      </a:r>
                      <a:endParaRPr lang="zh-CN" sz="1200" b="1" kern="100"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 </a:t>
                      </a:r>
                      <a:endParaRPr lang="zh-CN" sz="1200" b="1" kern="100"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 </a:t>
                      </a:r>
                      <a:endParaRPr lang="zh-CN" sz="1200" b="1" kern="100"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 </a:t>
                      </a:r>
                      <a:endParaRPr lang="zh-CN" sz="1200" b="1" kern="100"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 </a:t>
                      </a:r>
                      <a:endParaRPr lang="zh-CN" sz="1200" b="1" kern="100"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 </a:t>
                      </a:r>
                      <a:endParaRPr lang="zh-CN" sz="1200" b="1" kern="100"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 </a:t>
                      </a:r>
                      <a:endParaRPr lang="zh-CN" sz="1200" b="1" kern="100"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857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C</a:t>
                      </a:r>
                      <a:endParaRPr lang="zh-CN" sz="1200" b="1" kern="100"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 </a:t>
                      </a:r>
                      <a:endParaRPr lang="zh-CN" sz="1200" b="1" kern="100"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 </a:t>
                      </a:r>
                      <a:endParaRPr lang="zh-CN" sz="1200" b="1" kern="100"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 </a:t>
                      </a:r>
                      <a:endParaRPr lang="zh-CN" sz="1200" b="1" kern="100"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 </a:t>
                      </a:r>
                      <a:endParaRPr lang="zh-CN" sz="1200" b="1" kern="100"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 </a:t>
                      </a:r>
                      <a:endParaRPr lang="zh-CN" sz="1200" b="1" kern="100"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 </a:t>
                      </a:r>
                      <a:endParaRPr lang="zh-CN" sz="1200" b="1" kern="100"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 </a:t>
                      </a:r>
                      <a:endParaRPr lang="zh-CN" sz="1200" b="1" kern="100"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 </a:t>
                      </a:r>
                      <a:endParaRPr lang="zh-CN" sz="1200" b="1" kern="100"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b="1" kern="100" dirty="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 </a:t>
                      </a:r>
                      <a:endParaRPr lang="zh-CN" sz="1200" b="1" kern="100" dirty="0"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 </a:t>
                      </a:r>
                      <a:endParaRPr lang="zh-CN" sz="1200" b="1" kern="100"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 </a:t>
                      </a:r>
                      <a:endParaRPr lang="zh-CN" sz="1200" b="1" kern="100"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 </a:t>
                      </a:r>
                      <a:endParaRPr lang="zh-CN" sz="1200" b="1" kern="100"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 </a:t>
                      </a:r>
                      <a:endParaRPr lang="zh-CN" sz="1200" b="1" kern="100"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 </a:t>
                      </a:r>
                      <a:endParaRPr lang="zh-CN" sz="1200" b="1" kern="100"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 </a:t>
                      </a:r>
                      <a:endParaRPr lang="zh-CN" sz="1200" b="1" kern="100"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 </a:t>
                      </a:r>
                      <a:endParaRPr lang="zh-CN" sz="1200" b="1" kern="100"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 </a:t>
                      </a:r>
                      <a:endParaRPr lang="zh-CN" sz="1200" b="1" kern="100"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 </a:t>
                      </a:r>
                      <a:endParaRPr lang="zh-CN" sz="1200" b="1" kern="100"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 </a:t>
                      </a:r>
                      <a:endParaRPr lang="zh-CN" sz="1200" b="1" kern="100"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 </a:t>
                      </a:r>
                      <a:endParaRPr lang="zh-CN" sz="1200" b="1" kern="100"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 </a:t>
                      </a:r>
                      <a:endParaRPr lang="zh-CN" sz="1200" b="1" kern="100"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 </a:t>
                      </a:r>
                      <a:endParaRPr lang="zh-CN" sz="1200" b="1" kern="100"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 </a:t>
                      </a:r>
                      <a:endParaRPr lang="zh-CN" sz="1200" b="1" kern="100"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 </a:t>
                      </a:r>
                      <a:endParaRPr lang="zh-CN" sz="1200" b="1" kern="100"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857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D</a:t>
                      </a:r>
                      <a:endParaRPr lang="zh-CN" sz="1200" b="1" kern="100"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 </a:t>
                      </a:r>
                      <a:endParaRPr lang="zh-CN" sz="1200" b="1" kern="100"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 </a:t>
                      </a:r>
                      <a:endParaRPr lang="zh-CN" sz="1200" b="1" kern="100"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 </a:t>
                      </a:r>
                      <a:endParaRPr lang="zh-CN" sz="1200" b="1" kern="100"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 </a:t>
                      </a:r>
                      <a:endParaRPr lang="zh-CN" sz="1200" b="1" kern="100"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 </a:t>
                      </a:r>
                      <a:endParaRPr lang="zh-CN" sz="1200" b="1" kern="100"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 </a:t>
                      </a:r>
                      <a:endParaRPr lang="zh-CN" sz="1200" b="1" kern="100"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 </a:t>
                      </a:r>
                      <a:endParaRPr lang="zh-CN" sz="1200" b="1" kern="100"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 </a:t>
                      </a:r>
                      <a:endParaRPr lang="zh-CN" sz="1200" b="1" kern="100"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 </a:t>
                      </a:r>
                      <a:endParaRPr lang="zh-CN" sz="1200" b="1" kern="100"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 </a:t>
                      </a:r>
                      <a:endParaRPr lang="zh-CN" sz="1200" b="1" kern="100"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 </a:t>
                      </a:r>
                      <a:endParaRPr lang="zh-CN" sz="1200" b="1" kern="100"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 </a:t>
                      </a:r>
                      <a:endParaRPr lang="zh-CN" sz="1200" b="1" kern="100"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 </a:t>
                      </a:r>
                      <a:endParaRPr lang="zh-CN" sz="1200" b="1" kern="100"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 </a:t>
                      </a:r>
                      <a:endParaRPr lang="zh-CN" sz="1200" b="1" kern="100"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 </a:t>
                      </a:r>
                      <a:endParaRPr lang="zh-CN" sz="1200" b="1" kern="100"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 </a:t>
                      </a:r>
                      <a:endParaRPr lang="zh-CN" sz="1200" b="1" kern="100"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 </a:t>
                      </a:r>
                      <a:endParaRPr lang="zh-CN" sz="1200" b="1" kern="100"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 </a:t>
                      </a:r>
                      <a:endParaRPr lang="zh-CN" sz="1200" b="1" kern="100"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 </a:t>
                      </a:r>
                      <a:endParaRPr lang="zh-CN" sz="1200" b="1" kern="100"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 </a:t>
                      </a:r>
                      <a:endParaRPr lang="zh-CN" sz="1200" b="1" kern="100"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 </a:t>
                      </a:r>
                      <a:endParaRPr lang="zh-CN" sz="1200" b="1" kern="100"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 </a:t>
                      </a:r>
                      <a:endParaRPr lang="zh-CN" sz="1200" b="1" kern="100"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 </a:t>
                      </a:r>
                      <a:endParaRPr lang="zh-CN" sz="1200" b="1" kern="100"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b="1" kern="100" dirty="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 </a:t>
                      </a:r>
                      <a:endParaRPr lang="zh-CN" sz="1200" b="1" kern="100" dirty="0"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cxnSp>
        <p:nvCxnSpPr>
          <p:cNvPr id="6" name="直接连接符 5"/>
          <p:cNvCxnSpPr/>
          <p:nvPr/>
        </p:nvCxnSpPr>
        <p:spPr>
          <a:xfrm>
            <a:off x="1475656" y="2283718"/>
            <a:ext cx="1008112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799692" y="1993061"/>
            <a:ext cx="360040" cy="29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100" b="1" dirty="0">
                <a:latin typeface="Arial" panose="020B0604020202020204" pitchFamily="34" charset="0"/>
                <a:ea typeface="微软雅黑" panose="020B0503020204020204" pitchFamily="34" charset="-122"/>
              </a:rPr>
              <a:t>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8113" y="1926051"/>
            <a:ext cx="360040" cy="29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100" b="1" dirty="0">
                <a:latin typeface="Arial" panose="020B0604020202020204" pitchFamily="34" charset="0"/>
                <a:ea typeface="微软雅黑" panose="020B0503020204020204" pitchFamily="34" charset="-122"/>
              </a:rPr>
              <a:t>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16185" y="1993060"/>
            <a:ext cx="360040" cy="29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100" b="1" dirty="0">
                <a:latin typeface="Arial" panose="020B0604020202020204" pitchFamily="34" charset="0"/>
                <a:ea typeface="微软雅黑" panose="020B0503020204020204" pitchFamily="34" charset="-122"/>
              </a:rPr>
              <a:t>③</a:t>
            </a:r>
          </a:p>
        </p:txBody>
      </p:sp>
      <p:cxnSp>
        <p:nvCxnSpPr>
          <p:cNvPr id="10" name="直接连接符 9"/>
          <p:cNvCxnSpPr/>
          <p:nvPr/>
        </p:nvCxnSpPr>
        <p:spPr>
          <a:xfrm>
            <a:off x="2436435" y="2211710"/>
            <a:ext cx="623397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139952" y="1921053"/>
            <a:ext cx="360040" cy="29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100" b="1" dirty="0">
                <a:latin typeface="Arial" panose="020B0604020202020204" pitchFamily="34" charset="0"/>
                <a:ea typeface="微软雅黑" panose="020B0503020204020204" pitchFamily="34" charset="-122"/>
              </a:rPr>
              <a:t>④</a:t>
            </a:r>
          </a:p>
        </p:txBody>
      </p:sp>
      <p:cxnSp>
        <p:nvCxnSpPr>
          <p:cNvPr id="19" name="直接连接符 18"/>
          <p:cNvCxnSpPr/>
          <p:nvPr/>
        </p:nvCxnSpPr>
        <p:spPr>
          <a:xfrm>
            <a:off x="3084507" y="2283718"/>
            <a:ext cx="623397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/>
          <p:cNvCxnSpPr/>
          <p:nvPr/>
        </p:nvCxnSpPr>
        <p:spPr>
          <a:xfrm>
            <a:off x="3707904" y="2211710"/>
            <a:ext cx="120047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/>
        </p:nvCxnSpPr>
        <p:spPr>
          <a:xfrm>
            <a:off x="2748133" y="2787774"/>
            <a:ext cx="311699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/>
          <p:cNvCxnSpPr/>
          <p:nvPr/>
        </p:nvCxnSpPr>
        <p:spPr>
          <a:xfrm>
            <a:off x="3059832" y="2715766"/>
            <a:ext cx="936104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/>
          <p:cNvCxnSpPr/>
          <p:nvPr/>
        </p:nvCxnSpPr>
        <p:spPr>
          <a:xfrm>
            <a:off x="3995936" y="2787774"/>
            <a:ext cx="1224136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/>
          <p:cNvCxnSpPr/>
          <p:nvPr/>
        </p:nvCxnSpPr>
        <p:spPr>
          <a:xfrm>
            <a:off x="5220072" y="2715766"/>
            <a:ext cx="936104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2723962" y="2497117"/>
            <a:ext cx="360040" cy="29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100" b="1" dirty="0">
                <a:latin typeface="Arial" panose="020B0604020202020204" pitchFamily="34" charset="0"/>
                <a:ea typeface="微软雅黑" panose="020B0503020204020204" pitchFamily="34" charset="-122"/>
              </a:rPr>
              <a:t>①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47864" y="2425109"/>
            <a:ext cx="360040" cy="29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100" b="1" dirty="0">
                <a:latin typeface="Arial" panose="020B0604020202020204" pitchFamily="34" charset="0"/>
                <a:ea typeface="微软雅黑" panose="020B0503020204020204" pitchFamily="34" charset="-122"/>
              </a:rPr>
              <a:t>②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27984" y="2497116"/>
            <a:ext cx="360040" cy="29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100" b="1" dirty="0">
                <a:latin typeface="Arial" panose="020B0604020202020204" pitchFamily="34" charset="0"/>
                <a:ea typeface="微软雅黑" panose="020B0503020204020204" pitchFamily="34" charset="-122"/>
              </a:rPr>
              <a:t>③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508104" y="2425109"/>
            <a:ext cx="360040" cy="29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100" b="1" dirty="0">
                <a:latin typeface="Arial" panose="020B0604020202020204" pitchFamily="34" charset="0"/>
                <a:ea typeface="微软雅黑" panose="020B0503020204020204" pitchFamily="34" charset="-122"/>
              </a:rPr>
              <a:t>④</a:t>
            </a:r>
          </a:p>
        </p:txBody>
      </p:sp>
      <p:cxnSp>
        <p:nvCxnSpPr>
          <p:cNvPr id="35" name="直接连接符 34"/>
          <p:cNvCxnSpPr/>
          <p:nvPr/>
        </p:nvCxnSpPr>
        <p:spPr>
          <a:xfrm>
            <a:off x="3372034" y="3291830"/>
            <a:ext cx="936105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连接符 36"/>
          <p:cNvCxnSpPr/>
          <p:nvPr/>
        </p:nvCxnSpPr>
        <p:spPr>
          <a:xfrm>
            <a:off x="4283968" y="3219822"/>
            <a:ext cx="1296144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连接符 39"/>
          <p:cNvCxnSpPr/>
          <p:nvPr/>
        </p:nvCxnSpPr>
        <p:spPr>
          <a:xfrm>
            <a:off x="5556445" y="3291830"/>
            <a:ext cx="623397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连接符 40"/>
          <p:cNvCxnSpPr/>
          <p:nvPr/>
        </p:nvCxnSpPr>
        <p:spPr>
          <a:xfrm>
            <a:off x="6156176" y="3221197"/>
            <a:ext cx="623397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3660066" y="3001173"/>
            <a:ext cx="360040" cy="29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100" b="1" dirty="0">
                <a:latin typeface="Arial" panose="020B0604020202020204" pitchFamily="34" charset="0"/>
                <a:ea typeface="微软雅黑" panose="020B0503020204020204" pitchFamily="34" charset="-122"/>
              </a:rPr>
              <a:t>①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752020" y="2930540"/>
            <a:ext cx="360040" cy="29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100" b="1" dirty="0">
                <a:latin typeface="Arial" panose="020B0604020202020204" pitchFamily="34" charset="0"/>
                <a:ea typeface="微软雅黑" panose="020B0503020204020204" pitchFamily="34" charset="-122"/>
              </a:rPr>
              <a:t>②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688123" y="2993064"/>
            <a:ext cx="360040" cy="29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100" b="1" dirty="0">
                <a:latin typeface="Arial" panose="020B0604020202020204" pitchFamily="34" charset="0"/>
                <a:ea typeface="微软雅黑" panose="020B0503020204020204" pitchFamily="34" charset="-122"/>
              </a:rPr>
              <a:t>③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87854" y="2930540"/>
            <a:ext cx="360040" cy="29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100" b="1" dirty="0">
                <a:latin typeface="Arial" panose="020B0604020202020204" pitchFamily="34" charset="0"/>
                <a:ea typeface="微软雅黑" panose="020B0503020204020204" pitchFamily="34" charset="-122"/>
              </a:rPr>
              <a:t>④</a:t>
            </a:r>
          </a:p>
        </p:txBody>
      </p:sp>
      <p:cxnSp>
        <p:nvCxnSpPr>
          <p:cNvPr id="46" name="直接连接符 45"/>
          <p:cNvCxnSpPr/>
          <p:nvPr/>
        </p:nvCxnSpPr>
        <p:spPr>
          <a:xfrm>
            <a:off x="4308139" y="3795886"/>
            <a:ext cx="1871703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连接符 47"/>
          <p:cNvCxnSpPr/>
          <p:nvPr/>
        </p:nvCxnSpPr>
        <p:spPr>
          <a:xfrm>
            <a:off x="6156175" y="3723878"/>
            <a:ext cx="623397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接连接符 48"/>
          <p:cNvCxnSpPr/>
          <p:nvPr/>
        </p:nvCxnSpPr>
        <p:spPr>
          <a:xfrm>
            <a:off x="6779573" y="3797261"/>
            <a:ext cx="936105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接连接符 49"/>
          <p:cNvCxnSpPr/>
          <p:nvPr/>
        </p:nvCxnSpPr>
        <p:spPr>
          <a:xfrm>
            <a:off x="7715678" y="3723878"/>
            <a:ext cx="1224136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5063970" y="3506604"/>
            <a:ext cx="360040" cy="29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100" b="1" dirty="0">
                <a:latin typeface="Arial" panose="020B0604020202020204" pitchFamily="34" charset="0"/>
                <a:ea typeface="微软雅黑" panose="020B0503020204020204" pitchFamily="34" charset="-122"/>
              </a:rPr>
              <a:t>①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291690" y="3433221"/>
            <a:ext cx="360040" cy="29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100" b="1" dirty="0">
                <a:latin typeface="Arial" panose="020B0604020202020204" pitchFamily="34" charset="0"/>
                <a:ea typeface="微软雅黑" panose="020B0503020204020204" pitchFamily="34" charset="-122"/>
              </a:rPr>
              <a:t>②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067605" y="3506604"/>
            <a:ext cx="360040" cy="29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100" b="1" dirty="0">
                <a:latin typeface="Arial" panose="020B0604020202020204" pitchFamily="34" charset="0"/>
                <a:ea typeface="微软雅黑" panose="020B0503020204020204" pitchFamily="34" charset="-122"/>
              </a:rPr>
              <a:t>③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147726" y="3412454"/>
            <a:ext cx="360040" cy="29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100" b="1" dirty="0">
                <a:latin typeface="Arial" panose="020B0604020202020204" pitchFamily="34" charset="0"/>
                <a:ea typeface="微软雅黑" panose="020B0503020204020204" pitchFamily="34" charset="-122"/>
              </a:rPr>
              <a:t>④</a:t>
            </a:r>
          </a:p>
        </p:txBody>
      </p:sp>
      <p:cxnSp>
        <p:nvCxnSpPr>
          <p:cNvPr id="56" name="直接箭头连接符 55"/>
          <p:cNvCxnSpPr/>
          <p:nvPr/>
        </p:nvCxnSpPr>
        <p:spPr>
          <a:xfrm flipV="1">
            <a:off x="1475656" y="2425109"/>
            <a:ext cx="1281221" cy="2625"/>
          </a:xfrm>
          <a:prstGeom prst="straightConnector1">
            <a:avLst/>
          </a:prstGeom>
          <a:ln w="28575">
            <a:solidFill>
              <a:srgbClr val="0070C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1964789" y="2427734"/>
            <a:ext cx="446971" cy="2895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lnSpc>
                <a:spcPct val="130000"/>
              </a:lnSpc>
              <a:defRPr sz="1100" b="1"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en-US" altLang="zh-CN" dirty="0"/>
              <a:t>K</a:t>
            </a:r>
            <a:r>
              <a:rPr lang="en-US" altLang="zh-CN" baseline="-25000" dirty="0"/>
              <a:t>AB</a:t>
            </a:r>
            <a:endParaRPr lang="zh-CN" altLang="en-US" dirty="0"/>
          </a:p>
        </p:txBody>
      </p:sp>
      <p:cxnSp>
        <p:nvCxnSpPr>
          <p:cNvPr id="58" name="直接箭头连接符 57"/>
          <p:cNvCxnSpPr/>
          <p:nvPr/>
        </p:nvCxnSpPr>
        <p:spPr>
          <a:xfrm>
            <a:off x="2748133" y="3146501"/>
            <a:ext cx="648072" cy="1313"/>
          </a:xfrm>
          <a:prstGeom prst="straightConnector1">
            <a:avLst/>
          </a:prstGeom>
          <a:ln w="28575">
            <a:solidFill>
              <a:srgbClr val="0070C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2900893" y="3147814"/>
            <a:ext cx="446971" cy="2895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lnSpc>
                <a:spcPct val="130000"/>
              </a:lnSpc>
              <a:defRPr sz="1100" b="1"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en-US" altLang="zh-CN" dirty="0"/>
              <a:t>K</a:t>
            </a:r>
            <a:r>
              <a:rPr lang="en-US" altLang="zh-CN" baseline="-25000" dirty="0"/>
              <a:t>BC</a:t>
            </a:r>
            <a:endParaRPr lang="zh-CN" altLang="en-US" dirty="0"/>
          </a:p>
        </p:txBody>
      </p:sp>
      <p:cxnSp>
        <p:nvCxnSpPr>
          <p:cNvPr id="60" name="直接箭头连接符 59"/>
          <p:cNvCxnSpPr/>
          <p:nvPr/>
        </p:nvCxnSpPr>
        <p:spPr>
          <a:xfrm>
            <a:off x="3347864" y="3650556"/>
            <a:ext cx="972108" cy="1376"/>
          </a:xfrm>
          <a:prstGeom prst="straightConnector1">
            <a:avLst/>
          </a:prstGeom>
          <a:ln w="28575">
            <a:solidFill>
              <a:srgbClr val="0070C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60"/>
          <p:cNvSpPr txBox="1"/>
          <p:nvPr/>
        </p:nvSpPr>
        <p:spPr>
          <a:xfrm>
            <a:off x="3635896" y="3650556"/>
            <a:ext cx="446971" cy="2895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lnSpc>
                <a:spcPct val="130000"/>
              </a:lnSpc>
              <a:defRPr sz="1100" b="1"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en-US" altLang="zh-CN" dirty="0"/>
              <a:t>K</a:t>
            </a:r>
            <a:r>
              <a:rPr lang="en-US" altLang="zh-CN" baseline="-25000" dirty="0"/>
              <a:t>CD</a:t>
            </a:r>
            <a:endParaRPr lang="zh-CN" altLang="en-US" dirty="0"/>
          </a:p>
        </p:txBody>
      </p:sp>
      <p:cxnSp>
        <p:nvCxnSpPr>
          <p:cNvPr id="62" name="直接箭头连接符 61"/>
          <p:cNvCxnSpPr/>
          <p:nvPr/>
        </p:nvCxnSpPr>
        <p:spPr>
          <a:xfrm flipV="1">
            <a:off x="1475656" y="4139938"/>
            <a:ext cx="2856549" cy="4492"/>
          </a:xfrm>
          <a:prstGeom prst="straightConnector1">
            <a:avLst/>
          </a:prstGeom>
          <a:ln w="28575">
            <a:solidFill>
              <a:srgbClr val="0070C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Box 62"/>
          <p:cNvSpPr txBox="1"/>
          <p:nvPr/>
        </p:nvSpPr>
        <p:spPr>
          <a:xfrm>
            <a:off x="2159732" y="4159837"/>
            <a:ext cx="1631718" cy="3445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 b="1" dirty="0">
                <a:latin typeface="Times New Roman" pitchFamily="18" charset="0"/>
                <a:ea typeface="微软雅黑" panose="020B0503020204020204" pitchFamily="34" charset="-122"/>
                <a:cs typeface="Times New Roman" pitchFamily="18" charset="0"/>
              </a:rPr>
              <a:t>∑</a:t>
            </a:r>
            <a:r>
              <a:rPr lang="en-US" altLang="zh-CN" sz="1400" b="1" dirty="0">
                <a:latin typeface="Times New Roman" pitchFamily="18" charset="0"/>
                <a:ea typeface="微软雅黑" panose="020B0503020204020204" pitchFamily="34" charset="-122"/>
                <a:cs typeface="Times New Roman" pitchFamily="18" charset="0"/>
              </a:rPr>
              <a:t>K=4+2+3=9</a:t>
            </a:r>
            <a:endParaRPr lang="zh-CN" altLang="en-US" sz="1400" b="1" dirty="0">
              <a:latin typeface="Times New Roman" pitchFamily="18" charset="0"/>
              <a:ea typeface="微软雅黑" panose="020B0503020204020204" pitchFamily="34" charset="-122"/>
              <a:cs typeface="Times New Roman" pitchFamily="18" charset="0"/>
            </a:endParaRPr>
          </a:p>
        </p:txBody>
      </p:sp>
      <p:cxnSp>
        <p:nvCxnSpPr>
          <p:cNvPr id="64" name="直接连接符 63"/>
          <p:cNvCxnSpPr/>
          <p:nvPr/>
        </p:nvCxnSpPr>
        <p:spPr>
          <a:xfrm>
            <a:off x="1506247" y="3928406"/>
            <a:ext cx="1577" cy="84613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接箭头连接符 64"/>
          <p:cNvCxnSpPr/>
          <p:nvPr/>
        </p:nvCxnSpPr>
        <p:spPr>
          <a:xfrm>
            <a:off x="4283968" y="4144430"/>
            <a:ext cx="4680520" cy="0"/>
          </a:xfrm>
          <a:prstGeom prst="straightConnector1">
            <a:avLst/>
          </a:prstGeom>
          <a:ln w="28575">
            <a:solidFill>
              <a:srgbClr val="0070C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TextBox 65"/>
          <p:cNvSpPr txBox="1"/>
          <p:nvPr/>
        </p:nvSpPr>
        <p:spPr>
          <a:xfrm>
            <a:off x="5887330" y="4144430"/>
            <a:ext cx="1925030" cy="3445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 b="1" dirty="0">
                <a:latin typeface="Times New Roman" pitchFamily="18" charset="0"/>
                <a:ea typeface="微软雅黑" panose="020B0503020204020204" pitchFamily="34" charset="-122"/>
                <a:cs typeface="Times New Roman" pitchFamily="18" charset="0"/>
              </a:rPr>
              <a:t>D</a:t>
            </a:r>
            <a:r>
              <a:rPr lang="en-US" altLang="zh-CN" sz="1400" b="1" baseline="-25000" dirty="0">
                <a:latin typeface="Times New Roman" pitchFamily="18" charset="0"/>
                <a:ea typeface="微软雅黑" panose="020B0503020204020204" pitchFamily="34" charset="-122"/>
                <a:cs typeface="Times New Roman" pitchFamily="18" charset="0"/>
              </a:rPr>
              <a:t>h</a:t>
            </a:r>
            <a:r>
              <a:rPr lang="en-US" altLang="zh-CN" sz="1400" b="1" dirty="0">
                <a:latin typeface="Times New Roman" pitchFamily="18" charset="0"/>
                <a:ea typeface="微软雅黑" panose="020B0503020204020204" pitchFamily="34" charset="-122"/>
                <a:cs typeface="Times New Roman" pitchFamily="18" charset="0"/>
              </a:rPr>
              <a:t>=6+2+3+4=15</a:t>
            </a:r>
            <a:endParaRPr lang="zh-CN" altLang="en-US" sz="1400" b="1" dirty="0">
              <a:latin typeface="Times New Roman" pitchFamily="18" charset="0"/>
              <a:ea typeface="微软雅黑" panose="020B0503020204020204" pitchFamily="34" charset="-122"/>
              <a:cs typeface="Times New Roman" pitchFamily="18" charset="0"/>
            </a:endParaRPr>
          </a:p>
        </p:txBody>
      </p:sp>
      <p:cxnSp>
        <p:nvCxnSpPr>
          <p:cNvPr id="67" name="直接连接符 66"/>
          <p:cNvCxnSpPr/>
          <p:nvPr/>
        </p:nvCxnSpPr>
        <p:spPr>
          <a:xfrm>
            <a:off x="4308139" y="3946372"/>
            <a:ext cx="0" cy="45914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接连接符 67"/>
          <p:cNvCxnSpPr/>
          <p:nvPr/>
        </p:nvCxnSpPr>
        <p:spPr>
          <a:xfrm>
            <a:off x="8962911" y="3939902"/>
            <a:ext cx="1577" cy="84613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接箭头连接符 68"/>
          <p:cNvCxnSpPr/>
          <p:nvPr/>
        </p:nvCxnSpPr>
        <p:spPr>
          <a:xfrm flipV="1">
            <a:off x="1506247" y="4502122"/>
            <a:ext cx="7456664" cy="13174"/>
          </a:xfrm>
          <a:prstGeom prst="straightConnector1">
            <a:avLst/>
          </a:prstGeom>
          <a:ln w="28575">
            <a:solidFill>
              <a:srgbClr val="0070C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TextBox 69"/>
          <p:cNvSpPr txBox="1"/>
          <p:nvPr/>
        </p:nvSpPr>
        <p:spPr>
          <a:xfrm>
            <a:off x="3707904" y="4515295"/>
            <a:ext cx="3240360" cy="3724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 b="1" dirty="0">
                <a:latin typeface="Times New Roman" pitchFamily="18" charset="0"/>
                <a:ea typeface="微软雅黑" panose="020B0503020204020204" pitchFamily="34" charset="-122"/>
                <a:cs typeface="Times New Roman" pitchFamily="18" charset="0"/>
              </a:rPr>
              <a:t>T=</a:t>
            </a:r>
            <a:r>
              <a:rPr lang="zh-CN" altLang="en-US" sz="1400" b="1" dirty="0">
                <a:latin typeface="Times New Roman" pitchFamily="18" charset="0"/>
                <a:ea typeface="微软雅黑" panose="020B0503020204020204" pitchFamily="34" charset="-122"/>
                <a:cs typeface="Times New Roman" pitchFamily="18" charset="0"/>
              </a:rPr>
              <a:t>（</a:t>
            </a:r>
            <a:r>
              <a:rPr lang="en-US" altLang="zh-CN" sz="1400" b="1" dirty="0">
                <a:latin typeface="Times New Roman" pitchFamily="18" charset="0"/>
                <a:ea typeface="微软雅黑" panose="020B0503020204020204" pitchFamily="34" charset="-122"/>
                <a:cs typeface="Times New Roman" pitchFamily="18" charset="0"/>
              </a:rPr>
              <a:t>4+2+3</a:t>
            </a:r>
            <a:r>
              <a:rPr lang="zh-CN" altLang="en-US" sz="1400" b="1" dirty="0">
                <a:latin typeface="Times New Roman" pitchFamily="18" charset="0"/>
                <a:ea typeface="微软雅黑" panose="020B0503020204020204" pitchFamily="34" charset="-122"/>
                <a:cs typeface="Times New Roman" pitchFamily="18" charset="0"/>
              </a:rPr>
              <a:t>）</a:t>
            </a:r>
            <a:r>
              <a:rPr lang="en-US" altLang="zh-CN" sz="1400" b="1" dirty="0">
                <a:latin typeface="Times New Roman" pitchFamily="18" charset="0"/>
                <a:ea typeface="微软雅黑" panose="020B0503020204020204" pitchFamily="34" charset="-122"/>
                <a:cs typeface="Times New Roman" pitchFamily="18" charset="0"/>
              </a:rPr>
              <a:t>+</a:t>
            </a:r>
            <a:r>
              <a:rPr lang="zh-CN" altLang="en-US" sz="1400" b="1" dirty="0">
                <a:latin typeface="Times New Roman" pitchFamily="18" charset="0"/>
                <a:ea typeface="微软雅黑" panose="020B0503020204020204" pitchFamily="34" charset="-122"/>
                <a:cs typeface="Times New Roman" pitchFamily="18" charset="0"/>
              </a:rPr>
              <a:t>（</a:t>
            </a:r>
            <a:r>
              <a:rPr lang="en-US" altLang="zh-CN" sz="1400" b="1" dirty="0">
                <a:latin typeface="Times New Roman" pitchFamily="18" charset="0"/>
                <a:ea typeface="微软雅黑" panose="020B0503020204020204" pitchFamily="34" charset="-122"/>
                <a:cs typeface="Times New Roman" pitchFamily="18" charset="0"/>
              </a:rPr>
              <a:t>6+2+3+4</a:t>
            </a:r>
            <a:r>
              <a:rPr lang="zh-CN" altLang="en-US" sz="1400" b="1" dirty="0">
                <a:latin typeface="Times New Roman" pitchFamily="18" charset="0"/>
                <a:ea typeface="微软雅黑" panose="020B0503020204020204" pitchFamily="34" charset="-122"/>
                <a:cs typeface="Times New Roman" pitchFamily="18" charset="0"/>
              </a:rPr>
              <a:t>）</a:t>
            </a:r>
            <a:r>
              <a:rPr lang="en-US" altLang="zh-CN" sz="1400" b="1" dirty="0">
                <a:latin typeface="Times New Roman" pitchFamily="18" charset="0"/>
                <a:ea typeface="微软雅黑" panose="020B0503020204020204" pitchFamily="34" charset="-122"/>
                <a:cs typeface="Times New Roman" pitchFamily="18" charset="0"/>
              </a:rPr>
              <a:t>+0=24d</a:t>
            </a:r>
            <a:endParaRPr lang="zh-CN" altLang="en-US" sz="1400" b="1" dirty="0">
              <a:latin typeface="Times New Roman" pitchFamily="18" charset="0"/>
              <a:ea typeface="微软雅黑" panose="020B0503020204020204" pitchFamily="34" charset="-122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18973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7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4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9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4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9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4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5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9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0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4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5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9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0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6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7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1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2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5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6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7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" dur="1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1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2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5" dur="1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6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7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0"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1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2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5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6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7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0" dur="1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1" dur="1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2" dur="1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>
                      <p:stCondLst>
                        <p:cond delay="indefinite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7" dur="10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8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9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2" dur="1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3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4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7" dur="1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8" dur="1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9" dur="1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2" dur="10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3" dur="1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4" dur="1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7" dur="10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8" dur="1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9" dur="1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2" dur="1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3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4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5" fill="hold">
                      <p:stCondLst>
                        <p:cond delay="indefinite"/>
                      </p:stCondLst>
                      <p:childTnLst>
                        <p:par>
                          <p:cTn id="216" fill="hold">
                            <p:stCondLst>
                              <p:cond delay="0"/>
                            </p:stCondLst>
                            <p:childTnLst>
                              <p:par>
                                <p:cTn id="2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9" dur="10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0" dur="1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1" dur="1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4" dur="10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5" dur="1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6" dur="1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9" dur="10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0" dur="1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1" dur="1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4" dur="10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5" dur="1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6" dur="1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9" dur="10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0" dur="10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1" dur="10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4" dur="10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5" dur="1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6" dur="1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9" dur="10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0" dur="1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1" dur="1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4" dur="10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5" dur="1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6" dur="1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9" dur="10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0" dur="10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1" dur="10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9" grpId="0"/>
      <p:bldP spid="13" grpId="0"/>
      <p:bldP spid="31" grpId="0"/>
      <p:bldP spid="32" grpId="0"/>
      <p:bldP spid="33" grpId="0"/>
      <p:bldP spid="34" grpId="0"/>
      <p:bldP spid="42" grpId="0"/>
      <p:bldP spid="43" grpId="0"/>
      <p:bldP spid="44" grpId="0"/>
      <p:bldP spid="45" grpId="0"/>
      <p:bldP spid="52" grpId="0"/>
      <p:bldP spid="53" grpId="0"/>
      <p:bldP spid="54" grpId="0"/>
      <p:bldP spid="55" grpId="0"/>
      <p:bldP spid="57" grpId="0"/>
      <p:bldP spid="59" grpId="0"/>
      <p:bldP spid="61" grpId="0"/>
      <p:bldP spid="63" grpId="0"/>
      <p:bldP spid="66" grpId="0"/>
      <p:bldP spid="70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SOURCELIBID_PRE" val="13076"/>
  <p:tag name="MH_CONTENTSID" val="264"/>
  <p:tag name="MH_SECTIONID" val="265,"/>
</p:tagLst>
</file>

<file path=ppt/theme/theme1.xml><?xml version="1.0" encoding="utf-8"?>
<a:theme xmlns:a="http://schemas.openxmlformats.org/drawingml/2006/main" name="A000120140530A99PPBG">
  <a:themeElements>
    <a:clrScheme name="KSO_BLUE9">
      <a:dk1>
        <a:srgbClr val="47494B"/>
      </a:dk1>
      <a:lt1>
        <a:srgbClr val="FFFFFF"/>
      </a:lt1>
      <a:dk2>
        <a:srgbClr val="454749"/>
      </a:dk2>
      <a:lt2>
        <a:srgbClr val="EAF5FC"/>
      </a:lt2>
      <a:accent1>
        <a:srgbClr val="046FB6"/>
      </a:accent1>
      <a:accent2>
        <a:srgbClr val="22B1DE"/>
      </a:accent2>
      <a:accent3>
        <a:srgbClr val="7B93D7"/>
      </a:accent3>
      <a:accent4>
        <a:srgbClr val="5D76BA"/>
      </a:accent4>
      <a:accent5>
        <a:srgbClr val="3DBFD1"/>
      </a:accent5>
      <a:accent6>
        <a:srgbClr val="FFC000"/>
      </a:accent6>
      <a:hlink>
        <a:srgbClr val="00B0F0"/>
      </a:hlink>
      <a:folHlink>
        <a:srgbClr val="AFB2B4"/>
      </a:folHlink>
    </a:clrScheme>
    <a:fontScheme name="暗香扑面">
      <a:majorFont>
        <a:latin typeface="Franklin Gothic Medium"/>
        <a:ea typeface=""/>
        <a:cs typeface=""/>
        <a:font script="Jpan" typeface="HG創英角ｺﾞｼｯｸUB"/>
        <a:font script="Hang" typeface="HY견고딕"/>
        <a:font script="Hans" typeface="微软雅黑"/>
        <a:font script="Hant" typeface="微軟正黑體"/>
        <a:font script="Arab" typeface="Arial Bold"/>
        <a:font script="Hebr" typeface="Arial Bold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 Bold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Jpan" typeface="HG創英角ｺﾞｼｯｸUB"/>
        <a:font script="Hang" typeface="맑은 고딕"/>
        <a:font script="Hans" typeface="黑体"/>
        <a:font script="Hant" typeface="新細明體"/>
        <a:font script="Arab" typeface="Arial"/>
        <a:font script="Hebr" typeface="Arial"/>
        <a:font script="Thai" typeface="Cordian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>
          <a:lnSpc>
            <a:spcPct val="130000"/>
          </a:lnSpc>
          <a:defRPr sz="1400" dirty="0" smtClean="0">
            <a:latin typeface="Arial" panose="020B0604020202020204" pitchFamily="34" charset="0"/>
            <a:ea typeface="微软雅黑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636869495982041620</Template>
  <TotalTime>2522</TotalTime>
  <Words>683</Words>
  <Application>Microsoft Office PowerPoint</Application>
  <PresentationFormat>全屏显示(16:9)</PresentationFormat>
  <Paragraphs>189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7" baseType="lpstr">
      <vt:lpstr>黑体</vt:lpstr>
      <vt:lpstr>华文行楷</vt:lpstr>
      <vt:lpstr>微软雅黑</vt:lpstr>
      <vt:lpstr>幼圆</vt:lpstr>
      <vt:lpstr>Arial</vt:lpstr>
      <vt:lpstr>Calibri</vt:lpstr>
      <vt:lpstr>Franklin Gothic Book</vt:lpstr>
      <vt:lpstr>Times New Roman</vt:lpstr>
      <vt:lpstr>Wingdings 2</vt:lpstr>
      <vt:lpstr>A000120140530A99PPBG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china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Administrator</cp:lastModifiedBy>
  <cp:revision>454</cp:revision>
  <dcterms:created xsi:type="dcterms:W3CDTF">2019-02-28T02:56:41Z</dcterms:created>
  <dcterms:modified xsi:type="dcterms:W3CDTF">2024-12-02T07:55:47Z</dcterms:modified>
</cp:coreProperties>
</file>