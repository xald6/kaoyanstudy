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22"/>
  </p:notesMasterIdLst>
  <p:sldIdLst>
    <p:sldId id="375" r:id="rId2"/>
    <p:sldId id="302" r:id="rId3"/>
    <p:sldId id="335" r:id="rId4"/>
    <p:sldId id="336"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67" r:id="rId21"/>
  </p:sldIdLst>
  <p:sldSz cx="9144000" cy="5143500" type="screen16x9"/>
  <p:notesSz cx="6858000" cy="9144000"/>
  <p:custDataLst>
    <p:tags r:id="rId23"/>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78" autoAdjust="0"/>
    <p:restoredTop sz="94660"/>
  </p:normalViewPr>
  <p:slideViewPr>
    <p:cSldViewPr>
      <p:cViewPr varScale="1">
        <p:scale>
          <a:sx n="119" d="100"/>
          <a:sy n="119" d="100"/>
        </p:scale>
        <p:origin x="558" y="102"/>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CDCF44-DCDB-42BB-9D59-C156D8A8A850}"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zh-CN" altLang="en-US"/>
        </a:p>
      </dgm:t>
    </dgm:pt>
    <dgm:pt modelId="{2EBD2543-989A-490F-9F38-2F86AB41027D}">
      <dgm:prSet phldrT="[文本]" custT="1"/>
      <dgm:spPr/>
      <dgm:t>
        <a:bodyPr/>
        <a:lstStyle/>
        <a:p>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）所有流水节拍都彼此相等 ，即</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2</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dirty="0">
              <a:latin typeface="Times New Roman" pitchFamily="18" charset="0"/>
              <a:ea typeface="宋体" pitchFamily="2" charset="-122"/>
              <a:cs typeface="Times New Roman" pitchFamily="18" charset="0"/>
            </a:rPr>
            <a:t>；</a:t>
          </a:r>
        </a:p>
      </dgm:t>
    </dgm:pt>
    <dgm:pt modelId="{67E7DCC2-E4CA-4924-AEBF-CAB920D22FED}" type="par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BFB1C603-2BB8-421D-BB81-C1FE99423773}" type="sib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D535DEE1-CBAE-4095-87AF-0996A2FC346F}">
      <dgm:prSet phldrT="[文本]" custT="1"/>
      <dgm:spPr/>
      <dgm:t>
        <a:bodyPr/>
        <a:lstStyle/>
        <a:p>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）所有流水步距都彼此相等，而且等于流水节拍，即</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2</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dirty="0">
              <a:latin typeface="Times New Roman" pitchFamily="18" charset="0"/>
              <a:ea typeface="宋体" pitchFamily="2" charset="-122"/>
              <a:cs typeface="Times New Roman" pitchFamily="18" charset="0"/>
            </a:rPr>
            <a:t>；</a:t>
          </a:r>
        </a:p>
      </dgm:t>
    </dgm:pt>
    <dgm:pt modelId="{2DCEBAE0-0F15-44E2-AE09-697FFE3488F2}" type="par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3C5A12BF-8538-4DF2-B153-2A010546C47D}" type="sib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42C3EC5B-47C7-4B25-9760-E6B38FEFEE77}">
      <dgm:prSet phldrT="[文本]" custT="1"/>
      <dgm:spPr/>
      <dgm:t>
        <a:bodyPr/>
        <a:lstStyle/>
        <a:p>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）每个专业工作队都能够</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dirty="0">
              <a:latin typeface="Times New Roman" pitchFamily="18" charset="0"/>
              <a:ea typeface="宋体" pitchFamily="2" charset="-122"/>
              <a:cs typeface="Times New Roman" pitchFamily="18" charset="0"/>
            </a:rPr>
            <a:t>作业，施工段</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没有</a:t>
          </a:r>
          <a:r>
            <a:rPr lang="zh-CN" altLang="en-US" sz="2000" b="1" dirty="0">
              <a:latin typeface="Times New Roman" pitchFamily="18" charset="0"/>
              <a:ea typeface="宋体" pitchFamily="2" charset="-122"/>
              <a:cs typeface="Times New Roman" pitchFamily="18" charset="0"/>
            </a:rPr>
            <a:t>空闲；</a:t>
          </a:r>
        </a:p>
      </dgm:t>
    </dgm:pt>
    <dgm:pt modelId="{81FAF80F-A5C6-4822-A277-DB78F84D1230}" type="par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4B32FDAE-9701-4D52-8922-57ED26F42832}" type="sib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6AA79527-F8DE-4A11-A0B1-8F4B2C6FEF38}">
      <dgm:prSet phldrT="[文本]" custT="1"/>
      <dgm:spPr/>
      <dgm:t>
        <a:bodyPr/>
        <a:lstStyle/>
        <a:p>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）专业工作队数等于施工过程数，即</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n’=n</a:t>
          </a:r>
          <a:r>
            <a:rPr lang="zh-CN" altLang="en-US" sz="2000" b="1" dirty="0">
              <a:latin typeface="Times New Roman" pitchFamily="18" charset="0"/>
              <a:ea typeface="宋体" pitchFamily="2" charset="-122"/>
              <a:cs typeface="Times New Roman" pitchFamily="18" charset="0"/>
            </a:rPr>
            <a:t>。</a:t>
          </a:r>
        </a:p>
      </dgm:t>
    </dgm:pt>
    <dgm:pt modelId="{3548BD8F-D71F-49E0-9B98-1745B333BD75}" type="par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BC35404A-D4A6-462C-8E95-1885F90BA933}" type="sib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437B7175-C15D-4513-AE20-22929A67AB4D}" type="pres">
      <dgm:prSet presAssocID="{12CDCF44-DCDB-42BB-9D59-C156D8A8A850}" presName="linear" presStyleCnt="0">
        <dgm:presLayoutVars>
          <dgm:dir/>
          <dgm:animLvl val="lvl"/>
          <dgm:resizeHandles val="exact"/>
        </dgm:presLayoutVars>
      </dgm:prSet>
      <dgm:spPr/>
    </dgm:pt>
    <dgm:pt modelId="{DA8518EF-8A25-4B87-A7FE-9503F91DC727}" type="pres">
      <dgm:prSet presAssocID="{2EBD2543-989A-490F-9F38-2F86AB41027D}" presName="parentLin" presStyleCnt="0"/>
      <dgm:spPr/>
    </dgm:pt>
    <dgm:pt modelId="{3CE36FA1-F7DB-49B5-A8EF-3DCE52FC975E}" type="pres">
      <dgm:prSet presAssocID="{2EBD2543-989A-490F-9F38-2F86AB41027D}" presName="parentLeftMargin" presStyleLbl="node1" presStyleIdx="0" presStyleCnt="4"/>
      <dgm:spPr/>
    </dgm:pt>
    <dgm:pt modelId="{32102B57-4C0A-49DD-B555-80D6AE5C7E61}" type="pres">
      <dgm:prSet presAssocID="{2EBD2543-989A-490F-9F38-2F86AB41027D}" presName="parentText" presStyleLbl="node1" presStyleIdx="0" presStyleCnt="4" custScaleX="142857" custScaleY="245645">
        <dgm:presLayoutVars>
          <dgm:chMax val="0"/>
          <dgm:bulletEnabled val="1"/>
        </dgm:presLayoutVars>
      </dgm:prSet>
      <dgm:spPr/>
    </dgm:pt>
    <dgm:pt modelId="{8E187CC4-6474-4130-8A48-8D056A49E58A}" type="pres">
      <dgm:prSet presAssocID="{2EBD2543-989A-490F-9F38-2F86AB41027D}" presName="negativeSpace" presStyleCnt="0"/>
      <dgm:spPr/>
    </dgm:pt>
    <dgm:pt modelId="{3D6413CB-A3F8-4CC7-8AA1-84F2365D9CB0}" type="pres">
      <dgm:prSet presAssocID="{2EBD2543-989A-490F-9F38-2F86AB41027D}" presName="childText" presStyleLbl="conFgAcc1" presStyleIdx="0" presStyleCnt="4">
        <dgm:presLayoutVars>
          <dgm:bulletEnabled val="1"/>
        </dgm:presLayoutVars>
      </dgm:prSet>
      <dgm:spPr/>
    </dgm:pt>
    <dgm:pt modelId="{F5B0E694-FB8F-4A41-B30D-60252957FB03}" type="pres">
      <dgm:prSet presAssocID="{BFB1C603-2BB8-421D-BB81-C1FE99423773}" presName="spaceBetweenRectangles" presStyleCnt="0"/>
      <dgm:spPr/>
    </dgm:pt>
    <dgm:pt modelId="{C68FE8E9-1306-4BC8-878C-961C496AD311}" type="pres">
      <dgm:prSet presAssocID="{D535DEE1-CBAE-4095-87AF-0996A2FC346F}" presName="parentLin" presStyleCnt="0"/>
      <dgm:spPr/>
    </dgm:pt>
    <dgm:pt modelId="{ACB1C29D-AFFC-4665-A650-EE4FA0433284}" type="pres">
      <dgm:prSet presAssocID="{D535DEE1-CBAE-4095-87AF-0996A2FC346F}" presName="parentLeftMargin" presStyleLbl="node1" presStyleIdx="0" presStyleCnt="4"/>
      <dgm:spPr/>
    </dgm:pt>
    <dgm:pt modelId="{C3F88CDE-217E-4ABD-9C40-C12A60C1B957}" type="pres">
      <dgm:prSet presAssocID="{D535DEE1-CBAE-4095-87AF-0996A2FC346F}" presName="parentText" presStyleLbl="node1" presStyleIdx="1" presStyleCnt="4" custScaleX="142857" custScaleY="233269">
        <dgm:presLayoutVars>
          <dgm:chMax val="0"/>
          <dgm:bulletEnabled val="1"/>
        </dgm:presLayoutVars>
      </dgm:prSet>
      <dgm:spPr/>
    </dgm:pt>
    <dgm:pt modelId="{075B709A-249F-430D-98E8-49784428E4CD}" type="pres">
      <dgm:prSet presAssocID="{D535DEE1-CBAE-4095-87AF-0996A2FC346F}" presName="negativeSpace" presStyleCnt="0"/>
      <dgm:spPr/>
    </dgm:pt>
    <dgm:pt modelId="{BDE30B22-5D29-49B0-9920-7507209CE268}" type="pres">
      <dgm:prSet presAssocID="{D535DEE1-CBAE-4095-87AF-0996A2FC346F}" presName="childText" presStyleLbl="conFgAcc1" presStyleIdx="1" presStyleCnt="4">
        <dgm:presLayoutVars>
          <dgm:bulletEnabled val="1"/>
        </dgm:presLayoutVars>
      </dgm:prSet>
      <dgm:spPr/>
    </dgm:pt>
    <dgm:pt modelId="{ED6B1185-5931-4C8B-9F4B-64B7C9C53F8C}" type="pres">
      <dgm:prSet presAssocID="{3C5A12BF-8538-4DF2-B153-2A010546C47D}" presName="spaceBetweenRectangles" presStyleCnt="0"/>
      <dgm:spPr/>
    </dgm:pt>
    <dgm:pt modelId="{F5290E12-2DC6-4C34-AD23-3AA859C03C52}" type="pres">
      <dgm:prSet presAssocID="{42C3EC5B-47C7-4B25-9760-E6B38FEFEE77}" presName="parentLin" presStyleCnt="0"/>
      <dgm:spPr/>
    </dgm:pt>
    <dgm:pt modelId="{DCDDFB38-D18D-4D1D-8B7A-C0A8DEA31048}" type="pres">
      <dgm:prSet presAssocID="{42C3EC5B-47C7-4B25-9760-E6B38FEFEE77}" presName="parentLeftMargin" presStyleLbl="node1" presStyleIdx="1" presStyleCnt="4"/>
      <dgm:spPr/>
    </dgm:pt>
    <dgm:pt modelId="{8852532F-686F-4D47-B47C-008111ACE512}" type="pres">
      <dgm:prSet presAssocID="{42C3EC5B-47C7-4B25-9760-E6B38FEFEE77}" presName="parentText" presStyleLbl="node1" presStyleIdx="2" presStyleCnt="4" custScaleX="142857" custScaleY="210906">
        <dgm:presLayoutVars>
          <dgm:chMax val="0"/>
          <dgm:bulletEnabled val="1"/>
        </dgm:presLayoutVars>
      </dgm:prSet>
      <dgm:spPr/>
    </dgm:pt>
    <dgm:pt modelId="{D0D080D4-976C-44A2-AC7E-DCF4CD975228}" type="pres">
      <dgm:prSet presAssocID="{42C3EC5B-47C7-4B25-9760-E6B38FEFEE77}" presName="negativeSpace" presStyleCnt="0"/>
      <dgm:spPr/>
    </dgm:pt>
    <dgm:pt modelId="{E8ED073A-ED74-4E36-AA21-DB33EF3A60E9}" type="pres">
      <dgm:prSet presAssocID="{42C3EC5B-47C7-4B25-9760-E6B38FEFEE77}" presName="childText" presStyleLbl="conFgAcc1" presStyleIdx="2" presStyleCnt="4">
        <dgm:presLayoutVars>
          <dgm:bulletEnabled val="1"/>
        </dgm:presLayoutVars>
      </dgm:prSet>
      <dgm:spPr/>
    </dgm:pt>
    <dgm:pt modelId="{607DAB91-CBF8-483D-982A-48C41EDDA529}" type="pres">
      <dgm:prSet presAssocID="{4B32FDAE-9701-4D52-8922-57ED26F42832}" presName="spaceBetweenRectangles" presStyleCnt="0"/>
      <dgm:spPr/>
    </dgm:pt>
    <dgm:pt modelId="{7217D4C3-B96B-415F-8FA4-B225586A9DCC}" type="pres">
      <dgm:prSet presAssocID="{6AA79527-F8DE-4A11-A0B1-8F4B2C6FEF38}" presName="parentLin" presStyleCnt="0"/>
      <dgm:spPr/>
    </dgm:pt>
    <dgm:pt modelId="{D78D4BEC-484B-432B-BB77-D4E5552BB909}" type="pres">
      <dgm:prSet presAssocID="{6AA79527-F8DE-4A11-A0B1-8F4B2C6FEF38}" presName="parentLeftMargin" presStyleLbl="node1" presStyleIdx="2" presStyleCnt="4"/>
      <dgm:spPr/>
    </dgm:pt>
    <dgm:pt modelId="{FA0FDCF5-66CE-4F39-B884-C55F4FF758D0}" type="pres">
      <dgm:prSet presAssocID="{6AA79527-F8DE-4A11-A0B1-8F4B2C6FEF38}" presName="parentText" presStyleLbl="node1" presStyleIdx="3" presStyleCnt="4" custScaleX="142857" custScaleY="210921">
        <dgm:presLayoutVars>
          <dgm:chMax val="0"/>
          <dgm:bulletEnabled val="1"/>
        </dgm:presLayoutVars>
      </dgm:prSet>
      <dgm:spPr/>
    </dgm:pt>
    <dgm:pt modelId="{75832911-05E0-4270-A47F-8661C1C08484}" type="pres">
      <dgm:prSet presAssocID="{6AA79527-F8DE-4A11-A0B1-8F4B2C6FEF38}" presName="negativeSpace" presStyleCnt="0"/>
      <dgm:spPr/>
    </dgm:pt>
    <dgm:pt modelId="{9D5C1C4C-20EE-4982-80D5-57BBB40F86D8}" type="pres">
      <dgm:prSet presAssocID="{6AA79527-F8DE-4A11-A0B1-8F4B2C6FEF38}" presName="childText" presStyleLbl="conFgAcc1" presStyleIdx="3" presStyleCnt="4">
        <dgm:presLayoutVars>
          <dgm:bulletEnabled val="1"/>
        </dgm:presLayoutVars>
      </dgm:prSet>
      <dgm:spPr/>
    </dgm:pt>
  </dgm:ptLst>
  <dgm:cxnLst>
    <dgm:cxn modelId="{49CB400F-0860-452E-A477-99AFDC134D38}" srcId="{12CDCF44-DCDB-42BB-9D59-C156D8A8A850}" destId="{6AA79527-F8DE-4A11-A0B1-8F4B2C6FEF38}" srcOrd="3" destOrd="0" parTransId="{3548BD8F-D71F-49E0-9B98-1745B333BD75}" sibTransId="{BC35404A-D4A6-462C-8E95-1885F90BA933}"/>
    <dgm:cxn modelId="{766A231E-E28A-405E-AFF2-581F827F13E2}" type="presOf" srcId="{12CDCF44-DCDB-42BB-9D59-C156D8A8A850}" destId="{437B7175-C15D-4513-AE20-22929A67AB4D}" srcOrd="0" destOrd="0" presId="urn:microsoft.com/office/officeart/2005/8/layout/list1"/>
    <dgm:cxn modelId="{88D4A429-E4FE-4848-982C-F95628E90F29}" type="presOf" srcId="{D535DEE1-CBAE-4095-87AF-0996A2FC346F}" destId="{ACB1C29D-AFFC-4665-A650-EE4FA0433284}" srcOrd="0" destOrd="0" presId="urn:microsoft.com/office/officeart/2005/8/layout/list1"/>
    <dgm:cxn modelId="{40ECA034-958A-4744-BB1A-2C85E2522D2A}" srcId="{12CDCF44-DCDB-42BB-9D59-C156D8A8A850}" destId="{D535DEE1-CBAE-4095-87AF-0996A2FC346F}" srcOrd="1" destOrd="0" parTransId="{2DCEBAE0-0F15-44E2-AE09-697FFE3488F2}" sibTransId="{3C5A12BF-8538-4DF2-B153-2A010546C47D}"/>
    <dgm:cxn modelId="{B8A4723E-36E8-4F60-9108-A99ECB7D2225}" type="presOf" srcId="{2EBD2543-989A-490F-9F38-2F86AB41027D}" destId="{3CE36FA1-F7DB-49B5-A8EF-3DCE52FC975E}" srcOrd="0" destOrd="0" presId="urn:microsoft.com/office/officeart/2005/8/layout/list1"/>
    <dgm:cxn modelId="{D354FD64-5BC6-4E0B-B1D9-953483FAE190}" type="presOf" srcId="{42C3EC5B-47C7-4B25-9760-E6B38FEFEE77}" destId="{DCDDFB38-D18D-4D1D-8B7A-C0A8DEA31048}" srcOrd="0" destOrd="0" presId="urn:microsoft.com/office/officeart/2005/8/layout/list1"/>
    <dgm:cxn modelId="{134D2268-2F3E-4E61-9FD3-709F0C26E617}" type="presOf" srcId="{42C3EC5B-47C7-4B25-9760-E6B38FEFEE77}" destId="{8852532F-686F-4D47-B47C-008111ACE512}" srcOrd="1" destOrd="0" presId="urn:microsoft.com/office/officeart/2005/8/layout/list1"/>
    <dgm:cxn modelId="{08E1F44A-BFAD-4114-A242-22B53050D7CC}" type="presOf" srcId="{2EBD2543-989A-490F-9F38-2F86AB41027D}" destId="{32102B57-4C0A-49DD-B555-80D6AE5C7E61}" srcOrd="1" destOrd="0" presId="urn:microsoft.com/office/officeart/2005/8/layout/list1"/>
    <dgm:cxn modelId="{2FE8126B-A10F-4E17-916D-E86B1D26A54E}" type="presOf" srcId="{D535DEE1-CBAE-4095-87AF-0996A2FC346F}" destId="{C3F88CDE-217E-4ABD-9C40-C12A60C1B957}" srcOrd="1" destOrd="0" presId="urn:microsoft.com/office/officeart/2005/8/layout/list1"/>
    <dgm:cxn modelId="{CD6AFF7C-5B01-4AA2-B969-F1FCEC5DF9F7}" srcId="{12CDCF44-DCDB-42BB-9D59-C156D8A8A850}" destId="{2EBD2543-989A-490F-9F38-2F86AB41027D}" srcOrd="0" destOrd="0" parTransId="{67E7DCC2-E4CA-4924-AEBF-CAB920D22FED}" sibTransId="{BFB1C603-2BB8-421D-BB81-C1FE99423773}"/>
    <dgm:cxn modelId="{B81AC089-8BB5-4CCD-B6EA-0DFCAA6BFEF5}" type="presOf" srcId="{6AA79527-F8DE-4A11-A0B1-8F4B2C6FEF38}" destId="{D78D4BEC-484B-432B-BB77-D4E5552BB909}" srcOrd="0" destOrd="0" presId="urn:microsoft.com/office/officeart/2005/8/layout/list1"/>
    <dgm:cxn modelId="{5EC925CA-D77E-41BE-8448-EE2039F06264}" srcId="{12CDCF44-DCDB-42BB-9D59-C156D8A8A850}" destId="{42C3EC5B-47C7-4B25-9760-E6B38FEFEE77}" srcOrd="2" destOrd="0" parTransId="{81FAF80F-A5C6-4822-A277-DB78F84D1230}" sibTransId="{4B32FDAE-9701-4D52-8922-57ED26F42832}"/>
    <dgm:cxn modelId="{0D9341E5-18D1-44A3-9DDF-C96AE2E2B027}" type="presOf" srcId="{6AA79527-F8DE-4A11-A0B1-8F4B2C6FEF38}" destId="{FA0FDCF5-66CE-4F39-B884-C55F4FF758D0}" srcOrd="1" destOrd="0" presId="urn:microsoft.com/office/officeart/2005/8/layout/list1"/>
    <dgm:cxn modelId="{FBA5F5F6-F27C-46C3-B797-F195EAA19457}" type="presParOf" srcId="{437B7175-C15D-4513-AE20-22929A67AB4D}" destId="{DA8518EF-8A25-4B87-A7FE-9503F91DC727}" srcOrd="0" destOrd="0" presId="urn:microsoft.com/office/officeart/2005/8/layout/list1"/>
    <dgm:cxn modelId="{937D3530-BF34-49D3-AF43-E42A8B8A6AFB}" type="presParOf" srcId="{DA8518EF-8A25-4B87-A7FE-9503F91DC727}" destId="{3CE36FA1-F7DB-49B5-A8EF-3DCE52FC975E}" srcOrd="0" destOrd="0" presId="urn:microsoft.com/office/officeart/2005/8/layout/list1"/>
    <dgm:cxn modelId="{3E420E08-F2C9-4670-91EE-891DE46332EE}" type="presParOf" srcId="{DA8518EF-8A25-4B87-A7FE-9503F91DC727}" destId="{32102B57-4C0A-49DD-B555-80D6AE5C7E61}" srcOrd="1" destOrd="0" presId="urn:microsoft.com/office/officeart/2005/8/layout/list1"/>
    <dgm:cxn modelId="{37F23832-4DA7-4E7A-8F4A-1DE79D881734}" type="presParOf" srcId="{437B7175-C15D-4513-AE20-22929A67AB4D}" destId="{8E187CC4-6474-4130-8A48-8D056A49E58A}" srcOrd="1" destOrd="0" presId="urn:microsoft.com/office/officeart/2005/8/layout/list1"/>
    <dgm:cxn modelId="{CE78C509-DE4B-43A6-9A46-3901C1219126}" type="presParOf" srcId="{437B7175-C15D-4513-AE20-22929A67AB4D}" destId="{3D6413CB-A3F8-4CC7-8AA1-84F2365D9CB0}" srcOrd="2" destOrd="0" presId="urn:microsoft.com/office/officeart/2005/8/layout/list1"/>
    <dgm:cxn modelId="{0199D99E-724F-461F-B8CA-E5D1EB2854BC}" type="presParOf" srcId="{437B7175-C15D-4513-AE20-22929A67AB4D}" destId="{F5B0E694-FB8F-4A41-B30D-60252957FB03}" srcOrd="3" destOrd="0" presId="urn:microsoft.com/office/officeart/2005/8/layout/list1"/>
    <dgm:cxn modelId="{1ED321C4-8E18-4402-9E98-6D3033CF1813}" type="presParOf" srcId="{437B7175-C15D-4513-AE20-22929A67AB4D}" destId="{C68FE8E9-1306-4BC8-878C-961C496AD311}" srcOrd="4" destOrd="0" presId="urn:microsoft.com/office/officeart/2005/8/layout/list1"/>
    <dgm:cxn modelId="{C0C54A4D-4A12-4B93-8411-BCAB18317C89}" type="presParOf" srcId="{C68FE8E9-1306-4BC8-878C-961C496AD311}" destId="{ACB1C29D-AFFC-4665-A650-EE4FA0433284}" srcOrd="0" destOrd="0" presId="urn:microsoft.com/office/officeart/2005/8/layout/list1"/>
    <dgm:cxn modelId="{A9E82177-0978-4548-A96B-BE4A12C456F1}" type="presParOf" srcId="{C68FE8E9-1306-4BC8-878C-961C496AD311}" destId="{C3F88CDE-217E-4ABD-9C40-C12A60C1B957}" srcOrd="1" destOrd="0" presId="urn:microsoft.com/office/officeart/2005/8/layout/list1"/>
    <dgm:cxn modelId="{22DC31E0-B4BC-457A-817D-CCA18A03930C}" type="presParOf" srcId="{437B7175-C15D-4513-AE20-22929A67AB4D}" destId="{075B709A-249F-430D-98E8-49784428E4CD}" srcOrd="5" destOrd="0" presId="urn:microsoft.com/office/officeart/2005/8/layout/list1"/>
    <dgm:cxn modelId="{A31123BB-AD02-49B0-9447-706DCCAF63AE}" type="presParOf" srcId="{437B7175-C15D-4513-AE20-22929A67AB4D}" destId="{BDE30B22-5D29-49B0-9920-7507209CE268}" srcOrd="6" destOrd="0" presId="urn:microsoft.com/office/officeart/2005/8/layout/list1"/>
    <dgm:cxn modelId="{043CBAE8-E318-4768-BBF2-46408F48EB78}" type="presParOf" srcId="{437B7175-C15D-4513-AE20-22929A67AB4D}" destId="{ED6B1185-5931-4C8B-9F4B-64B7C9C53F8C}" srcOrd="7" destOrd="0" presId="urn:microsoft.com/office/officeart/2005/8/layout/list1"/>
    <dgm:cxn modelId="{16F89E13-FFEC-4A60-A16A-A65A84C53D20}" type="presParOf" srcId="{437B7175-C15D-4513-AE20-22929A67AB4D}" destId="{F5290E12-2DC6-4C34-AD23-3AA859C03C52}" srcOrd="8" destOrd="0" presId="urn:microsoft.com/office/officeart/2005/8/layout/list1"/>
    <dgm:cxn modelId="{EF71B446-B840-4148-8EC8-61C0C6F02A03}" type="presParOf" srcId="{F5290E12-2DC6-4C34-AD23-3AA859C03C52}" destId="{DCDDFB38-D18D-4D1D-8B7A-C0A8DEA31048}" srcOrd="0" destOrd="0" presId="urn:microsoft.com/office/officeart/2005/8/layout/list1"/>
    <dgm:cxn modelId="{80406FF3-0583-42EB-BDB3-8676675CC56D}" type="presParOf" srcId="{F5290E12-2DC6-4C34-AD23-3AA859C03C52}" destId="{8852532F-686F-4D47-B47C-008111ACE512}" srcOrd="1" destOrd="0" presId="urn:microsoft.com/office/officeart/2005/8/layout/list1"/>
    <dgm:cxn modelId="{4471F498-D3F2-414B-AF63-3375FEB8BE0E}" type="presParOf" srcId="{437B7175-C15D-4513-AE20-22929A67AB4D}" destId="{D0D080D4-976C-44A2-AC7E-DCF4CD975228}" srcOrd="9" destOrd="0" presId="urn:microsoft.com/office/officeart/2005/8/layout/list1"/>
    <dgm:cxn modelId="{BA14B751-7622-4034-8394-242963AA2CC8}" type="presParOf" srcId="{437B7175-C15D-4513-AE20-22929A67AB4D}" destId="{E8ED073A-ED74-4E36-AA21-DB33EF3A60E9}" srcOrd="10" destOrd="0" presId="urn:microsoft.com/office/officeart/2005/8/layout/list1"/>
    <dgm:cxn modelId="{9B8AC67D-257B-46BC-85AC-8D5683FBD40D}" type="presParOf" srcId="{437B7175-C15D-4513-AE20-22929A67AB4D}" destId="{607DAB91-CBF8-483D-982A-48C41EDDA529}" srcOrd="11" destOrd="0" presId="urn:microsoft.com/office/officeart/2005/8/layout/list1"/>
    <dgm:cxn modelId="{344D1C84-5BC2-4693-8301-32C80A73E660}" type="presParOf" srcId="{437B7175-C15D-4513-AE20-22929A67AB4D}" destId="{7217D4C3-B96B-415F-8FA4-B225586A9DCC}" srcOrd="12" destOrd="0" presId="urn:microsoft.com/office/officeart/2005/8/layout/list1"/>
    <dgm:cxn modelId="{81686362-C21B-4A76-BC9C-2E9250A919A2}" type="presParOf" srcId="{7217D4C3-B96B-415F-8FA4-B225586A9DCC}" destId="{D78D4BEC-484B-432B-BB77-D4E5552BB909}" srcOrd="0" destOrd="0" presId="urn:microsoft.com/office/officeart/2005/8/layout/list1"/>
    <dgm:cxn modelId="{E1CC99AD-CA37-4139-A18A-218E3BFF47EB}" type="presParOf" srcId="{7217D4C3-B96B-415F-8FA4-B225586A9DCC}" destId="{FA0FDCF5-66CE-4F39-B884-C55F4FF758D0}" srcOrd="1" destOrd="0" presId="urn:microsoft.com/office/officeart/2005/8/layout/list1"/>
    <dgm:cxn modelId="{7F5AD25A-F38D-478B-A4CA-F5084F514A1A}" type="presParOf" srcId="{437B7175-C15D-4513-AE20-22929A67AB4D}" destId="{75832911-05E0-4270-A47F-8661C1C08484}" srcOrd="13" destOrd="0" presId="urn:microsoft.com/office/officeart/2005/8/layout/list1"/>
    <dgm:cxn modelId="{43C5005A-94D8-403B-ADE4-4223DE69609E}" type="presParOf" srcId="{437B7175-C15D-4513-AE20-22929A67AB4D}" destId="{9D5C1C4C-20EE-4982-80D5-57BBB40F86D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CDCF44-DCDB-42BB-9D59-C156D8A8A850}"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zh-CN" altLang="en-US"/>
        </a:p>
      </dgm:t>
    </dgm:pt>
    <dgm:pt modelId="{2EBD2543-989A-490F-9F38-2F86AB41027D}">
      <dgm:prSet phldrT="[文本]" custT="1"/>
      <dgm:spPr/>
      <dgm:t>
        <a:bodyPr/>
        <a:lstStyle/>
        <a:p>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）一般情况下，</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施工过程</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和施工段</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已知</a:t>
          </a:r>
          <a:r>
            <a:rPr lang="zh-CN" altLang="en-US" sz="2000" b="1" dirty="0">
              <a:latin typeface="Times New Roman" pitchFamily="18" charset="0"/>
              <a:ea typeface="宋体" pitchFamily="2" charset="-122"/>
              <a:cs typeface="Times New Roman" pitchFamily="18" charset="0"/>
            </a:rPr>
            <a:t>；</a:t>
          </a:r>
        </a:p>
      </dgm:t>
    </dgm:pt>
    <dgm:pt modelId="{67E7DCC2-E4CA-4924-AEBF-CAB920D22FED}" type="par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BFB1C603-2BB8-421D-BB81-C1FE99423773}" type="sib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D535DEE1-CBAE-4095-87AF-0996A2FC346F}">
      <dgm:prSet phldrT="[文本]" custT="1"/>
      <dgm:spPr/>
      <dgm:t>
        <a:bodyPr/>
        <a:lstStyle/>
        <a:p>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）确定流水步距：</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K=t</a:t>
          </a:r>
          <a:r>
            <a:rPr lang="zh-CN" altLang="en-US" sz="2000" b="1" dirty="0">
              <a:latin typeface="Times New Roman" pitchFamily="18" charset="0"/>
              <a:ea typeface="宋体" pitchFamily="2" charset="-122"/>
              <a:cs typeface="Times New Roman" pitchFamily="18" charset="0"/>
            </a:rPr>
            <a:t>；</a:t>
          </a:r>
        </a:p>
      </dgm:t>
    </dgm:pt>
    <dgm:pt modelId="{2DCEBAE0-0F15-44E2-AE09-697FFE3488F2}" type="par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3C5A12BF-8538-4DF2-B153-2A010546C47D}" type="sib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42C3EC5B-47C7-4B25-9760-E6B38FEFEE77}">
      <dgm:prSet phldrT="[文本]" custT="1"/>
      <dgm:spPr/>
      <dgm:t>
        <a:bodyPr/>
        <a:lstStyle/>
        <a:p>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）流水工期（不分层施工）：</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（施工过程数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施工段数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流水节拍</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技术间歇时间</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组织间歇时间</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Z</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－组织搭接时间</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a:t>
          </a:r>
        </a:p>
      </dgm:t>
    </dgm:pt>
    <dgm:pt modelId="{81FAF80F-A5C6-4822-A277-DB78F84D1230}" type="par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4B32FDAE-9701-4D52-8922-57ED26F42832}" type="sib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437B7175-C15D-4513-AE20-22929A67AB4D}" type="pres">
      <dgm:prSet presAssocID="{12CDCF44-DCDB-42BB-9D59-C156D8A8A850}" presName="linear" presStyleCnt="0">
        <dgm:presLayoutVars>
          <dgm:dir/>
          <dgm:animLvl val="lvl"/>
          <dgm:resizeHandles val="exact"/>
        </dgm:presLayoutVars>
      </dgm:prSet>
      <dgm:spPr/>
    </dgm:pt>
    <dgm:pt modelId="{DA8518EF-8A25-4B87-A7FE-9503F91DC727}" type="pres">
      <dgm:prSet presAssocID="{2EBD2543-989A-490F-9F38-2F86AB41027D}" presName="parentLin" presStyleCnt="0"/>
      <dgm:spPr/>
    </dgm:pt>
    <dgm:pt modelId="{3CE36FA1-F7DB-49B5-A8EF-3DCE52FC975E}" type="pres">
      <dgm:prSet presAssocID="{2EBD2543-989A-490F-9F38-2F86AB41027D}" presName="parentLeftMargin" presStyleLbl="node1" presStyleIdx="0" presStyleCnt="3"/>
      <dgm:spPr/>
    </dgm:pt>
    <dgm:pt modelId="{32102B57-4C0A-49DD-B555-80D6AE5C7E61}" type="pres">
      <dgm:prSet presAssocID="{2EBD2543-989A-490F-9F38-2F86AB41027D}" presName="parentText" presStyleLbl="node1" presStyleIdx="0" presStyleCnt="3" custScaleX="142857" custScaleY="245645">
        <dgm:presLayoutVars>
          <dgm:chMax val="0"/>
          <dgm:bulletEnabled val="1"/>
        </dgm:presLayoutVars>
      </dgm:prSet>
      <dgm:spPr/>
    </dgm:pt>
    <dgm:pt modelId="{8E187CC4-6474-4130-8A48-8D056A49E58A}" type="pres">
      <dgm:prSet presAssocID="{2EBD2543-989A-490F-9F38-2F86AB41027D}" presName="negativeSpace" presStyleCnt="0"/>
      <dgm:spPr/>
    </dgm:pt>
    <dgm:pt modelId="{3D6413CB-A3F8-4CC7-8AA1-84F2365D9CB0}" type="pres">
      <dgm:prSet presAssocID="{2EBD2543-989A-490F-9F38-2F86AB41027D}" presName="childText" presStyleLbl="conFgAcc1" presStyleIdx="0" presStyleCnt="3">
        <dgm:presLayoutVars>
          <dgm:bulletEnabled val="1"/>
        </dgm:presLayoutVars>
      </dgm:prSet>
      <dgm:spPr/>
    </dgm:pt>
    <dgm:pt modelId="{F5B0E694-FB8F-4A41-B30D-60252957FB03}" type="pres">
      <dgm:prSet presAssocID="{BFB1C603-2BB8-421D-BB81-C1FE99423773}" presName="spaceBetweenRectangles" presStyleCnt="0"/>
      <dgm:spPr/>
    </dgm:pt>
    <dgm:pt modelId="{C68FE8E9-1306-4BC8-878C-961C496AD311}" type="pres">
      <dgm:prSet presAssocID="{D535DEE1-CBAE-4095-87AF-0996A2FC346F}" presName="parentLin" presStyleCnt="0"/>
      <dgm:spPr/>
    </dgm:pt>
    <dgm:pt modelId="{ACB1C29D-AFFC-4665-A650-EE4FA0433284}" type="pres">
      <dgm:prSet presAssocID="{D535DEE1-CBAE-4095-87AF-0996A2FC346F}" presName="parentLeftMargin" presStyleLbl="node1" presStyleIdx="0" presStyleCnt="3"/>
      <dgm:spPr/>
    </dgm:pt>
    <dgm:pt modelId="{C3F88CDE-217E-4ABD-9C40-C12A60C1B957}" type="pres">
      <dgm:prSet presAssocID="{D535DEE1-CBAE-4095-87AF-0996A2FC346F}" presName="parentText" presStyleLbl="node1" presStyleIdx="1" presStyleCnt="3" custScaleX="142857" custScaleY="233269">
        <dgm:presLayoutVars>
          <dgm:chMax val="0"/>
          <dgm:bulletEnabled val="1"/>
        </dgm:presLayoutVars>
      </dgm:prSet>
      <dgm:spPr/>
    </dgm:pt>
    <dgm:pt modelId="{075B709A-249F-430D-98E8-49784428E4CD}" type="pres">
      <dgm:prSet presAssocID="{D535DEE1-CBAE-4095-87AF-0996A2FC346F}" presName="negativeSpace" presStyleCnt="0"/>
      <dgm:spPr/>
    </dgm:pt>
    <dgm:pt modelId="{BDE30B22-5D29-49B0-9920-7507209CE268}" type="pres">
      <dgm:prSet presAssocID="{D535DEE1-CBAE-4095-87AF-0996A2FC346F}" presName="childText" presStyleLbl="conFgAcc1" presStyleIdx="1" presStyleCnt="3">
        <dgm:presLayoutVars>
          <dgm:bulletEnabled val="1"/>
        </dgm:presLayoutVars>
      </dgm:prSet>
      <dgm:spPr/>
    </dgm:pt>
    <dgm:pt modelId="{ED6B1185-5931-4C8B-9F4B-64B7C9C53F8C}" type="pres">
      <dgm:prSet presAssocID="{3C5A12BF-8538-4DF2-B153-2A010546C47D}" presName="spaceBetweenRectangles" presStyleCnt="0"/>
      <dgm:spPr/>
    </dgm:pt>
    <dgm:pt modelId="{F5290E12-2DC6-4C34-AD23-3AA859C03C52}" type="pres">
      <dgm:prSet presAssocID="{42C3EC5B-47C7-4B25-9760-E6B38FEFEE77}" presName="parentLin" presStyleCnt="0"/>
      <dgm:spPr/>
    </dgm:pt>
    <dgm:pt modelId="{DCDDFB38-D18D-4D1D-8B7A-C0A8DEA31048}" type="pres">
      <dgm:prSet presAssocID="{42C3EC5B-47C7-4B25-9760-E6B38FEFEE77}" presName="parentLeftMargin" presStyleLbl="node1" presStyleIdx="1" presStyleCnt="3"/>
      <dgm:spPr/>
    </dgm:pt>
    <dgm:pt modelId="{8852532F-686F-4D47-B47C-008111ACE512}" type="pres">
      <dgm:prSet presAssocID="{42C3EC5B-47C7-4B25-9760-E6B38FEFEE77}" presName="parentText" presStyleLbl="node1" presStyleIdx="2" presStyleCnt="3" custScaleX="142857" custScaleY="269444">
        <dgm:presLayoutVars>
          <dgm:chMax val="0"/>
          <dgm:bulletEnabled val="1"/>
        </dgm:presLayoutVars>
      </dgm:prSet>
      <dgm:spPr/>
    </dgm:pt>
    <dgm:pt modelId="{D0D080D4-976C-44A2-AC7E-DCF4CD975228}" type="pres">
      <dgm:prSet presAssocID="{42C3EC5B-47C7-4B25-9760-E6B38FEFEE77}" presName="negativeSpace" presStyleCnt="0"/>
      <dgm:spPr/>
    </dgm:pt>
    <dgm:pt modelId="{E8ED073A-ED74-4E36-AA21-DB33EF3A60E9}" type="pres">
      <dgm:prSet presAssocID="{42C3EC5B-47C7-4B25-9760-E6B38FEFEE77}" presName="childText" presStyleLbl="conFgAcc1" presStyleIdx="2" presStyleCnt="3">
        <dgm:presLayoutVars>
          <dgm:bulletEnabled val="1"/>
        </dgm:presLayoutVars>
      </dgm:prSet>
      <dgm:spPr/>
    </dgm:pt>
  </dgm:ptLst>
  <dgm:cxnLst>
    <dgm:cxn modelId="{A992B20E-AF00-46BD-9BFD-FC7E65BC097A}" type="presOf" srcId="{42C3EC5B-47C7-4B25-9760-E6B38FEFEE77}" destId="{DCDDFB38-D18D-4D1D-8B7A-C0A8DEA31048}" srcOrd="0" destOrd="0" presId="urn:microsoft.com/office/officeart/2005/8/layout/list1"/>
    <dgm:cxn modelId="{6A16B214-9F37-4C33-A9EF-24B4250CFA96}" type="presOf" srcId="{D535DEE1-CBAE-4095-87AF-0996A2FC346F}" destId="{ACB1C29D-AFFC-4665-A650-EE4FA0433284}" srcOrd="0" destOrd="0" presId="urn:microsoft.com/office/officeart/2005/8/layout/list1"/>
    <dgm:cxn modelId="{9F1E0029-3A27-410C-A3CB-5A2F14A39A2B}" type="presOf" srcId="{12CDCF44-DCDB-42BB-9D59-C156D8A8A850}" destId="{437B7175-C15D-4513-AE20-22929A67AB4D}" srcOrd="0" destOrd="0" presId="urn:microsoft.com/office/officeart/2005/8/layout/list1"/>
    <dgm:cxn modelId="{40ECA034-958A-4744-BB1A-2C85E2522D2A}" srcId="{12CDCF44-DCDB-42BB-9D59-C156D8A8A850}" destId="{D535DEE1-CBAE-4095-87AF-0996A2FC346F}" srcOrd="1" destOrd="0" parTransId="{2DCEBAE0-0F15-44E2-AE09-697FFE3488F2}" sibTransId="{3C5A12BF-8538-4DF2-B153-2A010546C47D}"/>
    <dgm:cxn modelId="{8675FE6C-256A-4D0D-8213-A22701481276}" type="presOf" srcId="{2EBD2543-989A-490F-9F38-2F86AB41027D}" destId="{32102B57-4C0A-49DD-B555-80D6AE5C7E61}" srcOrd="1" destOrd="0" presId="urn:microsoft.com/office/officeart/2005/8/layout/list1"/>
    <dgm:cxn modelId="{3B948B56-DAD1-4D20-A517-1AE5AE462DB7}" type="presOf" srcId="{42C3EC5B-47C7-4B25-9760-E6B38FEFEE77}" destId="{8852532F-686F-4D47-B47C-008111ACE512}" srcOrd="1" destOrd="0" presId="urn:microsoft.com/office/officeart/2005/8/layout/list1"/>
    <dgm:cxn modelId="{CD6AFF7C-5B01-4AA2-B969-F1FCEC5DF9F7}" srcId="{12CDCF44-DCDB-42BB-9D59-C156D8A8A850}" destId="{2EBD2543-989A-490F-9F38-2F86AB41027D}" srcOrd="0" destOrd="0" parTransId="{67E7DCC2-E4CA-4924-AEBF-CAB920D22FED}" sibTransId="{BFB1C603-2BB8-421D-BB81-C1FE99423773}"/>
    <dgm:cxn modelId="{BC555F89-D67F-4A57-84C4-281FF9601A84}" type="presOf" srcId="{D535DEE1-CBAE-4095-87AF-0996A2FC346F}" destId="{C3F88CDE-217E-4ABD-9C40-C12A60C1B957}" srcOrd="1" destOrd="0" presId="urn:microsoft.com/office/officeart/2005/8/layout/list1"/>
    <dgm:cxn modelId="{D9B93E9F-D034-4907-B030-1C092B4794EF}" type="presOf" srcId="{2EBD2543-989A-490F-9F38-2F86AB41027D}" destId="{3CE36FA1-F7DB-49B5-A8EF-3DCE52FC975E}" srcOrd="0" destOrd="0" presId="urn:microsoft.com/office/officeart/2005/8/layout/list1"/>
    <dgm:cxn modelId="{5EC925CA-D77E-41BE-8448-EE2039F06264}" srcId="{12CDCF44-DCDB-42BB-9D59-C156D8A8A850}" destId="{42C3EC5B-47C7-4B25-9760-E6B38FEFEE77}" srcOrd="2" destOrd="0" parTransId="{81FAF80F-A5C6-4822-A277-DB78F84D1230}" sibTransId="{4B32FDAE-9701-4D52-8922-57ED26F42832}"/>
    <dgm:cxn modelId="{661E917B-E4A3-477D-9ABD-BD5A4CD151E9}" type="presParOf" srcId="{437B7175-C15D-4513-AE20-22929A67AB4D}" destId="{DA8518EF-8A25-4B87-A7FE-9503F91DC727}" srcOrd="0" destOrd="0" presId="urn:microsoft.com/office/officeart/2005/8/layout/list1"/>
    <dgm:cxn modelId="{0A6E30B9-44EB-4EF3-AF1E-64EFF922A324}" type="presParOf" srcId="{DA8518EF-8A25-4B87-A7FE-9503F91DC727}" destId="{3CE36FA1-F7DB-49B5-A8EF-3DCE52FC975E}" srcOrd="0" destOrd="0" presId="urn:microsoft.com/office/officeart/2005/8/layout/list1"/>
    <dgm:cxn modelId="{B54125DA-FE25-4789-828E-EF2BC16A761A}" type="presParOf" srcId="{DA8518EF-8A25-4B87-A7FE-9503F91DC727}" destId="{32102B57-4C0A-49DD-B555-80D6AE5C7E61}" srcOrd="1" destOrd="0" presId="urn:microsoft.com/office/officeart/2005/8/layout/list1"/>
    <dgm:cxn modelId="{BE944AAF-6980-4B79-8FC5-FDC73268FDC6}" type="presParOf" srcId="{437B7175-C15D-4513-AE20-22929A67AB4D}" destId="{8E187CC4-6474-4130-8A48-8D056A49E58A}" srcOrd="1" destOrd="0" presId="urn:microsoft.com/office/officeart/2005/8/layout/list1"/>
    <dgm:cxn modelId="{A08CAD5E-A70E-4DD5-A3FB-09B88D27AE7D}" type="presParOf" srcId="{437B7175-C15D-4513-AE20-22929A67AB4D}" destId="{3D6413CB-A3F8-4CC7-8AA1-84F2365D9CB0}" srcOrd="2" destOrd="0" presId="urn:microsoft.com/office/officeart/2005/8/layout/list1"/>
    <dgm:cxn modelId="{5938A93E-3351-4B3A-B9AB-9349F7BEF4AF}" type="presParOf" srcId="{437B7175-C15D-4513-AE20-22929A67AB4D}" destId="{F5B0E694-FB8F-4A41-B30D-60252957FB03}" srcOrd="3" destOrd="0" presId="urn:microsoft.com/office/officeart/2005/8/layout/list1"/>
    <dgm:cxn modelId="{CBB51CDC-B71F-4B91-893F-02D3A5C18B2D}" type="presParOf" srcId="{437B7175-C15D-4513-AE20-22929A67AB4D}" destId="{C68FE8E9-1306-4BC8-878C-961C496AD311}" srcOrd="4" destOrd="0" presId="urn:microsoft.com/office/officeart/2005/8/layout/list1"/>
    <dgm:cxn modelId="{3CD837C7-A33A-4D0F-9078-86747057F706}" type="presParOf" srcId="{C68FE8E9-1306-4BC8-878C-961C496AD311}" destId="{ACB1C29D-AFFC-4665-A650-EE4FA0433284}" srcOrd="0" destOrd="0" presId="urn:microsoft.com/office/officeart/2005/8/layout/list1"/>
    <dgm:cxn modelId="{CEC33E8F-069A-4137-9991-046191568812}" type="presParOf" srcId="{C68FE8E9-1306-4BC8-878C-961C496AD311}" destId="{C3F88CDE-217E-4ABD-9C40-C12A60C1B957}" srcOrd="1" destOrd="0" presId="urn:microsoft.com/office/officeart/2005/8/layout/list1"/>
    <dgm:cxn modelId="{5A15C746-4D27-470A-B81C-B683F2A61EAC}" type="presParOf" srcId="{437B7175-C15D-4513-AE20-22929A67AB4D}" destId="{075B709A-249F-430D-98E8-49784428E4CD}" srcOrd="5" destOrd="0" presId="urn:microsoft.com/office/officeart/2005/8/layout/list1"/>
    <dgm:cxn modelId="{36B2842F-DC2F-48C2-AC05-7EBA8E1E4542}" type="presParOf" srcId="{437B7175-C15D-4513-AE20-22929A67AB4D}" destId="{BDE30B22-5D29-49B0-9920-7507209CE268}" srcOrd="6" destOrd="0" presId="urn:microsoft.com/office/officeart/2005/8/layout/list1"/>
    <dgm:cxn modelId="{07AA9BEE-3CEE-4C28-B83A-B649F9096C7B}" type="presParOf" srcId="{437B7175-C15D-4513-AE20-22929A67AB4D}" destId="{ED6B1185-5931-4C8B-9F4B-64B7C9C53F8C}" srcOrd="7" destOrd="0" presId="urn:microsoft.com/office/officeart/2005/8/layout/list1"/>
    <dgm:cxn modelId="{A26D6370-D506-4941-8A46-13CCFBA8B504}" type="presParOf" srcId="{437B7175-C15D-4513-AE20-22929A67AB4D}" destId="{F5290E12-2DC6-4C34-AD23-3AA859C03C52}" srcOrd="8" destOrd="0" presId="urn:microsoft.com/office/officeart/2005/8/layout/list1"/>
    <dgm:cxn modelId="{B5E547E1-25EE-44E1-90BA-31AE6461797F}" type="presParOf" srcId="{F5290E12-2DC6-4C34-AD23-3AA859C03C52}" destId="{DCDDFB38-D18D-4D1D-8B7A-C0A8DEA31048}" srcOrd="0" destOrd="0" presId="urn:microsoft.com/office/officeart/2005/8/layout/list1"/>
    <dgm:cxn modelId="{A860C871-1590-4034-B946-7C2A837C65E1}" type="presParOf" srcId="{F5290E12-2DC6-4C34-AD23-3AA859C03C52}" destId="{8852532F-686F-4D47-B47C-008111ACE512}" srcOrd="1" destOrd="0" presId="urn:microsoft.com/office/officeart/2005/8/layout/list1"/>
    <dgm:cxn modelId="{1E99B865-34EA-4E32-9376-8D04118734E8}" type="presParOf" srcId="{437B7175-C15D-4513-AE20-22929A67AB4D}" destId="{D0D080D4-976C-44A2-AC7E-DCF4CD975228}" srcOrd="9" destOrd="0" presId="urn:microsoft.com/office/officeart/2005/8/layout/list1"/>
    <dgm:cxn modelId="{A1A873EF-9DDA-4FA7-8AF2-ED76ADB06175}" type="presParOf" srcId="{437B7175-C15D-4513-AE20-22929A67AB4D}" destId="{E8ED073A-ED74-4E36-AA21-DB33EF3A60E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CDCF44-DCDB-42BB-9D59-C156D8A8A850}" type="doc">
      <dgm:prSet loTypeId="urn:microsoft.com/office/officeart/2005/8/layout/list1" loCatId="list" qsTypeId="urn:microsoft.com/office/officeart/2005/8/quickstyle/simple1" qsCatId="simple" csTypeId="urn:microsoft.com/office/officeart/2005/8/colors/accent3_1" csCatId="accent3" phldr="1"/>
      <dgm:spPr/>
      <dgm:t>
        <a:bodyPr/>
        <a:lstStyle/>
        <a:p>
          <a:endParaRPr lang="zh-CN" altLang="en-US"/>
        </a:p>
      </dgm:t>
    </dgm:pt>
    <dgm:pt modelId="{2EBD2543-989A-490F-9F38-2F86AB41027D}">
      <dgm:prSet phldrT="[文本]" custT="1"/>
      <dgm:spPr/>
      <dgm:t>
        <a:bodyPr/>
        <a:lstStyle/>
        <a:p>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a:t>
          </a:r>
          <a:r>
            <a:rPr lang="zh-CN" altLang="en-US" sz="2000" b="1" dirty="0">
              <a:latin typeface="Times New Roman" pitchFamily="18" charset="0"/>
              <a:ea typeface="宋体" pitchFamily="2" charset="-122"/>
              <a:cs typeface="Times New Roman" pitchFamily="18" charset="0"/>
            </a:rPr>
            <a:t>施工过程流水节拍相等，</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a:t>
          </a:r>
          <a:r>
            <a:rPr lang="zh-CN" altLang="en-US" sz="2000" b="1" dirty="0">
              <a:latin typeface="Times New Roman" pitchFamily="18" charset="0"/>
              <a:ea typeface="宋体" pitchFamily="2" charset="-122"/>
              <a:cs typeface="Times New Roman" pitchFamily="18" charset="0"/>
            </a:rPr>
            <a:t>施工过程之间的流水节拍不全相等；</a:t>
          </a:r>
        </a:p>
      </dgm:t>
    </dgm:pt>
    <dgm:pt modelId="{67E7DCC2-E4CA-4924-AEBF-CAB920D22FED}" type="par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BFB1C603-2BB8-421D-BB81-C1FE99423773}" type="sib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D535DEE1-CBAE-4095-87AF-0996A2FC346F}">
      <dgm:prSet phldrT="[文本]" custT="1"/>
      <dgm:spPr/>
      <dgm:t>
        <a:bodyPr/>
        <a:lstStyle/>
        <a:p>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）流水步距</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不全</a:t>
          </a:r>
          <a:r>
            <a:rPr lang="zh-CN" altLang="en-US" sz="2000" b="1" dirty="0">
              <a:latin typeface="Times New Roman" pitchFamily="18" charset="0"/>
              <a:ea typeface="宋体" pitchFamily="2" charset="-122"/>
              <a:cs typeface="Times New Roman" pitchFamily="18" charset="0"/>
            </a:rPr>
            <a:t>相等；</a:t>
          </a:r>
        </a:p>
      </dgm:t>
    </dgm:pt>
    <dgm:pt modelId="{2DCEBAE0-0F15-44E2-AE09-697FFE3488F2}" type="par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3C5A12BF-8538-4DF2-B153-2A010546C47D}" type="sib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42C3EC5B-47C7-4B25-9760-E6B38FEFEE77}">
      <dgm:prSet phldrT="[文本]" custT="1"/>
      <dgm:spPr/>
      <dgm:t>
        <a:bodyPr/>
        <a:lstStyle/>
        <a:p>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）工作队（组）在主导施工过程上</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dirty="0">
              <a:latin typeface="Times New Roman" pitchFamily="18" charset="0"/>
              <a:ea typeface="宋体" pitchFamily="2" charset="-122"/>
              <a:cs typeface="Times New Roman" pitchFamily="18" charset="0"/>
            </a:rPr>
            <a:t>，但施工段之间可能有空闲；</a:t>
          </a:r>
        </a:p>
      </dgm:t>
    </dgm:pt>
    <dgm:pt modelId="{81FAF80F-A5C6-4822-A277-DB78F84D1230}" type="par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4B32FDAE-9701-4D52-8922-57ED26F42832}" type="sib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6AA79527-F8DE-4A11-A0B1-8F4B2C6FEF38}">
      <dgm:prSet phldrT="[文本]" custT="1"/>
      <dgm:spPr/>
      <dgm:t>
        <a:bodyPr/>
        <a:lstStyle/>
        <a:p>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）专业工作队数等于施工过程数，即</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n’=n</a:t>
          </a:r>
          <a:r>
            <a:rPr lang="zh-CN" altLang="en-US" sz="2000" b="1" dirty="0">
              <a:latin typeface="Times New Roman" pitchFamily="18" charset="0"/>
              <a:ea typeface="宋体" pitchFamily="2" charset="-122"/>
              <a:cs typeface="Times New Roman" pitchFamily="18" charset="0"/>
            </a:rPr>
            <a:t>。</a:t>
          </a:r>
        </a:p>
      </dgm:t>
    </dgm:pt>
    <dgm:pt modelId="{3548BD8F-D71F-49E0-9B98-1745B333BD75}" type="par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BC35404A-D4A6-462C-8E95-1885F90BA933}" type="sib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437B7175-C15D-4513-AE20-22929A67AB4D}" type="pres">
      <dgm:prSet presAssocID="{12CDCF44-DCDB-42BB-9D59-C156D8A8A850}" presName="linear" presStyleCnt="0">
        <dgm:presLayoutVars>
          <dgm:dir/>
          <dgm:animLvl val="lvl"/>
          <dgm:resizeHandles val="exact"/>
        </dgm:presLayoutVars>
      </dgm:prSet>
      <dgm:spPr/>
    </dgm:pt>
    <dgm:pt modelId="{DA8518EF-8A25-4B87-A7FE-9503F91DC727}" type="pres">
      <dgm:prSet presAssocID="{2EBD2543-989A-490F-9F38-2F86AB41027D}" presName="parentLin" presStyleCnt="0"/>
      <dgm:spPr/>
    </dgm:pt>
    <dgm:pt modelId="{3CE36FA1-F7DB-49B5-A8EF-3DCE52FC975E}" type="pres">
      <dgm:prSet presAssocID="{2EBD2543-989A-490F-9F38-2F86AB41027D}" presName="parentLeftMargin" presStyleLbl="node1" presStyleIdx="0" presStyleCnt="4"/>
      <dgm:spPr/>
    </dgm:pt>
    <dgm:pt modelId="{32102B57-4C0A-49DD-B555-80D6AE5C7E61}" type="pres">
      <dgm:prSet presAssocID="{2EBD2543-989A-490F-9F38-2F86AB41027D}" presName="parentText" presStyleLbl="node1" presStyleIdx="0" presStyleCnt="4" custScaleX="142857" custScaleY="245645">
        <dgm:presLayoutVars>
          <dgm:chMax val="0"/>
          <dgm:bulletEnabled val="1"/>
        </dgm:presLayoutVars>
      </dgm:prSet>
      <dgm:spPr/>
    </dgm:pt>
    <dgm:pt modelId="{8E187CC4-6474-4130-8A48-8D056A49E58A}" type="pres">
      <dgm:prSet presAssocID="{2EBD2543-989A-490F-9F38-2F86AB41027D}" presName="negativeSpace" presStyleCnt="0"/>
      <dgm:spPr/>
    </dgm:pt>
    <dgm:pt modelId="{3D6413CB-A3F8-4CC7-8AA1-84F2365D9CB0}" type="pres">
      <dgm:prSet presAssocID="{2EBD2543-989A-490F-9F38-2F86AB41027D}" presName="childText" presStyleLbl="conFgAcc1" presStyleIdx="0" presStyleCnt="4">
        <dgm:presLayoutVars>
          <dgm:bulletEnabled val="1"/>
        </dgm:presLayoutVars>
      </dgm:prSet>
      <dgm:spPr/>
    </dgm:pt>
    <dgm:pt modelId="{F5B0E694-FB8F-4A41-B30D-60252957FB03}" type="pres">
      <dgm:prSet presAssocID="{BFB1C603-2BB8-421D-BB81-C1FE99423773}" presName="spaceBetweenRectangles" presStyleCnt="0"/>
      <dgm:spPr/>
    </dgm:pt>
    <dgm:pt modelId="{C68FE8E9-1306-4BC8-878C-961C496AD311}" type="pres">
      <dgm:prSet presAssocID="{D535DEE1-CBAE-4095-87AF-0996A2FC346F}" presName="parentLin" presStyleCnt="0"/>
      <dgm:spPr/>
    </dgm:pt>
    <dgm:pt modelId="{ACB1C29D-AFFC-4665-A650-EE4FA0433284}" type="pres">
      <dgm:prSet presAssocID="{D535DEE1-CBAE-4095-87AF-0996A2FC346F}" presName="parentLeftMargin" presStyleLbl="node1" presStyleIdx="0" presStyleCnt="4"/>
      <dgm:spPr/>
    </dgm:pt>
    <dgm:pt modelId="{C3F88CDE-217E-4ABD-9C40-C12A60C1B957}" type="pres">
      <dgm:prSet presAssocID="{D535DEE1-CBAE-4095-87AF-0996A2FC346F}" presName="parentText" presStyleLbl="node1" presStyleIdx="1" presStyleCnt="4" custScaleX="142857" custScaleY="233269">
        <dgm:presLayoutVars>
          <dgm:chMax val="0"/>
          <dgm:bulletEnabled val="1"/>
        </dgm:presLayoutVars>
      </dgm:prSet>
      <dgm:spPr/>
    </dgm:pt>
    <dgm:pt modelId="{075B709A-249F-430D-98E8-49784428E4CD}" type="pres">
      <dgm:prSet presAssocID="{D535DEE1-CBAE-4095-87AF-0996A2FC346F}" presName="negativeSpace" presStyleCnt="0"/>
      <dgm:spPr/>
    </dgm:pt>
    <dgm:pt modelId="{BDE30B22-5D29-49B0-9920-7507209CE268}" type="pres">
      <dgm:prSet presAssocID="{D535DEE1-CBAE-4095-87AF-0996A2FC346F}" presName="childText" presStyleLbl="conFgAcc1" presStyleIdx="1" presStyleCnt="4">
        <dgm:presLayoutVars>
          <dgm:bulletEnabled val="1"/>
        </dgm:presLayoutVars>
      </dgm:prSet>
      <dgm:spPr/>
    </dgm:pt>
    <dgm:pt modelId="{ED6B1185-5931-4C8B-9F4B-64B7C9C53F8C}" type="pres">
      <dgm:prSet presAssocID="{3C5A12BF-8538-4DF2-B153-2A010546C47D}" presName="spaceBetweenRectangles" presStyleCnt="0"/>
      <dgm:spPr/>
    </dgm:pt>
    <dgm:pt modelId="{F5290E12-2DC6-4C34-AD23-3AA859C03C52}" type="pres">
      <dgm:prSet presAssocID="{42C3EC5B-47C7-4B25-9760-E6B38FEFEE77}" presName="parentLin" presStyleCnt="0"/>
      <dgm:spPr/>
    </dgm:pt>
    <dgm:pt modelId="{DCDDFB38-D18D-4D1D-8B7A-C0A8DEA31048}" type="pres">
      <dgm:prSet presAssocID="{42C3EC5B-47C7-4B25-9760-E6B38FEFEE77}" presName="parentLeftMargin" presStyleLbl="node1" presStyleIdx="1" presStyleCnt="4"/>
      <dgm:spPr/>
    </dgm:pt>
    <dgm:pt modelId="{8852532F-686F-4D47-B47C-008111ACE512}" type="pres">
      <dgm:prSet presAssocID="{42C3EC5B-47C7-4B25-9760-E6B38FEFEE77}" presName="parentText" presStyleLbl="node1" presStyleIdx="2" presStyleCnt="4" custScaleX="142857" custScaleY="236297">
        <dgm:presLayoutVars>
          <dgm:chMax val="0"/>
          <dgm:bulletEnabled val="1"/>
        </dgm:presLayoutVars>
      </dgm:prSet>
      <dgm:spPr/>
    </dgm:pt>
    <dgm:pt modelId="{D0D080D4-976C-44A2-AC7E-DCF4CD975228}" type="pres">
      <dgm:prSet presAssocID="{42C3EC5B-47C7-4B25-9760-E6B38FEFEE77}" presName="negativeSpace" presStyleCnt="0"/>
      <dgm:spPr/>
    </dgm:pt>
    <dgm:pt modelId="{E8ED073A-ED74-4E36-AA21-DB33EF3A60E9}" type="pres">
      <dgm:prSet presAssocID="{42C3EC5B-47C7-4B25-9760-E6B38FEFEE77}" presName="childText" presStyleLbl="conFgAcc1" presStyleIdx="2" presStyleCnt="4">
        <dgm:presLayoutVars>
          <dgm:bulletEnabled val="1"/>
        </dgm:presLayoutVars>
      </dgm:prSet>
      <dgm:spPr/>
    </dgm:pt>
    <dgm:pt modelId="{607DAB91-CBF8-483D-982A-48C41EDDA529}" type="pres">
      <dgm:prSet presAssocID="{4B32FDAE-9701-4D52-8922-57ED26F42832}" presName="spaceBetweenRectangles" presStyleCnt="0"/>
      <dgm:spPr/>
    </dgm:pt>
    <dgm:pt modelId="{7217D4C3-B96B-415F-8FA4-B225586A9DCC}" type="pres">
      <dgm:prSet presAssocID="{6AA79527-F8DE-4A11-A0B1-8F4B2C6FEF38}" presName="parentLin" presStyleCnt="0"/>
      <dgm:spPr/>
    </dgm:pt>
    <dgm:pt modelId="{D78D4BEC-484B-432B-BB77-D4E5552BB909}" type="pres">
      <dgm:prSet presAssocID="{6AA79527-F8DE-4A11-A0B1-8F4B2C6FEF38}" presName="parentLeftMargin" presStyleLbl="node1" presStyleIdx="2" presStyleCnt="4"/>
      <dgm:spPr/>
    </dgm:pt>
    <dgm:pt modelId="{FA0FDCF5-66CE-4F39-B884-C55F4FF758D0}" type="pres">
      <dgm:prSet presAssocID="{6AA79527-F8DE-4A11-A0B1-8F4B2C6FEF38}" presName="parentText" presStyleLbl="node1" presStyleIdx="3" presStyleCnt="4" custScaleX="142857" custScaleY="210921">
        <dgm:presLayoutVars>
          <dgm:chMax val="0"/>
          <dgm:bulletEnabled val="1"/>
        </dgm:presLayoutVars>
      </dgm:prSet>
      <dgm:spPr/>
    </dgm:pt>
    <dgm:pt modelId="{75832911-05E0-4270-A47F-8661C1C08484}" type="pres">
      <dgm:prSet presAssocID="{6AA79527-F8DE-4A11-A0B1-8F4B2C6FEF38}" presName="negativeSpace" presStyleCnt="0"/>
      <dgm:spPr/>
    </dgm:pt>
    <dgm:pt modelId="{9D5C1C4C-20EE-4982-80D5-57BBB40F86D8}" type="pres">
      <dgm:prSet presAssocID="{6AA79527-F8DE-4A11-A0B1-8F4B2C6FEF38}" presName="childText" presStyleLbl="conFgAcc1" presStyleIdx="3" presStyleCnt="4">
        <dgm:presLayoutVars>
          <dgm:bulletEnabled val="1"/>
        </dgm:presLayoutVars>
      </dgm:prSet>
      <dgm:spPr/>
    </dgm:pt>
  </dgm:ptLst>
  <dgm:cxnLst>
    <dgm:cxn modelId="{49CB400F-0860-452E-A477-99AFDC134D38}" srcId="{12CDCF44-DCDB-42BB-9D59-C156D8A8A850}" destId="{6AA79527-F8DE-4A11-A0B1-8F4B2C6FEF38}" srcOrd="3" destOrd="0" parTransId="{3548BD8F-D71F-49E0-9B98-1745B333BD75}" sibTransId="{BC35404A-D4A6-462C-8E95-1885F90BA933}"/>
    <dgm:cxn modelId="{40ECA034-958A-4744-BB1A-2C85E2522D2A}" srcId="{12CDCF44-DCDB-42BB-9D59-C156D8A8A850}" destId="{D535DEE1-CBAE-4095-87AF-0996A2FC346F}" srcOrd="1" destOrd="0" parTransId="{2DCEBAE0-0F15-44E2-AE09-697FFE3488F2}" sibTransId="{3C5A12BF-8538-4DF2-B153-2A010546C47D}"/>
    <dgm:cxn modelId="{E236A63B-3C86-434F-80BE-65234F8198AA}" type="presOf" srcId="{2EBD2543-989A-490F-9F38-2F86AB41027D}" destId="{3CE36FA1-F7DB-49B5-A8EF-3DCE52FC975E}" srcOrd="0" destOrd="0" presId="urn:microsoft.com/office/officeart/2005/8/layout/list1"/>
    <dgm:cxn modelId="{EF832660-100C-40D6-BC43-E2489FC5E673}" type="presOf" srcId="{D535DEE1-CBAE-4095-87AF-0996A2FC346F}" destId="{ACB1C29D-AFFC-4665-A650-EE4FA0433284}" srcOrd="0" destOrd="0" presId="urn:microsoft.com/office/officeart/2005/8/layout/list1"/>
    <dgm:cxn modelId="{5F8AA560-F46E-438C-B20E-512561CCEB2B}" type="presOf" srcId="{D535DEE1-CBAE-4095-87AF-0996A2FC346F}" destId="{C3F88CDE-217E-4ABD-9C40-C12A60C1B957}" srcOrd="1" destOrd="0" presId="urn:microsoft.com/office/officeart/2005/8/layout/list1"/>
    <dgm:cxn modelId="{CD6AFF7C-5B01-4AA2-B969-F1FCEC5DF9F7}" srcId="{12CDCF44-DCDB-42BB-9D59-C156D8A8A850}" destId="{2EBD2543-989A-490F-9F38-2F86AB41027D}" srcOrd="0" destOrd="0" parTransId="{67E7DCC2-E4CA-4924-AEBF-CAB920D22FED}" sibTransId="{BFB1C603-2BB8-421D-BB81-C1FE99423773}"/>
    <dgm:cxn modelId="{6FCEB98C-4975-49FC-B18A-510567861FF9}" type="presOf" srcId="{6AA79527-F8DE-4A11-A0B1-8F4B2C6FEF38}" destId="{FA0FDCF5-66CE-4F39-B884-C55F4FF758D0}" srcOrd="1" destOrd="0" presId="urn:microsoft.com/office/officeart/2005/8/layout/list1"/>
    <dgm:cxn modelId="{C91990B4-1414-48C3-86C1-11C46ED7862A}" type="presOf" srcId="{12CDCF44-DCDB-42BB-9D59-C156D8A8A850}" destId="{437B7175-C15D-4513-AE20-22929A67AB4D}" srcOrd="0" destOrd="0" presId="urn:microsoft.com/office/officeart/2005/8/layout/list1"/>
    <dgm:cxn modelId="{5EC925CA-D77E-41BE-8448-EE2039F06264}" srcId="{12CDCF44-DCDB-42BB-9D59-C156D8A8A850}" destId="{42C3EC5B-47C7-4B25-9760-E6B38FEFEE77}" srcOrd="2" destOrd="0" parTransId="{81FAF80F-A5C6-4822-A277-DB78F84D1230}" sibTransId="{4B32FDAE-9701-4D52-8922-57ED26F42832}"/>
    <dgm:cxn modelId="{5A9F63CB-A1C2-43D9-AEE5-8CF65AF28B1F}" type="presOf" srcId="{2EBD2543-989A-490F-9F38-2F86AB41027D}" destId="{32102B57-4C0A-49DD-B555-80D6AE5C7E61}" srcOrd="1" destOrd="0" presId="urn:microsoft.com/office/officeart/2005/8/layout/list1"/>
    <dgm:cxn modelId="{10E552DE-D6EC-4B32-AA39-20CE0E881263}" type="presOf" srcId="{42C3EC5B-47C7-4B25-9760-E6B38FEFEE77}" destId="{DCDDFB38-D18D-4D1D-8B7A-C0A8DEA31048}" srcOrd="0" destOrd="0" presId="urn:microsoft.com/office/officeart/2005/8/layout/list1"/>
    <dgm:cxn modelId="{020E50F8-3B97-4B30-AE68-BEE6CE40EC2E}" type="presOf" srcId="{42C3EC5B-47C7-4B25-9760-E6B38FEFEE77}" destId="{8852532F-686F-4D47-B47C-008111ACE512}" srcOrd="1" destOrd="0" presId="urn:microsoft.com/office/officeart/2005/8/layout/list1"/>
    <dgm:cxn modelId="{C30569FE-A56C-40B8-A0A5-998137A8A834}" type="presOf" srcId="{6AA79527-F8DE-4A11-A0B1-8F4B2C6FEF38}" destId="{D78D4BEC-484B-432B-BB77-D4E5552BB909}" srcOrd="0" destOrd="0" presId="urn:microsoft.com/office/officeart/2005/8/layout/list1"/>
    <dgm:cxn modelId="{CFFDB622-6545-40B3-BC70-D217BA3BBD68}" type="presParOf" srcId="{437B7175-C15D-4513-AE20-22929A67AB4D}" destId="{DA8518EF-8A25-4B87-A7FE-9503F91DC727}" srcOrd="0" destOrd="0" presId="urn:microsoft.com/office/officeart/2005/8/layout/list1"/>
    <dgm:cxn modelId="{5CA6267E-1647-4E1C-AF6A-18BE644CAE4A}" type="presParOf" srcId="{DA8518EF-8A25-4B87-A7FE-9503F91DC727}" destId="{3CE36FA1-F7DB-49B5-A8EF-3DCE52FC975E}" srcOrd="0" destOrd="0" presId="urn:microsoft.com/office/officeart/2005/8/layout/list1"/>
    <dgm:cxn modelId="{7FDD96AA-A987-479E-AF35-268056B80071}" type="presParOf" srcId="{DA8518EF-8A25-4B87-A7FE-9503F91DC727}" destId="{32102B57-4C0A-49DD-B555-80D6AE5C7E61}" srcOrd="1" destOrd="0" presId="urn:microsoft.com/office/officeart/2005/8/layout/list1"/>
    <dgm:cxn modelId="{30329656-5F37-4013-A611-2AC6876D198B}" type="presParOf" srcId="{437B7175-C15D-4513-AE20-22929A67AB4D}" destId="{8E187CC4-6474-4130-8A48-8D056A49E58A}" srcOrd="1" destOrd="0" presId="urn:microsoft.com/office/officeart/2005/8/layout/list1"/>
    <dgm:cxn modelId="{46F7C242-4F46-4AD5-AB38-063C01FB4C8E}" type="presParOf" srcId="{437B7175-C15D-4513-AE20-22929A67AB4D}" destId="{3D6413CB-A3F8-4CC7-8AA1-84F2365D9CB0}" srcOrd="2" destOrd="0" presId="urn:microsoft.com/office/officeart/2005/8/layout/list1"/>
    <dgm:cxn modelId="{4311E898-6D38-42FB-B7F6-84B93D7FEF14}" type="presParOf" srcId="{437B7175-C15D-4513-AE20-22929A67AB4D}" destId="{F5B0E694-FB8F-4A41-B30D-60252957FB03}" srcOrd="3" destOrd="0" presId="urn:microsoft.com/office/officeart/2005/8/layout/list1"/>
    <dgm:cxn modelId="{5B86C0BC-3022-42F1-A3A0-984148A297D2}" type="presParOf" srcId="{437B7175-C15D-4513-AE20-22929A67AB4D}" destId="{C68FE8E9-1306-4BC8-878C-961C496AD311}" srcOrd="4" destOrd="0" presId="urn:microsoft.com/office/officeart/2005/8/layout/list1"/>
    <dgm:cxn modelId="{191801AD-5A3E-45E4-A05C-A4FE6AAD2160}" type="presParOf" srcId="{C68FE8E9-1306-4BC8-878C-961C496AD311}" destId="{ACB1C29D-AFFC-4665-A650-EE4FA0433284}" srcOrd="0" destOrd="0" presId="urn:microsoft.com/office/officeart/2005/8/layout/list1"/>
    <dgm:cxn modelId="{BC3C1683-10A5-4BA0-8C9F-6F20C92A10A2}" type="presParOf" srcId="{C68FE8E9-1306-4BC8-878C-961C496AD311}" destId="{C3F88CDE-217E-4ABD-9C40-C12A60C1B957}" srcOrd="1" destOrd="0" presId="urn:microsoft.com/office/officeart/2005/8/layout/list1"/>
    <dgm:cxn modelId="{92DDC248-06A5-4C08-B5E8-F76BB1A591EB}" type="presParOf" srcId="{437B7175-C15D-4513-AE20-22929A67AB4D}" destId="{075B709A-249F-430D-98E8-49784428E4CD}" srcOrd="5" destOrd="0" presId="urn:microsoft.com/office/officeart/2005/8/layout/list1"/>
    <dgm:cxn modelId="{1DAC2D55-5A95-4B12-9C31-6E1BF6DAA668}" type="presParOf" srcId="{437B7175-C15D-4513-AE20-22929A67AB4D}" destId="{BDE30B22-5D29-49B0-9920-7507209CE268}" srcOrd="6" destOrd="0" presId="urn:microsoft.com/office/officeart/2005/8/layout/list1"/>
    <dgm:cxn modelId="{91D8FD61-8C55-4A5A-ABF8-BBD566B06EC5}" type="presParOf" srcId="{437B7175-C15D-4513-AE20-22929A67AB4D}" destId="{ED6B1185-5931-4C8B-9F4B-64B7C9C53F8C}" srcOrd="7" destOrd="0" presId="urn:microsoft.com/office/officeart/2005/8/layout/list1"/>
    <dgm:cxn modelId="{31F0C338-060E-4617-948F-C6338CDBDC9D}" type="presParOf" srcId="{437B7175-C15D-4513-AE20-22929A67AB4D}" destId="{F5290E12-2DC6-4C34-AD23-3AA859C03C52}" srcOrd="8" destOrd="0" presId="urn:microsoft.com/office/officeart/2005/8/layout/list1"/>
    <dgm:cxn modelId="{3CE86F13-5A52-4A6E-8528-41E7BAD37249}" type="presParOf" srcId="{F5290E12-2DC6-4C34-AD23-3AA859C03C52}" destId="{DCDDFB38-D18D-4D1D-8B7A-C0A8DEA31048}" srcOrd="0" destOrd="0" presId="urn:microsoft.com/office/officeart/2005/8/layout/list1"/>
    <dgm:cxn modelId="{67E0A44B-A219-4AD6-B715-B4E7127C9983}" type="presParOf" srcId="{F5290E12-2DC6-4C34-AD23-3AA859C03C52}" destId="{8852532F-686F-4D47-B47C-008111ACE512}" srcOrd="1" destOrd="0" presId="urn:microsoft.com/office/officeart/2005/8/layout/list1"/>
    <dgm:cxn modelId="{D542670E-9EA7-41F2-B926-641922D967C6}" type="presParOf" srcId="{437B7175-C15D-4513-AE20-22929A67AB4D}" destId="{D0D080D4-976C-44A2-AC7E-DCF4CD975228}" srcOrd="9" destOrd="0" presId="urn:microsoft.com/office/officeart/2005/8/layout/list1"/>
    <dgm:cxn modelId="{3DEF9638-5F12-4EFE-BA67-6B424D86902E}" type="presParOf" srcId="{437B7175-C15D-4513-AE20-22929A67AB4D}" destId="{E8ED073A-ED74-4E36-AA21-DB33EF3A60E9}" srcOrd="10" destOrd="0" presId="urn:microsoft.com/office/officeart/2005/8/layout/list1"/>
    <dgm:cxn modelId="{9E39604F-724A-413D-BD1F-463E5CF4616E}" type="presParOf" srcId="{437B7175-C15D-4513-AE20-22929A67AB4D}" destId="{607DAB91-CBF8-483D-982A-48C41EDDA529}" srcOrd="11" destOrd="0" presId="urn:microsoft.com/office/officeart/2005/8/layout/list1"/>
    <dgm:cxn modelId="{D06AF575-DC90-4A42-A035-CB23FB732D87}" type="presParOf" srcId="{437B7175-C15D-4513-AE20-22929A67AB4D}" destId="{7217D4C3-B96B-415F-8FA4-B225586A9DCC}" srcOrd="12" destOrd="0" presId="urn:microsoft.com/office/officeart/2005/8/layout/list1"/>
    <dgm:cxn modelId="{EBEDD4DD-3581-4E85-9197-EE1F4420E90E}" type="presParOf" srcId="{7217D4C3-B96B-415F-8FA4-B225586A9DCC}" destId="{D78D4BEC-484B-432B-BB77-D4E5552BB909}" srcOrd="0" destOrd="0" presId="urn:microsoft.com/office/officeart/2005/8/layout/list1"/>
    <dgm:cxn modelId="{A81366F5-CEE3-477D-991E-B0E661569B41}" type="presParOf" srcId="{7217D4C3-B96B-415F-8FA4-B225586A9DCC}" destId="{FA0FDCF5-66CE-4F39-B884-C55F4FF758D0}" srcOrd="1" destOrd="0" presId="urn:microsoft.com/office/officeart/2005/8/layout/list1"/>
    <dgm:cxn modelId="{5D112C30-79E7-4D03-B70E-564425EE920C}" type="presParOf" srcId="{437B7175-C15D-4513-AE20-22929A67AB4D}" destId="{75832911-05E0-4270-A47F-8661C1C08484}" srcOrd="13" destOrd="0" presId="urn:microsoft.com/office/officeart/2005/8/layout/list1"/>
    <dgm:cxn modelId="{7F2D5E33-BADA-458D-9B96-9172FA831E8D}" type="presParOf" srcId="{437B7175-C15D-4513-AE20-22929A67AB4D}" destId="{9D5C1C4C-20EE-4982-80D5-57BBB40F86D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96D1558-8D6B-4F4B-B569-A102E857B54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zh-CN" altLang="en-US"/>
        </a:p>
      </dgm:t>
    </dgm:pt>
    <dgm:pt modelId="{831C6D03-955E-4B07-B01C-099DCB1314BD}">
      <dgm:prSet phldrT="[文本]" custT="1"/>
      <dgm:spPr/>
      <dgm:t>
        <a:bodyPr/>
        <a:lstStyle/>
        <a:p>
          <a:pPr>
            <a:lnSpc>
              <a:spcPct val="200000"/>
            </a:lnSpc>
          </a:pPr>
          <a:r>
            <a:rPr lang="zh-CN" altLang="en-US" sz="2000" b="1" dirty="0">
              <a:solidFill>
                <a:schemeClr val="tx1"/>
              </a:solidFill>
              <a:latin typeface="Times New Roman" pitchFamily="18" charset="0"/>
              <a:ea typeface="宋体" pitchFamily="2" charset="-122"/>
              <a:cs typeface="Times New Roman" pitchFamily="18" charset="0"/>
            </a:rPr>
            <a:t>累加数列法：</a:t>
          </a:r>
        </a:p>
      </dgm:t>
    </dgm:pt>
    <dgm:pt modelId="{A2520090-BD48-4359-9852-2D1220CE9BF1}" type="parTrans" cxnId="{F574E2D1-5616-4CA4-89EB-F43DC52F52AD}">
      <dgm:prSet/>
      <dgm:spPr/>
      <dgm:t>
        <a:bodyPr/>
        <a:lstStyle/>
        <a:p>
          <a:pPr>
            <a:lnSpc>
              <a:spcPct val="2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2BC30748-0B15-464F-8478-DB87A309CB60}" type="sibTrans" cxnId="{F574E2D1-5616-4CA4-89EB-F43DC52F52AD}">
      <dgm:prSet/>
      <dgm:spPr/>
      <dgm:t>
        <a:bodyPr/>
        <a:lstStyle/>
        <a:p>
          <a:pPr>
            <a:lnSpc>
              <a:spcPct val="2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9B123809-EB64-414A-B847-56DF51242FB6}">
      <dgm:prSet phldrT="[文本]" custT="1"/>
      <dgm:spPr/>
      <dgm:t>
        <a:bodyPr/>
        <a:lstStyle/>
        <a:p>
          <a:pPr>
            <a:lnSpc>
              <a:spcPct val="200000"/>
            </a:lnSpc>
          </a:pPr>
          <a:r>
            <a:rPr lang="zh-CN" altLang="en-US" sz="2000" b="1" dirty="0">
              <a:solidFill>
                <a:schemeClr val="tx1"/>
              </a:solidFill>
              <a:latin typeface="Times New Roman" pitchFamily="18" charset="0"/>
              <a:ea typeface="宋体" pitchFamily="2" charset="-122"/>
              <a:cs typeface="Times New Roman" pitchFamily="18" charset="0"/>
            </a:rPr>
            <a:t>①</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累加数列：</a:t>
          </a:r>
          <a:r>
            <a:rPr lang="zh-CN" altLang="en-US" sz="2000" b="1" dirty="0">
              <a:solidFill>
                <a:schemeClr val="tx1"/>
              </a:solidFill>
              <a:latin typeface="Times New Roman" pitchFamily="18" charset="0"/>
              <a:ea typeface="宋体" pitchFamily="2" charset="-122"/>
              <a:cs typeface="Times New Roman" pitchFamily="18" charset="0"/>
            </a:rPr>
            <a:t>将每个施工过程的流水节拍逐段累加；</a:t>
          </a:r>
        </a:p>
      </dgm:t>
    </dgm:pt>
    <dgm:pt modelId="{A575342F-FE71-4062-962F-328DD32B2109}" type="parTrans" cxnId="{7C41171A-C44B-47AE-8450-BDE535AE8E38}">
      <dgm:prSet/>
      <dgm:spPr/>
      <dgm:t>
        <a:bodyPr/>
        <a:lstStyle/>
        <a:p>
          <a:pPr>
            <a:lnSpc>
              <a:spcPct val="2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114BFB4D-4C62-4EE5-AF10-474D8E8E0F77}" type="sibTrans" cxnId="{7C41171A-C44B-47AE-8450-BDE535AE8E38}">
      <dgm:prSet/>
      <dgm:spPr/>
      <dgm:t>
        <a:bodyPr/>
        <a:lstStyle/>
        <a:p>
          <a:pPr>
            <a:lnSpc>
              <a:spcPct val="2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24C8D5B2-329F-44C7-ACD6-B443AF5B8949}">
      <dgm:prSet phldrT="[文本]" custT="1"/>
      <dgm:spPr/>
      <dgm:t>
        <a:bodyPr/>
        <a:lstStyle/>
        <a:p>
          <a:pPr>
            <a:lnSpc>
              <a:spcPct val="200000"/>
            </a:lnSpc>
          </a:pPr>
          <a:r>
            <a:rPr lang="zh-CN" altLang="en-US" sz="2000" b="1" dirty="0">
              <a:solidFill>
                <a:schemeClr val="tx1"/>
              </a:solidFill>
              <a:latin typeface="Times New Roman" pitchFamily="18" charset="0"/>
              <a:ea typeface="宋体" pitchFamily="2" charset="-122"/>
              <a:cs typeface="Times New Roman" pitchFamily="18" charset="0"/>
            </a:rPr>
            <a:t>②</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错位相减：</a:t>
          </a:r>
          <a:r>
            <a:rPr lang="zh-CN" altLang="en-US" sz="2000" b="1" dirty="0">
              <a:solidFill>
                <a:schemeClr val="tx1"/>
              </a:solidFill>
              <a:latin typeface="Times New Roman" pitchFamily="18" charset="0"/>
              <a:ea typeface="宋体" pitchFamily="2" charset="-122"/>
              <a:cs typeface="Times New Roman" pitchFamily="18" charset="0"/>
            </a:rPr>
            <a:t>将相邻两个施工队的累加数列错位相减；</a:t>
          </a:r>
          <a:endParaRPr lang="zh-CN" altLang="en-US" dirty="0"/>
        </a:p>
      </dgm:t>
    </dgm:pt>
    <dgm:pt modelId="{90A95B74-65AA-4EA8-8D1A-C3B17A544460}" type="parTrans" cxnId="{FB7B48EC-1747-4019-A34B-A1759BA48AFB}">
      <dgm:prSet/>
      <dgm:spPr/>
      <dgm:t>
        <a:bodyPr/>
        <a:lstStyle/>
        <a:p>
          <a:pPr>
            <a:lnSpc>
              <a:spcPct val="200000"/>
            </a:lnSpc>
          </a:pPr>
          <a:endParaRPr lang="zh-CN" altLang="en-US"/>
        </a:p>
      </dgm:t>
    </dgm:pt>
    <dgm:pt modelId="{39513617-D3FA-44BB-8E10-359C0DB24844}" type="sibTrans" cxnId="{FB7B48EC-1747-4019-A34B-A1759BA48AFB}">
      <dgm:prSet/>
      <dgm:spPr/>
      <dgm:t>
        <a:bodyPr/>
        <a:lstStyle/>
        <a:p>
          <a:pPr>
            <a:lnSpc>
              <a:spcPct val="200000"/>
            </a:lnSpc>
          </a:pPr>
          <a:endParaRPr lang="zh-CN" altLang="en-US"/>
        </a:p>
      </dgm:t>
    </dgm:pt>
    <dgm:pt modelId="{9272C4A7-B2A4-479E-B75B-63DCC411B37F}">
      <dgm:prSet phldrT="[文本]" custT="1"/>
      <dgm:spPr/>
      <dgm:t>
        <a:bodyPr/>
        <a:lstStyle/>
        <a:p>
          <a:pPr>
            <a:lnSpc>
              <a:spcPct val="200000"/>
            </a:lnSpc>
          </a:pPr>
          <a:r>
            <a:rPr lang="zh-CN" altLang="en-US" sz="2000" b="1" dirty="0">
              <a:solidFill>
                <a:schemeClr val="tx1"/>
              </a:solidFill>
              <a:latin typeface="Times New Roman" pitchFamily="18" charset="0"/>
              <a:ea typeface="宋体" pitchFamily="2" charset="-122"/>
              <a:cs typeface="Times New Roman" pitchFamily="18" charset="0"/>
            </a:rPr>
            <a:t>③</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取大差</a:t>
          </a:r>
          <a:r>
            <a:rPr lang="zh-CN" altLang="en-US" sz="2000" b="1" dirty="0">
              <a:solidFill>
                <a:schemeClr val="tx1"/>
              </a:solidFill>
              <a:latin typeface="Times New Roman" pitchFamily="18" charset="0"/>
              <a:ea typeface="宋体" pitchFamily="2" charset="-122"/>
              <a:cs typeface="Times New Roman" pitchFamily="18" charset="0"/>
            </a:rPr>
            <a:t>：相减结果中数值最大者即流水步距。</a:t>
          </a:r>
          <a:endParaRPr lang="zh-CN" altLang="en-US" dirty="0"/>
        </a:p>
      </dgm:t>
    </dgm:pt>
    <dgm:pt modelId="{AE77DC30-AB1C-4582-8401-52FCABDC1ADC}" type="parTrans" cxnId="{DFE8F7C3-88A1-43DD-A717-DDDE76F44C5B}">
      <dgm:prSet/>
      <dgm:spPr/>
      <dgm:t>
        <a:bodyPr/>
        <a:lstStyle/>
        <a:p>
          <a:pPr>
            <a:lnSpc>
              <a:spcPct val="200000"/>
            </a:lnSpc>
          </a:pPr>
          <a:endParaRPr lang="zh-CN" altLang="en-US"/>
        </a:p>
      </dgm:t>
    </dgm:pt>
    <dgm:pt modelId="{E0F05EE8-1702-44B1-B975-B024C70FA72E}" type="sibTrans" cxnId="{DFE8F7C3-88A1-43DD-A717-DDDE76F44C5B}">
      <dgm:prSet/>
      <dgm:spPr/>
      <dgm:t>
        <a:bodyPr/>
        <a:lstStyle/>
        <a:p>
          <a:pPr>
            <a:lnSpc>
              <a:spcPct val="200000"/>
            </a:lnSpc>
          </a:pPr>
          <a:endParaRPr lang="zh-CN" altLang="en-US"/>
        </a:p>
      </dgm:t>
    </dgm:pt>
    <dgm:pt modelId="{32CA588E-4E96-42D6-AA76-18447A59E69B}" type="pres">
      <dgm:prSet presAssocID="{E96D1558-8D6B-4F4B-B569-A102E857B54C}" presName="linear" presStyleCnt="0">
        <dgm:presLayoutVars>
          <dgm:animLvl val="lvl"/>
          <dgm:resizeHandles val="exact"/>
        </dgm:presLayoutVars>
      </dgm:prSet>
      <dgm:spPr/>
    </dgm:pt>
    <dgm:pt modelId="{596B9A6B-C3EA-465E-9F97-3E0DBD6EED3C}" type="pres">
      <dgm:prSet presAssocID="{831C6D03-955E-4B07-B01C-099DCB1314BD}" presName="parentText" presStyleLbl="node1" presStyleIdx="0" presStyleCnt="1" custScaleY="98432">
        <dgm:presLayoutVars>
          <dgm:chMax val="0"/>
          <dgm:bulletEnabled val="1"/>
        </dgm:presLayoutVars>
      </dgm:prSet>
      <dgm:spPr/>
    </dgm:pt>
    <dgm:pt modelId="{2D881EAB-5D5E-4606-BC71-F8438459D53E}" type="pres">
      <dgm:prSet presAssocID="{831C6D03-955E-4B07-B01C-099DCB1314BD}" presName="childText" presStyleLbl="revTx" presStyleIdx="0" presStyleCnt="1">
        <dgm:presLayoutVars>
          <dgm:bulletEnabled val="1"/>
        </dgm:presLayoutVars>
      </dgm:prSet>
      <dgm:spPr/>
    </dgm:pt>
  </dgm:ptLst>
  <dgm:cxnLst>
    <dgm:cxn modelId="{7C41171A-C44B-47AE-8450-BDE535AE8E38}" srcId="{831C6D03-955E-4B07-B01C-099DCB1314BD}" destId="{9B123809-EB64-414A-B847-56DF51242FB6}" srcOrd="0" destOrd="0" parTransId="{A575342F-FE71-4062-962F-328DD32B2109}" sibTransId="{114BFB4D-4C62-4EE5-AF10-474D8E8E0F77}"/>
    <dgm:cxn modelId="{B0FF9F3F-0232-4106-A4BF-5764F7F09C61}" type="presOf" srcId="{E96D1558-8D6B-4F4B-B569-A102E857B54C}" destId="{32CA588E-4E96-42D6-AA76-18447A59E69B}" srcOrd="0" destOrd="0" presId="urn:microsoft.com/office/officeart/2005/8/layout/vList2"/>
    <dgm:cxn modelId="{E539A85D-D415-4B0E-B736-B3EFCD82D1B1}" type="presOf" srcId="{24C8D5B2-329F-44C7-ACD6-B443AF5B8949}" destId="{2D881EAB-5D5E-4606-BC71-F8438459D53E}" srcOrd="0" destOrd="1" presId="urn:microsoft.com/office/officeart/2005/8/layout/vList2"/>
    <dgm:cxn modelId="{A90AAB69-6B1D-489F-B628-42052669267F}" type="presOf" srcId="{9B123809-EB64-414A-B847-56DF51242FB6}" destId="{2D881EAB-5D5E-4606-BC71-F8438459D53E}" srcOrd="0" destOrd="0" presId="urn:microsoft.com/office/officeart/2005/8/layout/vList2"/>
    <dgm:cxn modelId="{FF03CC7C-9ECD-4410-A773-06546D8E6C6A}" type="presOf" srcId="{831C6D03-955E-4B07-B01C-099DCB1314BD}" destId="{596B9A6B-C3EA-465E-9F97-3E0DBD6EED3C}" srcOrd="0" destOrd="0" presId="urn:microsoft.com/office/officeart/2005/8/layout/vList2"/>
    <dgm:cxn modelId="{DFE8F7C3-88A1-43DD-A717-DDDE76F44C5B}" srcId="{831C6D03-955E-4B07-B01C-099DCB1314BD}" destId="{9272C4A7-B2A4-479E-B75B-63DCC411B37F}" srcOrd="2" destOrd="0" parTransId="{AE77DC30-AB1C-4582-8401-52FCABDC1ADC}" sibTransId="{E0F05EE8-1702-44B1-B975-B024C70FA72E}"/>
    <dgm:cxn modelId="{F574E2D1-5616-4CA4-89EB-F43DC52F52AD}" srcId="{E96D1558-8D6B-4F4B-B569-A102E857B54C}" destId="{831C6D03-955E-4B07-B01C-099DCB1314BD}" srcOrd="0" destOrd="0" parTransId="{A2520090-BD48-4359-9852-2D1220CE9BF1}" sibTransId="{2BC30748-0B15-464F-8478-DB87A309CB60}"/>
    <dgm:cxn modelId="{5E020CE6-53AF-49C5-AD43-8AA820FC6797}" type="presOf" srcId="{9272C4A7-B2A4-479E-B75B-63DCC411B37F}" destId="{2D881EAB-5D5E-4606-BC71-F8438459D53E}" srcOrd="0" destOrd="2" presId="urn:microsoft.com/office/officeart/2005/8/layout/vList2"/>
    <dgm:cxn modelId="{FB7B48EC-1747-4019-A34B-A1759BA48AFB}" srcId="{831C6D03-955E-4B07-B01C-099DCB1314BD}" destId="{24C8D5B2-329F-44C7-ACD6-B443AF5B8949}" srcOrd="1" destOrd="0" parTransId="{90A95B74-65AA-4EA8-8D1A-C3B17A544460}" sibTransId="{39513617-D3FA-44BB-8E10-359C0DB24844}"/>
    <dgm:cxn modelId="{C6AFAA65-D482-4124-BA12-7F91447971B0}" type="presParOf" srcId="{32CA588E-4E96-42D6-AA76-18447A59E69B}" destId="{596B9A6B-C3EA-465E-9F97-3E0DBD6EED3C}" srcOrd="0" destOrd="0" presId="urn:microsoft.com/office/officeart/2005/8/layout/vList2"/>
    <dgm:cxn modelId="{CE610DEF-B011-4FAA-BE7D-135213384062}" type="presParOf" srcId="{32CA588E-4E96-42D6-AA76-18447A59E69B}" destId="{2D881EAB-5D5E-4606-BC71-F8438459D53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2CDCF44-DCDB-42BB-9D59-C156D8A8A850}"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zh-CN" altLang="en-US"/>
        </a:p>
      </dgm:t>
    </dgm:pt>
    <dgm:pt modelId="{2EBD2543-989A-490F-9F38-2F86AB41027D}">
      <dgm:prSet phldrT="[文本]" custT="1"/>
      <dgm:spPr/>
      <dgm:t>
        <a:bodyPr/>
        <a:lstStyle/>
        <a:p>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a:t>
          </a:r>
          <a:r>
            <a:rPr lang="zh-CN" altLang="en-US" sz="2000" b="1" dirty="0">
              <a:latin typeface="Times New Roman" pitchFamily="18" charset="0"/>
              <a:ea typeface="宋体" pitchFamily="2" charset="-122"/>
              <a:cs typeface="Times New Roman" pitchFamily="18" charset="0"/>
            </a:rPr>
            <a:t>施工过程流水节拍相等，</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a:t>
          </a:r>
          <a:r>
            <a:rPr lang="zh-CN" altLang="en-US" sz="2000" b="1" dirty="0">
              <a:latin typeface="Times New Roman" pitchFamily="18" charset="0"/>
              <a:ea typeface="宋体" pitchFamily="2" charset="-122"/>
              <a:cs typeface="Times New Roman" pitchFamily="18" charset="0"/>
            </a:rPr>
            <a:t>施工过程在同一施工段上的流水节拍之间存在一个</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最大公约数</a:t>
          </a:r>
          <a:r>
            <a:rPr lang="zh-CN" altLang="en-US" sz="2000" b="1" dirty="0">
              <a:latin typeface="Times New Roman" pitchFamily="18" charset="0"/>
              <a:ea typeface="宋体" pitchFamily="2" charset="-122"/>
              <a:cs typeface="Times New Roman" pitchFamily="18" charset="0"/>
            </a:rPr>
            <a:t>；</a:t>
          </a:r>
        </a:p>
      </dgm:t>
    </dgm:pt>
    <dgm:pt modelId="{67E7DCC2-E4CA-4924-AEBF-CAB920D22FED}" type="par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BFB1C603-2BB8-421D-BB81-C1FE99423773}" type="sibTrans" cxnId="{CD6AFF7C-5B01-4AA2-B969-F1FCEC5DF9F7}">
      <dgm:prSet/>
      <dgm:spPr/>
      <dgm:t>
        <a:bodyPr/>
        <a:lstStyle/>
        <a:p>
          <a:endParaRPr lang="zh-CN" altLang="en-US" sz="2000" b="1">
            <a:latin typeface="Times New Roman" pitchFamily="18" charset="0"/>
            <a:ea typeface="宋体" pitchFamily="2" charset="-122"/>
            <a:cs typeface="Times New Roman" pitchFamily="18" charset="0"/>
          </a:endParaRPr>
        </a:p>
      </dgm:t>
    </dgm:pt>
    <dgm:pt modelId="{D535DEE1-CBAE-4095-87AF-0996A2FC346F}">
      <dgm:prSet phldrT="[文本]" custT="1"/>
      <dgm:spPr/>
      <dgm:t>
        <a:bodyPr/>
        <a:lstStyle/>
        <a:p>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）流水步距彼此</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相等</a:t>
          </a:r>
          <a:r>
            <a:rPr lang="zh-CN" altLang="en-US" sz="2000" b="1" dirty="0">
              <a:latin typeface="Times New Roman" pitchFamily="18" charset="0"/>
              <a:ea typeface="宋体" pitchFamily="2" charset="-122"/>
              <a:cs typeface="Times New Roman" pitchFamily="18" charset="0"/>
            </a:rPr>
            <a:t>，且等于流水节拍的</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最大公约数</a:t>
          </a:r>
          <a:r>
            <a:rPr lang="zh-CN" altLang="en-US" sz="2000" b="1" dirty="0">
              <a:latin typeface="Times New Roman" pitchFamily="18" charset="0"/>
              <a:ea typeface="宋体" pitchFamily="2" charset="-122"/>
              <a:cs typeface="Times New Roman" pitchFamily="18" charset="0"/>
            </a:rPr>
            <a:t>；</a:t>
          </a:r>
        </a:p>
      </dgm:t>
    </dgm:pt>
    <dgm:pt modelId="{2DCEBAE0-0F15-44E2-AE09-697FFE3488F2}" type="par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3C5A12BF-8538-4DF2-B153-2A010546C47D}" type="sibTrans" cxnId="{40ECA034-958A-4744-BB1A-2C85E2522D2A}">
      <dgm:prSet/>
      <dgm:spPr/>
      <dgm:t>
        <a:bodyPr/>
        <a:lstStyle/>
        <a:p>
          <a:endParaRPr lang="zh-CN" altLang="en-US" sz="2000" b="1">
            <a:latin typeface="Times New Roman" pitchFamily="18" charset="0"/>
            <a:ea typeface="宋体" pitchFamily="2" charset="-122"/>
            <a:cs typeface="Times New Roman" pitchFamily="18" charset="0"/>
          </a:endParaRPr>
        </a:p>
      </dgm:t>
    </dgm:pt>
    <dgm:pt modelId="{42C3EC5B-47C7-4B25-9760-E6B38FEFEE77}">
      <dgm:prSet phldrT="[文本]" custT="1"/>
      <dgm:spPr/>
      <dgm:t>
        <a:bodyPr/>
        <a:lstStyle/>
        <a:p>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）各个专业工作队都能够</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dirty="0">
              <a:latin typeface="Times New Roman" pitchFamily="18" charset="0"/>
              <a:ea typeface="宋体" pitchFamily="2" charset="-122"/>
              <a:cs typeface="Times New Roman" pitchFamily="18" charset="0"/>
            </a:rPr>
            <a:t>作业，施工段都</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没有</a:t>
          </a:r>
          <a:r>
            <a:rPr lang="zh-CN" altLang="en-US" sz="2000" b="1" dirty="0">
              <a:latin typeface="Times New Roman" pitchFamily="18" charset="0"/>
              <a:ea typeface="宋体" pitchFamily="2" charset="-122"/>
              <a:cs typeface="Times New Roman" pitchFamily="18" charset="0"/>
            </a:rPr>
            <a:t>间歇时间；</a:t>
          </a:r>
        </a:p>
      </dgm:t>
    </dgm:pt>
    <dgm:pt modelId="{81FAF80F-A5C6-4822-A277-DB78F84D1230}" type="par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4B32FDAE-9701-4D52-8922-57ED26F42832}" type="sibTrans" cxnId="{5EC925CA-D77E-41BE-8448-EE2039F06264}">
      <dgm:prSet/>
      <dgm:spPr/>
      <dgm:t>
        <a:bodyPr/>
        <a:lstStyle/>
        <a:p>
          <a:endParaRPr lang="zh-CN" altLang="en-US" sz="2000" b="1">
            <a:latin typeface="Times New Roman" pitchFamily="18" charset="0"/>
            <a:ea typeface="宋体" pitchFamily="2" charset="-122"/>
            <a:cs typeface="Times New Roman" pitchFamily="18" charset="0"/>
          </a:endParaRPr>
        </a:p>
      </dgm:t>
    </dgm:pt>
    <dgm:pt modelId="{6AA79527-F8DE-4A11-A0B1-8F4B2C6FEF38}">
      <dgm:prSet phldrT="[文本]" custT="1"/>
      <dgm:spPr/>
      <dgm:t>
        <a:bodyPr/>
        <a:lstStyle/>
        <a:p>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）专业工作队数目大于施工过程数目，即</a:t>
          </a:r>
          <a:r>
            <a:rPr lang="en-US"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n’&gt;n</a:t>
          </a:r>
          <a:r>
            <a:rPr lang="zh-CN" altLang="en-US" sz="2000" b="1" dirty="0">
              <a:latin typeface="Times New Roman" pitchFamily="18" charset="0"/>
              <a:ea typeface="宋体" pitchFamily="2" charset="-122"/>
              <a:cs typeface="Times New Roman" pitchFamily="18" charset="0"/>
            </a:rPr>
            <a:t>。</a:t>
          </a:r>
        </a:p>
      </dgm:t>
    </dgm:pt>
    <dgm:pt modelId="{3548BD8F-D71F-49E0-9B98-1745B333BD75}" type="par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BC35404A-D4A6-462C-8E95-1885F90BA933}" type="sibTrans" cxnId="{49CB400F-0860-452E-A477-99AFDC134D38}">
      <dgm:prSet/>
      <dgm:spPr/>
      <dgm:t>
        <a:bodyPr/>
        <a:lstStyle/>
        <a:p>
          <a:endParaRPr lang="zh-CN" altLang="en-US" sz="2000" b="1">
            <a:latin typeface="Times New Roman" pitchFamily="18" charset="0"/>
            <a:ea typeface="宋体" pitchFamily="2" charset="-122"/>
            <a:cs typeface="Times New Roman" pitchFamily="18" charset="0"/>
          </a:endParaRPr>
        </a:p>
      </dgm:t>
    </dgm:pt>
    <dgm:pt modelId="{437B7175-C15D-4513-AE20-22929A67AB4D}" type="pres">
      <dgm:prSet presAssocID="{12CDCF44-DCDB-42BB-9D59-C156D8A8A850}" presName="linear" presStyleCnt="0">
        <dgm:presLayoutVars>
          <dgm:dir/>
          <dgm:animLvl val="lvl"/>
          <dgm:resizeHandles val="exact"/>
        </dgm:presLayoutVars>
      </dgm:prSet>
      <dgm:spPr/>
    </dgm:pt>
    <dgm:pt modelId="{DA8518EF-8A25-4B87-A7FE-9503F91DC727}" type="pres">
      <dgm:prSet presAssocID="{2EBD2543-989A-490F-9F38-2F86AB41027D}" presName="parentLin" presStyleCnt="0"/>
      <dgm:spPr/>
    </dgm:pt>
    <dgm:pt modelId="{3CE36FA1-F7DB-49B5-A8EF-3DCE52FC975E}" type="pres">
      <dgm:prSet presAssocID="{2EBD2543-989A-490F-9F38-2F86AB41027D}" presName="parentLeftMargin" presStyleLbl="node1" presStyleIdx="0" presStyleCnt="4"/>
      <dgm:spPr/>
    </dgm:pt>
    <dgm:pt modelId="{32102B57-4C0A-49DD-B555-80D6AE5C7E61}" type="pres">
      <dgm:prSet presAssocID="{2EBD2543-989A-490F-9F38-2F86AB41027D}" presName="parentText" presStyleLbl="node1" presStyleIdx="0" presStyleCnt="4" custScaleX="142857" custScaleY="245645">
        <dgm:presLayoutVars>
          <dgm:chMax val="0"/>
          <dgm:bulletEnabled val="1"/>
        </dgm:presLayoutVars>
      </dgm:prSet>
      <dgm:spPr/>
    </dgm:pt>
    <dgm:pt modelId="{8E187CC4-6474-4130-8A48-8D056A49E58A}" type="pres">
      <dgm:prSet presAssocID="{2EBD2543-989A-490F-9F38-2F86AB41027D}" presName="negativeSpace" presStyleCnt="0"/>
      <dgm:spPr/>
    </dgm:pt>
    <dgm:pt modelId="{3D6413CB-A3F8-4CC7-8AA1-84F2365D9CB0}" type="pres">
      <dgm:prSet presAssocID="{2EBD2543-989A-490F-9F38-2F86AB41027D}" presName="childText" presStyleLbl="conFgAcc1" presStyleIdx="0" presStyleCnt="4">
        <dgm:presLayoutVars>
          <dgm:bulletEnabled val="1"/>
        </dgm:presLayoutVars>
      </dgm:prSet>
      <dgm:spPr/>
    </dgm:pt>
    <dgm:pt modelId="{F5B0E694-FB8F-4A41-B30D-60252957FB03}" type="pres">
      <dgm:prSet presAssocID="{BFB1C603-2BB8-421D-BB81-C1FE99423773}" presName="spaceBetweenRectangles" presStyleCnt="0"/>
      <dgm:spPr/>
    </dgm:pt>
    <dgm:pt modelId="{C68FE8E9-1306-4BC8-878C-961C496AD311}" type="pres">
      <dgm:prSet presAssocID="{D535DEE1-CBAE-4095-87AF-0996A2FC346F}" presName="parentLin" presStyleCnt="0"/>
      <dgm:spPr/>
    </dgm:pt>
    <dgm:pt modelId="{ACB1C29D-AFFC-4665-A650-EE4FA0433284}" type="pres">
      <dgm:prSet presAssocID="{D535DEE1-CBAE-4095-87AF-0996A2FC346F}" presName="parentLeftMargin" presStyleLbl="node1" presStyleIdx="0" presStyleCnt="4"/>
      <dgm:spPr/>
    </dgm:pt>
    <dgm:pt modelId="{C3F88CDE-217E-4ABD-9C40-C12A60C1B957}" type="pres">
      <dgm:prSet presAssocID="{D535DEE1-CBAE-4095-87AF-0996A2FC346F}" presName="parentText" presStyleLbl="node1" presStyleIdx="1" presStyleCnt="4" custScaleX="142857" custScaleY="233269">
        <dgm:presLayoutVars>
          <dgm:chMax val="0"/>
          <dgm:bulletEnabled val="1"/>
        </dgm:presLayoutVars>
      </dgm:prSet>
      <dgm:spPr/>
    </dgm:pt>
    <dgm:pt modelId="{075B709A-249F-430D-98E8-49784428E4CD}" type="pres">
      <dgm:prSet presAssocID="{D535DEE1-CBAE-4095-87AF-0996A2FC346F}" presName="negativeSpace" presStyleCnt="0"/>
      <dgm:spPr/>
    </dgm:pt>
    <dgm:pt modelId="{BDE30B22-5D29-49B0-9920-7507209CE268}" type="pres">
      <dgm:prSet presAssocID="{D535DEE1-CBAE-4095-87AF-0996A2FC346F}" presName="childText" presStyleLbl="conFgAcc1" presStyleIdx="1" presStyleCnt="4">
        <dgm:presLayoutVars>
          <dgm:bulletEnabled val="1"/>
        </dgm:presLayoutVars>
      </dgm:prSet>
      <dgm:spPr/>
    </dgm:pt>
    <dgm:pt modelId="{ED6B1185-5931-4C8B-9F4B-64B7C9C53F8C}" type="pres">
      <dgm:prSet presAssocID="{3C5A12BF-8538-4DF2-B153-2A010546C47D}" presName="spaceBetweenRectangles" presStyleCnt="0"/>
      <dgm:spPr/>
    </dgm:pt>
    <dgm:pt modelId="{F5290E12-2DC6-4C34-AD23-3AA859C03C52}" type="pres">
      <dgm:prSet presAssocID="{42C3EC5B-47C7-4B25-9760-E6B38FEFEE77}" presName="parentLin" presStyleCnt="0"/>
      <dgm:spPr/>
    </dgm:pt>
    <dgm:pt modelId="{DCDDFB38-D18D-4D1D-8B7A-C0A8DEA31048}" type="pres">
      <dgm:prSet presAssocID="{42C3EC5B-47C7-4B25-9760-E6B38FEFEE77}" presName="parentLeftMargin" presStyleLbl="node1" presStyleIdx="1" presStyleCnt="4"/>
      <dgm:spPr/>
    </dgm:pt>
    <dgm:pt modelId="{8852532F-686F-4D47-B47C-008111ACE512}" type="pres">
      <dgm:prSet presAssocID="{42C3EC5B-47C7-4B25-9760-E6B38FEFEE77}" presName="parentText" presStyleLbl="node1" presStyleIdx="2" presStyleCnt="4" custScaleX="142857" custScaleY="236297">
        <dgm:presLayoutVars>
          <dgm:chMax val="0"/>
          <dgm:bulletEnabled val="1"/>
        </dgm:presLayoutVars>
      </dgm:prSet>
      <dgm:spPr/>
    </dgm:pt>
    <dgm:pt modelId="{D0D080D4-976C-44A2-AC7E-DCF4CD975228}" type="pres">
      <dgm:prSet presAssocID="{42C3EC5B-47C7-4B25-9760-E6B38FEFEE77}" presName="negativeSpace" presStyleCnt="0"/>
      <dgm:spPr/>
    </dgm:pt>
    <dgm:pt modelId="{E8ED073A-ED74-4E36-AA21-DB33EF3A60E9}" type="pres">
      <dgm:prSet presAssocID="{42C3EC5B-47C7-4B25-9760-E6B38FEFEE77}" presName="childText" presStyleLbl="conFgAcc1" presStyleIdx="2" presStyleCnt="4">
        <dgm:presLayoutVars>
          <dgm:bulletEnabled val="1"/>
        </dgm:presLayoutVars>
      </dgm:prSet>
      <dgm:spPr/>
    </dgm:pt>
    <dgm:pt modelId="{607DAB91-CBF8-483D-982A-48C41EDDA529}" type="pres">
      <dgm:prSet presAssocID="{4B32FDAE-9701-4D52-8922-57ED26F42832}" presName="spaceBetweenRectangles" presStyleCnt="0"/>
      <dgm:spPr/>
    </dgm:pt>
    <dgm:pt modelId="{7217D4C3-B96B-415F-8FA4-B225586A9DCC}" type="pres">
      <dgm:prSet presAssocID="{6AA79527-F8DE-4A11-A0B1-8F4B2C6FEF38}" presName="parentLin" presStyleCnt="0"/>
      <dgm:spPr/>
    </dgm:pt>
    <dgm:pt modelId="{D78D4BEC-484B-432B-BB77-D4E5552BB909}" type="pres">
      <dgm:prSet presAssocID="{6AA79527-F8DE-4A11-A0B1-8F4B2C6FEF38}" presName="parentLeftMargin" presStyleLbl="node1" presStyleIdx="2" presStyleCnt="4"/>
      <dgm:spPr/>
    </dgm:pt>
    <dgm:pt modelId="{FA0FDCF5-66CE-4F39-B884-C55F4FF758D0}" type="pres">
      <dgm:prSet presAssocID="{6AA79527-F8DE-4A11-A0B1-8F4B2C6FEF38}" presName="parentText" presStyleLbl="node1" presStyleIdx="3" presStyleCnt="4" custScaleX="142857" custScaleY="210921">
        <dgm:presLayoutVars>
          <dgm:chMax val="0"/>
          <dgm:bulletEnabled val="1"/>
        </dgm:presLayoutVars>
      </dgm:prSet>
      <dgm:spPr/>
    </dgm:pt>
    <dgm:pt modelId="{75832911-05E0-4270-A47F-8661C1C08484}" type="pres">
      <dgm:prSet presAssocID="{6AA79527-F8DE-4A11-A0B1-8F4B2C6FEF38}" presName="negativeSpace" presStyleCnt="0"/>
      <dgm:spPr/>
    </dgm:pt>
    <dgm:pt modelId="{9D5C1C4C-20EE-4982-80D5-57BBB40F86D8}" type="pres">
      <dgm:prSet presAssocID="{6AA79527-F8DE-4A11-A0B1-8F4B2C6FEF38}" presName="childText" presStyleLbl="conFgAcc1" presStyleIdx="3" presStyleCnt="4">
        <dgm:presLayoutVars>
          <dgm:bulletEnabled val="1"/>
        </dgm:presLayoutVars>
      </dgm:prSet>
      <dgm:spPr/>
    </dgm:pt>
  </dgm:ptLst>
  <dgm:cxnLst>
    <dgm:cxn modelId="{86D2E70E-BF04-4308-9C98-11FE5F51735B}" type="presOf" srcId="{2EBD2543-989A-490F-9F38-2F86AB41027D}" destId="{32102B57-4C0A-49DD-B555-80D6AE5C7E61}" srcOrd="1" destOrd="0" presId="urn:microsoft.com/office/officeart/2005/8/layout/list1"/>
    <dgm:cxn modelId="{49CB400F-0860-452E-A477-99AFDC134D38}" srcId="{12CDCF44-DCDB-42BB-9D59-C156D8A8A850}" destId="{6AA79527-F8DE-4A11-A0B1-8F4B2C6FEF38}" srcOrd="3" destOrd="0" parTransId="{3548BD8F-D71F-49E0-9B98-1745B333BD75}" sibTransId="{BC35404A-D4A6-462C-8E95-1885F90BA933}"/>
    <dgm:cxn modelId="{40ECA034-958A-4744-BB1A-2C85E2522D2A}" srcId="{12CDCF44-DCDB-42BB-9D59-C156D8A8A850}" destId="{D535DEE1-CBAE-4095-87AF-0996A2FC346F}" srcOrd="1" destOrd="0" parTransId="{2DCEBAE0-0F15-44E2-AE09-697FFE3488F2}" sibTransId="{3C5A12BF-8538-4DF2-B153-2A010546C47D}"/>
    <dgm:cxn modelId="{4453ED4B-A8E0-4FA2-850B-B1D859F04217}" type="presOf" srcId="{6AA79527-F8DE-4A11-A0B1-8F4B2C6FEF38}" destId="{FA0FDCF5-66CE-4F39-B884-C55F4FF758D0}" srcOrd="1" destOrd="0" presId="urn:microsoft.com/office/officeart/2005/8/layout/list1"/>
    <dgm:cxn modelId="{4F21D950-1101-46B2-A6B4-56F8D06A6407}" type="presOf" srcId="{6AA79527-F8DE-4A11-A0B1-8F4B2C6FEF38}" destId="{D78D4BEC-484B-432B-BB77-D4E5552BB909}" srcOrd="0" destOrd="0" presId="urn:microsoft.com/office/officeart/2005/8/layout/list1"/>
    <dgm:cxn modelId="{CD6AFF7C-5B01-4AA2-B969-F1FCEC5DF9F7}" srcId="{12CDCF44-DCDB-42BB-9D59-C156D8A8A850}" destId="{2EBD2543-989A-490F-9F38-2F86AB41027D}" srcOrd="0" destOrd="0" parTransId="{67E7DCC2-E4CA-4924-AEBF-CAB920D22FED}" sibTransId="{BFB1C603-2BB8-421D-BB81-C1FE99423773}"/>
    <dgm:cxn modelId="{CDEFFBB2-9453-4E76-AE64-FD68E622F277}" type="presOf" srcId="{42C3EC5B-47C7-4B25-9760-E6B38FEFEE77}" destId="{8852532F-686F-4D47-B47C-008111ACE512}" srcOrd="1" destOrd="0" presId="urn:microsoft.com/office/officeart/2005/8/layout/list1"/>
    <dgm:cxn modelId="{CB4121B8-D470-4BEF-B679-ABA0126BD6E1}" type="presOf" srcId="{D535DEE1-CBAE-4095-87AF-0996A2FC346F}" destId="{C3F88CDE-217E-4ABD-9C40-C12A60C1B957}" srcOrd="1" destOrd="0" presId="urn:microsoft.com/office/officeart/2005/8/layout/list1"/>
    <dgm:cxn modelId="{273C95BE-7BF2-413F-BF07-5E50F90ED1E0}" type="presOf" srcId="{2EBD2543-989A-490F-9F38-2F86AB41027D}" destId="{3CE36FA1-F7DB-49B5-A8EF-3DCE52FC975E}" srcOrd="0" destOrd="0" presId="urn:microsoft.com/office/officeart/2005/8/layout/list1"/>
    <dgm:cxn modelId="{FE9993C5-81D0-4681-9891-1AB5D58D5227}" type="presOf" srcId="{D535DEE1-CBAE-4095-87AF-0996A2FC346F}" destId="{ACB1C29D-AFFC-4665-A650-EE4FA0433284}" srcOrd="0" destOrd="0" presId="urn:microsoft.com/office/officeart/2005/8/layout/list1"/>
    <dgm:cxn modelId="{5EC925CA-D77E-41BE-8448-EE2039F06264}" srcId="{12CDCF44-DCDB-42BB-9D59-C156D8A8A850}" destId="{42C3EC5B-47C7-4B25-9760-E6B38FEFEE77}" srcOrd="2" destOrd="0" parTransId="{81FAF80F-A5C6-4822-A277-DB78F84D1230}" sibTransId="{4B32FDAE-9701-4D52-8922-57ED26F42832}"/>
    <dgm:cxn modelId="{723550DD-C4CA-4A4C-8FEB-E7B4ADA04C93}" type="presOf" srcId="{12CDCF44-DCDB-42BB-9D59-C156D8A8A850}" destId="{437B7175-C15D-4513-AE20-22929A67AB4D}" srcOrd="0" destOrd="0" presId="urn:microsoft.com/office/officeart/2005/8/layout/list1"/>
    <dgm:cxn modelId="{B985DEE0-A68D-481F-9A4A-20E61F335994}" type="presOf" srcId="{42C3EC5B-47C7-4B25-9760-E6B38FEFEE77}" destId="{DCDDFB38-D18D-4D1D-8B7A-C0A8DEA31048}" srcOrd="0" destOrd="0" presId="urn:microsoft.com/office/officeart/2005/8/layout/list1"/>
    <dgm:cxn modelId="{F7858C6D-038F-4DFB-92C0-50EDEE4414DA}" type="presParOf" srcId="{437B7175-C15D-4513-AE20-22929A67AB4D}" destId="{DA8518EF-8A25-4B87-A7FE-9503F91DC727}" srcOrd="0" destOrd="0" presId="urn:microsoft.com/office/officeart/2005/8/layout/list1"/>
    <dgm:cxn modelId="{03B33403-9EFD-45FC-B316-2B543621C4AE}" type="presParOf" srcId="{DA8518EF-8A25-4B87-A7FE-9503F91DC727}" destId="{3CE36FA1-F7DB-49B5-A8EF-3DCE52FC975E}" srcOrd="0" destOrd="0" presId="urn:microsoft.com/office/officeart/2005/8/layout/list1"/>
    <dgm:cxn modelId="{9E1C9A66-27E1-407B-8FDE-85CD75AA3B35}" type="presParOf" srcId="{DA8518EF-8A25-4B87-A7FE-9503F91DC727}" destId="{32102B57-4C0A-49DD-B555-80D6AE5C7E61}" srcOrd="1" destOrd="0" presId="urn:microsoft.com/office/officeart/2005/8/layout/list1"/>
    <dgm:cxn modelId="{3AA4D4AC-900C-4837-8E11-DCC6B36D011F}" type="presParOf" srcId="{437B7175-C15D-4513-AE20-22929A67AB4D}" destId="{8E187CC4-6474-4130-8A48-8D056A49E58A}" srcOrd="1" destOrd="0" presId="urn:microsoft.com/office/officeart/2005/8/layout/list1"/>
    <dgm:cxn modelId="{0B9CFA44-D13F-48D7-8C54-4056A9A3A563}" type="presParOf" srcId="{437B7175-C15D-4513-AE20-22929A67AB4D}" destId="{3D6413CB-A3F8-4CC7-8AA1-84F2365D9CB0}" srcOrd="2" destOrd="0" presId="urn:microsoft.com/office/officeart/2005/8/layout/list1"/>
    <dgm:cxn modelId="{317E964B-7F0F-4539-B0B7-9C890687C462}" type="presParOf" srcId="{437B7175-C15D-4513-AE20-22929A67AB4D}" destId="{F5B0E694-FB8F-4A41-B30D-60252957FB03}" srcOrd="3" destOrd="0" presId="urn:microsoft.com/office/officeart/2005/8/layout/list1"/>
    <dgm:cxn modelId="{26FE6843-200D-4221-80E9-2C20DF4867A3}" type="presParOf" srcId="{437B7175-C15D-4513-AE20-22929A67AB4D}" destId="{C68FE8E9-1306-4BC8-878C-961C496AD311}" srcOrd="4" destOrd="0" presId="urn:microsoft.com/office/officeart/2005/8/layout/list1"/>
    <dgm:cxn modelId="{6BCD7B47-536F-46DA-8DF4-20271B195911}" type="presParOf" srcId="{C68FE8E9-1306-4BC8-878C-961C496AD311}" destId="{ACB1C29D-AFFC-4665-A650-EE4FA0433284}" srcOrd="0" destOrd="0" presId="urn:microsoft.com/office/officeart/2005/8/layout/list1"/>
    <dgm:cxn modelId="{A09634A9-9B25-4142-AEDC-88D199B4B4F2}" type="presParOf" srcId="{C68FE8E9-1306-4BC8-878C-961C496AD311}" destId="{C3F88CDE-217E-4ABD-9C40-C12A60C1B957}" srcOrd="1" destOrd="0" presId="urn:microsoft.com/office/officeart/2005/8/layout/list1"/>
    <dgm:cxn modelId="{12485F90-BBB7-4A74-A17F-851086B20486}" type="presParOf" srcId="{437B7175-C15D-4513-AE20-22929A67AB4D}" destId="{075B709A-249F-430D-98E8-49784428E4CD}" srcOrd="5" destOrd="0" presId="urn:microsoft.com/office/officeart/2005/8/layout/list1"/>
    <dgm:cxn modelId="{FD669945-A9C1-4D2F-99D4-4F5A00163564}" type="presParOf" srcId="{437B7175-C15D-4513-AE20-22929A67AB4D}" destId="{BDE30B22-5D29-49B0-9920-7507209CE268}" srcOrd="6" destOrd="0" presId="urn:microsoft.com/office/officeart/2005/8/layout/list1"/>
    <dgm:cxn modelId="{8164138A-6CF6-4954-B36B-14BE15622D2B}" type="presParOf" srcId="{437B7175-C15D-4513-AE20-22929A67AB4D}" destId="{ED6B1185-5931-4C8B-9F4B-64B7C9C53F8C}" srcOrd="7" destOrd="0" presId="urn:microsoft.com/office/officeart/2005/8/layout/list1"/>
    <dgm:cxn modelId="{462AD2EC-7FFC-4F5A-8672-AD3B773241E2}" type="presParOf" srcId="{437B7175-C15D-4513-AE20-22929A67AB4D}" destId="{F5290E12-2DC6-4C34-AD23-3AA859C03C52}" srcOrd="8" destOrd="0" presId="urn:microsoft.com/office/officeart/2005/8/layout/list1"/>
    <dgm:cxn modelId="{0D5D65ED-BDD2-4EED-9D53-1E4636EC13B1}" type="presParOf" srcId="{F5290E12-2DC6-4C34-AD23-3AA859C03C52}" destId="{DCDDFB38-D18D-4D1D-8B7A-C0A8DEA31048}" srcOrd="0" destOrd="0" presId="urn:microsoft.com/office/officeart/2005/8/layout/list1"/>
    <dgm:cxn modelId="{0ACD5450-6502-4945-A14D-428E25F720F9}" type="presParOf" srcId="{F5290E12-2DC6-4C34-AD23-3AA859C03C52}" destId="{8852532F-686F-4D47-B47C-008111ACE512}" srcOrd="1" destOrd="0" presId="urn:microsoft.com/office/officeart/2005/8/layout/list1"/>
    <dgm:cxn modelId="{096336E9-BF40-4C40-8B9A-C5EFBF55E29E}" type="presParOf" srcId="{437B7175-C15D-4513-AE20-22929A67AB4D}" destId="{D0D080D4-976C-44A2-AC7E-DCF4CD975228}" srcOrd="9" destOrd="0" presId="urn:microsoft.com/office/officeart/2005/8/layout/list1"/>
    <dgm:cxn modelId="{0BB3151F-9979-4A96-B3BB-EABECABB460E}" type="presParOf" srcId="{437B7175-C15D-4513-AE20-22929A67AB4D}" destId="{E8ED073A-ED74-4E36-AA21-DB33EF3A60E9}" srcOrd="10" destOrd="0" presId="urn:microsoft.com/office/officeart/2005/8/layout/list1"/>
    <dgm:cxn modelId="{C701DE54-6CF0-4AD0-BA27-2944F0E798D0}" type="presParOf" srcId="{437B7175-C15D-4513-AE20-22929A67AB4D}" destId="{607DAB91-CBF8-483D-982A-48C41EDDA529}" srcOrd="11" destOrd="0" presId="urn:microsoft.com/office/officeart/2005/8/layout/list1"/>
    <dgm:cxn modelId="{E6891EF6-F150-4E4E-842B-D7537DD0F5D2}" type="presParOf" srcId="{437B7175-C15D-4513-AE20-22929A67AB4D}" destId="{7217D4C3-B96B-415F-8FA4-B225586A9DCC}" srcOrd="12" destOrd="0" presId="urn:microsoft.com/office/officeart/2005/8/layout/list1"/>
    <dgm:cxn modelId="{F1B96751-EAB6-4C55-B9D7-D5122B9F17A3}" type="presParOf" srcId="{7217D4C3-B96B-415F-8FA4-B225586A9DCC}" destId="{D78D4BEC-484B-432B-BB77-D4E5552BB909}" srcOrd="0" destOrd="0" presId="urn:microsoft.com/office/officeart/2005/8/layout/list1"/>
    <dgm:cxn modelId="{3D4FA40C-025D-4D06-BF39-32A19194E526}" type="presParOf" srcId="{7217D4C3-B96B-415F-8FA4-B225586A9DCC}" destId="{FA0FDCF5-66CE-4F39-B884-C55F4FF758D0}" srcOrd="1" destOrd="0" presId="urn:microsoft.com/office/officeart/2005/8/layout/list1"/>
    <dgm:cxn modelId="{486A4F11-AC99-4B56-829C-58766D53E029}" type="presParOf" srcId="{437B7175-C15D-4513-AE20-22929A67AB4D}" destId="{75832911-05E0-4270-A47F-8661C1C08484}" srcOrd="13" destOrd="0" presId="urn:microsoft.com/office/officeart/2005/8/layout/list1"/>
    <dgm:cxn modelId="{8246036C-B861-40FA-8B7E-2FDE0F0FFCC2}" type="presParOf" srcId="{437B7175-C15D-4513-AE20-22929A67AB4D}" destId="{9D5C1C4C-20EE-4982-80D5-57BBB40F86D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6D1558-8D6B-4F4B-B569-A102E857B54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zh-CN" altLang="en-US"/>
        </a:p>
      </dgm:t>
    </dgm:pt>
    <dgm:pt modelId="{831C6D03-955E-4B07-B01C-099DCB1314BD}">
      <dgm:prSet phldrT="[文本]" custT="1"/>
      <dgm:spPr/>
      <dgm:t>
        <a:bodyPr/>
        <a:lstStyle/>
        <a:p>
          <a:pPr>
            <a:lnSpc>
              <a:spcPct val="100000"/>
            </a:lnSpc>
          </a:pPr>
          <a:r>
            <a:rPr lang="zh-CN" altLang="en-US" sz="2000" b="1" dirty="0">
              <a:solidFill>
                <a:schemeClr val="tx1"/>
              </a:solidFill>
              <a:latin typeface="Times New Roman" pitchFamily="18" charset="0"/>
              <a:ea typeface="宋体" pitchFamily="2" charset="-122"/>
              <a:cs typeface="Times New Roman" pitchFamily="18" charset="0"/>
            </a:rPr>
            <a:t>主要参数：</a:t>
          </a:r>
        </a:p>
      </dgm:t>
    </dgm:pt>
    <dgm:pt modelId="{A2520090-BD48-4359-9852-2D1220CE9BF1}" type="parTrans" cxnId="{F574E2D1-5616-4CA4-89EB-F43DC52F52AD}">
      <dgm:prSet/>
      <dgm:spPr/>
      <dgm:t>
        <a:bodyPr/>
        <a:lstStyle/>
        <a:p>
          <a:pPr>
            <a:lnSpc>
              <a:spcPct val="1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2BC30748-0B15-464F-8478-DB87A309CB60}" type="sibTrans" cxnId="{F574E2D1-5616-4CA4-89EB-F43DC52F52AD}">
      <dgm:prSet/>
      <dgm:spPr/>
      <dgm:t>
        <a:bodyPr/>
        <a:lstStyle/>
        <a:p>
          <a:pPr>
            <a:lnSpc>
              <a:spcPct val="1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9B123809-EB64-414A-B847-56DF51242FB6}">
      <dgm:prSet phldrT="[文本]" custT="1"/>
      <dgm:spPr/>
      <dgm:t>
        <a:bodyPr/>
        <a:lstStyle/>
        <a:p>
          <a:pPr algn="l">
            <a:lnSpc>
              <a:spcPct val="100000"/>
            </a:lnSpc>
          </a:pPr>
          <a:r>
            <a:rPr lang="zh-CN" altLang="en-US" sz="2000" b="1" dirty="0">
              <a:solidFill>
                <a:schemeClr val="tx1"/>
              </a:solidFill>
              <a:latin typeface="Times New Roman" pitchFamily="18" charset="0"/>
              <a:ea typeface="宋体" pitchFamily="2" charset="-122"/>
              <a:cs typeface="Times New Roman" pitchFamily="18" charset="0"/>
            </a:rPr>
            <a:t>①一般情况下，施工过程</a:t>
          </a:r>
          <a:r>
            <a:rPr lang="en-US" altLang="en-US" sz="2000" b="1" dirty="0">
              <a:solidFill>
                <a:schemeClr val="tx1"/>
              </a:solidFill>
              <a:latin typeface="Times New Roman" pitchFamily="18" charset="0"/>
              <a:ea typeface="宋体" pitchFamily="2" charset="-122"/>
              <a:cs typeface="Times New Roman" pitchFamily="18" charset="0"/>
            </a:rPr>
            <a:t>n</a:t>
          </a:r>
          <a:r>
            <a:rPr lang="zh-CN" altLang="en-US" sz="2000" b="1" dirty="0">
              <a:solidFill>
                <a:schemeClr val="tx1"/>
              </a:solidFill>
              <a:latin typeface="Times New Roman" pitchFamily="18" charset="0"/>
              <a:ea typeface="宋体" pitchFamily="2" charset="-122"/>
              <a:cs typeface="Times New Roman" pitchFamily="18" charset="0"/>
            </a:rPr>
            <a:t>和施工段</a:t>
          </a:r>
          <a:r>
            <a:rPr lang="en-US" altLang="en-US" sz="2000" b="1" dirty="0">
              <a:solidFill>
                <a:schemeClr val="tx1"/>
              </a:solidFill>
              <a:latin typeface="Times New Roman" pitchFamily="18" charset="0"/>
              <a:ea typeface="宋体" pitchFamily="2" charset="-122"/>
              <a:cs typeface="Times New Roman" pitchFamily="18" charset="0"/>
            </a:rPr>
            <a:t>m</a:t>
          </a:r>
          <a:r>
            <a:rPr lang="zh-CN" altLang="en-US" sz="2000" b="1" dirty="0">
              <a:solidFill>
                <a:schemeClr val="tx1"/>
              </a:solidFill>
              <a:latin typeface="Times New Roman" pitchFamily="18" charset="0"/>
              <a:ea typeface="宋体" pitchFamily="2" charset="-122"/>
              <a:cs typeface="Times New Roman" pitchFamily="18" charset="0"/>
            </a:rPr>
            <a:t>已知；</a:t>
          </a:r>
        </a:p>
      </dgm:t>
    </dgm:pt>
    <dgm:pt modelId="{A575342F-FE71-4062-962F-328DD32B2109}" type="parTrans" cxnId="{7C41171A-C44B-47AE-8450-BDE535AE8E38}">
      <dgm:prSet/>
      <dgm:spPr/>
      <dgm:t>
        <a:bodyPr/>
        <a:lstStyle/>
        <a:p>
          <a:pPr>
            <a:lnSpc>
              <a:spcPct val="1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114BFB4D-4C62-4EE5-AF10-474D8E8E0F77}" type="sibTrans" cxnId="{7C41171A-C44B-47AE-8450-BDE535AE8E38}">
      <dgm:prSet/>
      <dgm:spPr/>
      <dgm:t>
        <a:bodyPr/>
        <a:lstStyle/>
        <a:p>
          <a:pPr>
            <a:lnSpc>
              <a:spcPct val="100000"/>
            </a:lnSpc>
          </a:pPr>
          <a:endParaRPr lang="zh-CN" altLang="en-US" sz="2000" b="1">
            <a:solidFill>
              <a:schemeClr val="tx1"/>
            </a:solidFill>
            <a:latin typeface="Times New Roman" pitchFamily="18" charset="0"/>
            <a:ea typeface="宋体" pitchFamily="2" charset="-122"/>
            <a:cs typeface="Times New Roman" pitchFamily="18" charset="0"/>
          </a:endParaRPr>
        </a:p>
      </dgm:t>
    </dgm:pt>
    <dgm:pt modelId="{24C8D5B2-329F-44C7-ACD6-B443AF5B8949}">
      <dgm:prSet phldrT="[文本]" custT="1"/>
      <dgm:spPr/>
      <dgm:t>
        <a:bodyPr/>
        <a:lstStyle/>
        <a:p>
          <a:pPr algn="l">
            <a:lnSpc>
              <a:spcPct val="100000"/>
            </a:lnSpc>
          </a:pPr>
          <a:r>
            <a:rPr lang="zh-CN" altLang="en-US" sz="2000" b="1" dirty="0">
              <a:solidFill>
                <a:schemeClr val="tx1"/>
              </a:solidFill>
              <a:latin typeface="Times New Roman" pitchFamily="18" charset="0"/>
              <a:ea typeface="宋体" pitchFamily="2" charset="-122"/>
              <a:cs typeface="Times New Roman" pitchFamily="18" charset="0"/>
            </a:rPr>
            <a:t>②流水步距的确定：</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K=max</a:t>
          </a:r>
          <a:r>
            <a:rPr lang="zh-CN" altLang="en-US"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公约数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chemeClr val="tx1"/>
              </a:solidFill>
              <a:latin typeface="Times New Roman" pitchFamily="18" charset="0"/>
              <a:ea typeface="宋体" pitchFamily="2" charset="-122"/>
              <a:cs typeface="Times New Roman" pitchFamily="18" charset="0"/>
            </a:rPr>
            <a:t>；</a:t>
          </a:r>
          <a:endParaRPr lang="zh-CN" altLang="en-US" sz="2000" b="1" dirty="0">
            <a:latin typeface="Times New Roman" pitchFamily="18" charset="0"/>
            <a:ea typeface="宋体" pitchFamily="2" charset="-122"/>
            <a:cs typeface="Times New Roman" pitchFamily="18" charset="0"/>
          </a:endParaRPr>
        </a:p>
      </dgm:t>
    </dgm:pt>
    <dgm:pt modelId="{90A95B74-65AA-4EA8-8D1A-C3B17A544460}" type="parTrans" cxnId="{FB7B48EC-1747-4019-A34B-A1759BA48AFB}">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39513617-D3FA-44BB-8E10-359C0DB24844}" type="sibTrans" cxnId="{FB7B48EC-1747-4019-A34B-A1759BA48AFB}">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9272C4A7-B2A4-479E-B75B-63DCC411B37F}">
      <dgm:prSet phldrT="[文本]" custT="1"/>
      <dgm:spPr/>
      <dgm:t>
        <a:bodyPr/>
        <a:lstStyle/>
        <a:p>
          <a:pPr algn="l">
            <a:lnSpc>
              <a:spcPct val="100000"/>
            </a:lnSpc>
          </a:pPr>
          <a:r>
            <a:rPr lang="zh-CN" altLang="en-US" sz="2000" b="1" dirty="0">
              <a:solidFill>
                <a:schemeClr val="tx1"/>
              </a:solidFill>
              <a:latin typeface="Times New Roman" pitchFamily="18" charset="0"/>
              <a:ea typeface="宋体" pitchFamily="2" charset="-122"/>
              <a:cs typeface="Times New Roman" pitchFamily="18" charset="0"/>
            </a:rPr>
            <a:t>③专业队数目的确定：某施工过程的专业队数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b</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K</a:t>
          </a:r>
          <a:r>
            <a:rPr lang="zh-CN" altLang="en-US" sz="2000" b="1" dirty="0">
              <a:solidFill>
                <a:schemeClr val="tx1"/>
              </a:solidFill>
              <a:latin typeface="Times New Roman" pitchFamily="18" charset="0"/>
              <a:ea typeface="宋体" pitchFamily="2" charset="-122"/>
              <a:cs typeface="Times New Roman" pitchFamily="18" charset="0"/>
            </a:rPr>
            <a:t>（个）；流水施工的专业队数总和</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b</a:t>
          </a:r>
          <a:r>
            <a:rPr lang="en-US" altLang="zh-CN" sz="2000" b="1"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zh-CN" altLang="en-US" sz="2000" b="1" dirty="0">
              <a:solidFill>
                <a:schemeClr val="tx1"/>
              </a:solidFill>
              <a:latin typeface="Times New Roman" pitchFamily="18" charset="0"/>
              <a:ea typeface="宋体" pitchFamily="2" charset="-122"/>
              <a:cs typeface="Times New Roman" pitchFamily="18" charset="0"/>
            </a:rPr>
            <a:t>；</a:t>
          </a:r>
          <a:endParaRPr lang="zh-CN" altLang="en-US" sz="2000" b="1" dirty="0">
            <a:latin typeface="Times New Roman" pitchFamily="18" charset="0"/>
            <a:ea typeface="宋体" pitchFamily="2" charset="-122"/>
            <a:cs typeface="Times New Roman" pitchFamily="18" charset="0"/>
          </a:endParaRPr>
        </a:p>
      </dgm:t>
    </dgm:pt>
    <dgm:pt modelId="{AE77DC30-AB1C-4582-8401-52FCABDC1ADC}" type="parTrans" cxnId="{DFE8F7C3-88A1-43DD-A717-DDDE76F44C5B}">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E0F05EE8-1702-44B1-B975-B024C70FA72E}" type="sibTrans" cxnId="{DFE8F7C3-88A1-43DD-A717-DDDE76F44C5B}">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3F42F0B4-383B-4A36-9C76-C3B3ADE61E49}">
      <dgm:prSet phldrT="[文本]" custT="1"/>
      <dgm:spPr/>
      <dgm:t>
        <a:bodyPr/>
        <a:lstStyle/>
        <a:p>
          <a:pPr algn="l">
            <a:lnSpc>
              <a:spcPct val="100000"/>
            </a:lnSpc>
          </a:pPr>
          <a:r>
            <a:rPr lang="zh-CN" altLang="en-US" sz="2000" b="1" dirty="0">
              <a:latin typeface="Times New Roman" pitchFamily="18" charset="0"/>
              <a:ea typeface="宋体" pitchFamily="2" charset="-122"/>
              <a:cs typeface="Times New Roman" pitchFamily="18" charset="0"/>
            </a:rPr>
            <a:t>④施工段数的确定（不分施工层、无间歇时间）：施工段数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m=n’</a:t>
          </a:r>
          <a:r>
            <a:rPr lang="zh-CN" altLang="en-US" sz="2000" b="1" dirty="0">
              <a:latin typeface="Times New Roman" pitchFamily="18" charset="0"/>
              <a:ea typeface="宋体" pitchFamily="2" charset="-122"/>
              <a:cs typeface="Times New Roman" pitchFamily="18" charset="0"/>
            </a:rPr>
            <a:t>；</a:t>
          </a:r>
        </a:p>
      </dgm:t>
    </dgm:pt>
    <dgm:pt modelId="{3DA383CB-961F-4D54-9441-B9575ABE5D59}" type="parTrans" cxnId="{B905E5B4-29E6-4A79-B515-63BAD173833F}">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8CED1DEE-BABD-4DA3-BFDD-EB3C1F89A8AC}" type="sibTrans" cxnId="{B905E5B4-29E6-4A79-B515-63BAD173833F}">
      <dgm:prSet/>
      <dgm:spPr/>
      <dgm:t>
        <a:bodyPr/>
        <a:lstStyle/>
        <a:p>
          <a:pPr>
            <a:lnSpc>
              <a:spcPct val="100000"/>
            </a:lnSpc>
          </a:pPr>
          <a:endParaRPr lang="zh-CN" altLang="en-US" sz="2000" b="1">
            <a:latin typeface="Times New Roman" pitchFamily="18" charset="0"/>
            <a:ea typeface="宋体" pitchFamily="2" charset="-122"/>
            <a:cs typeface="Times New Roman" pitchFamily="18" charset="0"/>
          </a:endParaRPr>
        </a:p>
      </dgm:t>
    </dgm:pt>
    <dgm:pt modelId="{A6B52B3B-C798-4BAA-9714-DF6CCEF4C1D4}">
      <dgm:prSet phldrT="[文本]" custT="1"/>
      <dgm:spPr/>
      <dgm:t>
        <a:bodyPr/>
        <a:lstStyle/>
        <a:p>
          <a:pPr algn="l">
            <a:lnSpc>
              <a:spcPct val="100000"/>
            </a:lnSpc>
          </a:pPr>
          <a:r>
            <a:rPr lang="zh-CN" altLang="en-US" sz="2000" b="1" dirty="0">
              <a:latin typeface="Times New Roman" pitchFamily="18" charset="0"/>
              <a:ea typeface="宋体" pitchFamily="2" charset="-122"/>
              <a:cs typeface="Times New Roman" pitchFamily="18" charset="0"/>
            </a:rPr>
            <a:t>⑤确定流水工期</a:t>
          </a:r>
          <a:r>
            <a:rPr lang="en-US" altLang="zh-CN" sz="2000" b="1" dirty="0">
              <a:latin typeface="Times New Roman" pitchFamily="18" charset="0"/>
              <a:ea typeface="宋体" pitchFamily="2" charset="-122"/>
              <a:cs typeface="Times New Roman" pitchFamily="18" charset="0"/>
            </a:rPr>
            <a:t>T</a:t>
          </a:r>
          <a:r>
            <a:rPr lang="zh-CN" altLang="en-US" sz="2000" b="1" dirty="0">
              <a:latin typeface="Times New Roman" pitchFamily="18" charset="0"/>
              <a:ea typeface="宋体" pitchFamily="2" charset="-122"/>
              <a:cs typeface="Times New Roman" pitchFamily="18" charset="0"/>
            </a:rPr>
            <a:t>：</a:t>
          </a:r>
        </a:p>
      </dgm:t>
    </dgm:pt>
    <dgm:pt modelId="{0E50829E-1AFC-45CB-A816-882E76322047}" type="parTrans" cxnId="{294EA63F-FB71-41C5-B84E-6242153EE43C}">
      <dgm:prSet/>
      <dgm:spPr/>
      <dgm:t>
        <a:bodyPr/>
        <a:lstStyle/>
        <a:p>
          <a:pPr>
            <a:lnSpc>
              <a:spcPct val="100000"/>
            </a:lnSpc>
          </a:pPr>
          <a:endParaRPr lang="zh-CN" altLang="en-US"/>
        </a:p>
      </dgm:t>
    </dgm:pt>
    <dgm:pt modelId="{6CB2F87E-76BC-4088-959F-B17AEFFF653C}" type="sibTrans" cxnId="{294EA63F-FB71-41C5-B84E-6242153EE43C}">
      <dgm:prSet/>
      <dgm:spPr/>
      <dgm:t>
        <a:bodyPr/>
        <a:lstStyle/>
        <a:p>
          <a:pPr>
            <a:lnSpc>
              <a:spcPct val="100000"/>
            </a:lnSpc>
          </a:pPr>
          <a:endParaRPr lang="zh-CN" altLang="en-US"/>
        </a:p>
      </dgm:t>
    </dgm:pt>
    <dgm:pt modelId="{0840323A-2C09-41FC-B57A-6A46907A109D}">
      <dgm:prSet phldrT="[文本]" custT="1"/>
      <dgm:spPr/>
      <dgm:t>
        <a:bodyPr/>
        <a:lstStyle/>
        <a:p>
          <a:pPr algn="ctr">
            <a:lnSpc>
              <a:spcPct val="10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专业队</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施工段数</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流水</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步距</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技术间歇时间</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组织间歇</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Z</a:t>
          </a:r>
          <a:r>
            <a:rPr lang="zh-CN"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－组织搭接时间</a:t>
          </a: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D</a:t>
          </a:r>
          <a:endPar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endParaRPr>
        </a:p>
      </dgm:t>
    </dgm:pt>
    <dgm:pt modelId="{C895B462-779A-44BB-ADBF-A098E7FA92F0}" type="parTrans" cxnId="{086E4BE5-4186-44A7-BC69-FF6507A94CA8}">
      <dgm:prSet/>
      <dgm:spPr/>
      <dgm:t>
        <a:bodyPr/>
        <a:lstStyle/>
        <a:p>
          <a:pPr>
            <a:lnSpc>
              <a:spcPct val="100000"/>
            </a:lnSpc>
          </a:pPr>
          <a:endParaRPr lang="zh-CN" altLang="en-US"/>
        </a:p>
      </dgm:t>
    </dgm:pt>
    <dgm:pt modelId="{849E6E23-A61F-4A99-B960-96F5A565B231}" type="sibTrans" cxnId="{086E4BE5-4186-44A7-BC69-FF6507A94CA8}">
      <dgm:prSet/>
      <dgm:spPr/>
      <dgm:t>
        <a:bodyPr/>
        <a:lstStyle/>
        <a:p>
          <a:pPr>
            <a:lnSpc>
              <a:spcPct val="100000"/>
            </a:lnSpc>
          </a:pPr>
          <a:endParaRPr lang="zh-CN" altLang="en-US"/>
        </a:p>
      </dgm:t>
    </dgm:pt>
    <dgm:pt modelId="{32CA588E-4E96-42D6-AA76-18447A59E69B}" type="pres">
      <dgm:prSet presAssocID="{E96D1558-8D6B-4F4B-B569-A102E857B54C}" presName="linear" presStyleCnt="0">
        <dgm:presLayoutVars>
          <dgm:animLvl val="lvl"/>
          <dgm:resizeHandles val="exact"/>
        </dgm:presLayoutVars>
      </dgm:prSet>
      <dgm:spPr/>
    </dgm:pt>
    <dgm:pt modelId="{596B9A6B-C3EA-465E-9F97-3E0DBD6EED3C}" type="pres">
      <dgm:prSet presAssocID="{831C6D03-955E-4B07-B01C-099DCB1314BD}" presName="parentText" presStyleLbl="node1" presStyleIdx="0" presStyleCnt="1" custScaleY="62797">
        <dgm:presLayoutVars>
          <dgm:chMax val="0"/>
          <dgm:bulletEnabled val="1"/>
        </dgm:presLayoutVars>
      </dgm:prSet>
      <dgm:spPr/>
    </dgm:pt>
    <dgm:pt modelId="{2D881EAB-5D5E-4606-BC71-F8438459D53E}" type="pres">
      <dgm:prSet presAssocID="{831C6D03-955E-4B07-B01C-099DCB1314BD}" presName="childText" presStyleLbl="revTx" presStyleIdx="0" presStyleCnt="1">
        <dgm:presLayoutVars>
          <dgm:bulletEnabled val="1"/>
        </dgm:presLayoutVars>
      </dgm:prSet>
      <dgm:spPr/>
    </dgm:pt>
  </dgm:ptLst>
  <dgm:cxnLst>
    <dgm:cxn modelId="{73882B0D-B63C-431A-9C13-F49C90D69C94}" type="presOf" srcId="{3F42F0B4-383B-4A36-9C76-C3B3ADE61E49}" destId="{2D881EAB-5D5E-4606-BC71-F8438459D53E}" srcOrd="0" destOrd="3" presId="urn:microsoft.com/office/officeart/2005/8/layout/vList2"/>
    <dgm:cxn modelId="{7C41171A-C44B-47AE-8450-BDE535AE8E38}" srcId="{831C6D03-955E-4B07-B01C-099DCB1314BD}" destId="{9B123809-EB64-414A-B847-56DF51242FB6}" srcOrd="0" destOrd="0" parTransId="{A575342F-FE71-4062-962F-328DD32B2109}" sibTransId="{114BFB4D-4C62-4EE5-AF10-474D8E8E0F77}"/>
    <dgm:cxn modelId="{294EA63F-FB71-41C5-B84E-6242153EE43C}" srcId="{831C6D03-955E-4B07-B01C-099DCB1314BD}" destId="{A6B52B3B-C798-4BAA-9714-DF6CCEF4C1D4}" srcOrd="4" destOrd="0" parTransId="{0E50829E-1AFC-45CB-A816-882E76322047}" sibTransId="{6CB2F87E-76BC-4088-959F-B17AEFFF653C}"/>
    <dgm:cxn modelId="{A778E857-9106-4A62-9E5E-80ACDE4642A5}" type="presOf" srcId="{24C8D5B2-329F-44C7-ACD6-B443AF5B8949}" destId="{2D881EAB-5D5E-4606-BC71-F8438459D53E}" srcOrd="0" destOrd="1" presId="urn:microsoft.com/office/officeart/2005/8/layout/vList2"/>
    <dgm:cxn modelId="{DF758578-6871-48E8-B2D5-07AFEA220898}" type="presOf" srcId="{9272C4A7-B2A4-479E-B75B-63DCC411B37F}" destId="{2D881EAB-5D5E-4606-BC71-F8438459D53E}" srcOrd="0" destOrd="2" presId="urn:microsoft.com/office/officeart/2005/8/layout/vList2"/>
    <dgm:cxn modelId="{55102A9D-F72E-4783-BD6F-B14EC8C5E7E8}" type="presOf" srcId="{A6B52B3B-C798-4BAA-9714-DF6CCEF4C1D4}" destId="{2D881EAB-5D5E-4606-BC71-F8438459D53E}" srcOrd="0" destOrd="4" presId="urn:microsoft.com/office/officeart/2005/8/layout/vList2"/>
    <dgm:cxn modelId="{9C657DA0-D412-41A7-84A5-A645D55252F0}" type="presOf" srcId="{E96D1558-8D6B-4F4B-B569-A102E857B54C}" destId="{32CA588E-4E96-42D6-AA76-18447A59E69B}" srcOrd="0" destOrd="0" presId="urn:microsoft.com/office/officeart/2005/8/layout/vList2"/>
    <dgm:cxn modelId="{B905E5B4-29E6-4A79-B515-63BAD173833F}" srcId="{831C6D03-955E-4B07-B01C-099DCB1314BD}" destId="{3F42F0B4-383B-4A36-9C76-C3B3ADE61E49}" srcOrd="3" destOrd="0" parTransId="{3DA383CB-961F-4D54-9441-B9575ABE5D59}" sibTransId="{8CED1DEE-BABD-4DA3-BFDD-EB3C1F89A8AC}"/>
    <dgm:cxn modelId="{0A792EB6-9599-4DB3-A969-079C02E4F406}" type="presOf" srcId="{9B123809-EB64-414A-B847-56DF51242FB6}" destId="{2D881EAB-5D5E-4606-BC71-F8438459D53E}" srcOrd="0" destOrd="0" presId="urn:microsoft.com/office/officeart/2005/8/layout/vList2"/>
    <dgm:cxn modelId="{A48044C3-BC87-4F3E-813C-CACE051FC003}" type="presOf" srcId="{0840323A-2C09-41FC-B57A-6A46907A109D}" destId="{2D881EAB-5D5E-4606-BC71-F8438459D53E}" srcOrd="0" destOrd="5" presId="urn:microsoft.com/office/officeart/2005/8/layout/vList2"/>
    <dgm:cxn modelId="{DFE8F7C3-88A1-43DD-A717-DDDE76F44C5B}" srcId="{831C6D03-955E-4B07-B01C-099DCB1314BD}" destId="{9272C4A7-B2A4-479E-B75B-63DCC411B37F}" srcOrd="2" destOrd="0" parTransId="{AE77DC30-AB1C-4582-8401-52FCABDC1ADC}" sibTransId="{E0F05EE8-1702-44B1-B975-B024C70FA72E}"/>
    <dgm:cxn modelId="{F574E2D1-5616-4CA4-89EB-F43DC52F52AD}" srcId="{E96D1558-8D6B-4F4B-B569-A102E857B54C}" destId="{831C6D03-955E-4B07-B01C-099DCB1314BD}" srcOrd="0" destOrd="0" parTransId="{A2520090-BD48-4359-9852-2D1220CE9BF1}" sibTransId="{2BC30748-0B15-464F-8478-DB87A309CB60}"/>
    <dgm:cxn modelId="{086E4BE5-4186-44A7-BC69-FF6507A94CA8}" srcId="{831C6D03-955E-4B07-B01C-099DCB1314BD}" destId="{0840323A-2C09-41FC-B57A-6A46907A109D}" srcOrd="5" destOrd="0" parTransId="{C895B462-779A-44BB-ADBF-A098E7FA92F0}" sibTransId="{849E6E23-A61F-4A99-B960-96F5A565B231}"/>
    <dgm:cxn modelId="{E60C7BE9-3C69-4FD1-93B2-D29E569F2164}" type="presOf" srcId="{831C6D03-955E-4B07-B01C-099DCB1314BD}" destId="{596B9A6B-C3EA-465E-9F97-3E0DBD6EED3C}" srcOrd="0" destOrd="0" presId="urn:microsoft.com/office/officeart/2005/8/layout/vList2"/>
    <dgm:cxn modelId="{FB7B48EC-1747-4019-A34B-A1759BA48AFB}" srcId="{831C6D03-955E-4B07-B01C-099DCB1314BD}" destId="{24C8D5B2-329F-44C7-ACD6-B443AF5B8949}" srcOrd="1" destOrd="0" parTransId="{90A95B74-65AA-4EA8-8D1A-C3B17A544460}" sibTransId="{39513617-D3FA-44BB-8E10-359C0DB24844}"/>
    <dgm:cxn modelId="{5F09D382-5CC1-4746-9462-1FA7DD1E22BD}" type="presParOf" srcId="{32CA588E-4E96-42D6-AA76-18447A59E69B}" destId="{596B9A6B-C3EA-465E-9F97-3E0DBD6EED3C}" srcOrd="0" destOrd="0" presId="urn:microsoft.com/office/officeart/2005/8/layout/vList2"/>
    <dgm:cxn modelId="{DDC40234-C6BF-4BB2-8BDD-677F288AA2ED}" type="presParOf" srcId="{32CA588E-4E96-42D6-AA76-18447A59E69B}" destId="{2D881EAB-5D5E-4606-BC71-F8438459D53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413CB-A3F8-4CC7-8AA1-84F2365D9CB0}">
      <dsp:nvSpPr>
        <dsp:cNvPr id="0" name=""/>
        <dsp:cNvSpPr/>
      </dsp:nvSpPr>
      <dsp:spPr>
        <a:xfrm>
          <a:off x="0" y="814206"/>
          <a:ext cx="7920880" cy="3024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102B57-4C0A-49DD-B555-80D6AE5C7E61}">
      <dsp:nvSpPr>
        <dsp:cNvPr id="0" name=""/>
        <dsp:cNvSpPr/>
      </dsp:nvSpPr>
      <dsp:spPr>
        <a:xfrm>
          <a:off x="377092" y="121153"/>
          <a:ext cx="7541845" cy="87017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1</a:t>
          </a:r>
          <a:r>
            <a:rPr lang="zh-CN" altLang="en-US" sz="2000" b="1" kern="1200" dirty="0">
              <a:latin typeface="Times New Roman" pitchFamily="18" charset="0"/>
              <a:ea typeface="宋体" pitchFamily="2" charset="-122"/>
              <a:cs typeface="Times New Roman" pitchFamily="18" charset="0"/>
            </a:rPr>
            <a:t>）所有流水节拍都彼此相等 ，即</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2</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kern="1200" dirty="0">
              <a:latin typeface="Times New Roman" pitchFamily="18" charset="0"/>
              <a:ea typeface="宋体" pitchFamily="2" charset="-122"/>
              <a:cs typeface="Times New Roman" pitchFamily="18" charset="0"/>
            </a:rPr>
            <a:t>；</a:t>
          </a:r>
        </a:p>
      </dsp:txBody>
      <dsp:txXfrm>
        <a:off x="419570" y="163631"/>
        <a:ext cx="7456889" cy="785216"/>
      </dsp:txXfrm>
    </dsp:sp>
    <dsp:sp modelId="{BDE30B22-5D29-49B0-9920-7507209CE268}">
      <dsp:nvSpPr>
        <dsp:cNvPr id="0" name=""/>
        <dsp:cNvSpPr/>
      </dsp:nvSpPr>
      <dsp:spPr>
        <a:xfrm>
          <a:off x="0" y="1830618"/>
          <a:ext cx="7920880" cy="3024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F88CDE-217E-4ABD-9C40-C12A60C1B957}">
      <dsp:nvSpPr>
        <dsp:cNvPr id="0" name=""/>
        <dsp:cNvSpPr/>
      </dsp:nvSpPr>
      <dsp:spPr>
        <a:xfrm>
          <a:off x="377092" y="1181406"/>
          <a:ext cx="7541845" cy="82633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2</a:t>
          </a:r>
          <a:r>
            <a:rPr lang="zh-CN" altLang="en-US" sz="2000" b="1" kern="1200" dirty="0">
              <a:latin typeface="Times New Roman" pitchFamily="18" charset="0"/>
              <a:ea typeface="宋体" pitchFamily="2" charset="-122"/>
              <a:cs typeface="Times New Roman" pitchFamily="18" charset="0"/>
            </a:rPr>
            <a:t>）所有流水步距都彼此相等，而且等于流水节拍，即</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2</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kern="1200" dirty="0">
              <a:latin typeface="Times New Roman" pitchFamily="18" charset="0"/>
              <a:ea typeface="宋体" pitchFamily="2" charset="-122"/>
              <a:cs typeface="Times New Roman" pitchFamily="18" charset="0"/>
            </a:rPr>
            <a:t>；</a:t>
          </a:r>
        </a:p>
      </dsp:txBody>
      <dsp:txXfrm>
        <a:off x="417430" y="1221744"/>
        <a:ext cx="7461169" cy="745656"/>
      </dsp:txXfrm>
    </dsp:sp>
    <dsp:sp modelId="{E8ED073A-ED74-4E36-AA21-DB33EF3A60E9}">
      <dsp:nvSpPr>
        <dsp:cNvPr id="0" name=""/>
        <dsp:cNvSpPr/>
      </dsp:nvSpPr>
      <dsp:spPr>
        <a:xfrm>
          <a:off x="0" y="2767811"/>
          <a:ext cx="7920880" cy="3024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52532F-686F-4D47-B47C-008111ACE512}">
      <dsp:nvSpPr>
        <dsp:cNvPr id="0" name=""/>
        <dsp:cNvSpPr/>
      </dsp:nvSpPr>
      <dsp:spPr>
        <a:xfrm>
          <a:off x="377092" y="2197818"/>
          <a:ext cx="7541845" cy="74711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3</a:t>
          </a:r>
          <a:r>
            <a:rPr lang="zh-CN" altLang="en-US" sz="2000" b="1" kern="1200" dirty="0">
              <a:latin typeface="Times New Roman" pitchFamily="18" charset="0"/>
              <a:ea typeface="宋体" pitchFamily="2" charset="-122"/>
              <a:cs typeface="Times New Roman" pitchFamily="18" charset="0"/>
            </a:rPr>
            <a:t>）每个专业工作队都能够</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kern="1200" dirty="0">
              <a:latin typeface="Times New Roman" pitchFamily="18" charset="0"/>
              <a:ea typeface="宋体" pitchFamily="2" charset="-122"/>
              <a:cs typeface="Times New Roman" pitchFamily="18" charset="0"/>
            </a:rPr>
            <a:t>作业，施工段</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没有</a:t>
          </a:r>
          <a:r>
            <a:rPr lang="zh-CN" altLang="en-US" sz="2000" b="1" kern="1200" dirty="0">
              <a:latin typeface="Times New Roman" pitchFamily="18" charset="0"/>
              <a:ea typeface="宋体" pitchFamily="2" charset="-122"/>
              <a:cs typeface="Times New Roman" pitchFamily="18" charset="0"/>
            </a:rPr>
            <a:t>空闲；</a:t>
          </a:r>
        </a:p>
      </dsp:txBody>
      <dsp:txXfrm>
        <a:off x="413563" y="2234289"/>
        <a:ext cx="7468903" cy="674171"/>
      </dsp:txXfrm>
    </dsp:sp>
    <dsp:sp modelId="{9D5C1C4C-20EE-4982-80D5-57BBB40F86D8}">
      <dsp:nvSpPr>
        <dsp:cNvPr id="0" name=""/>
        <dsp:cNvSpPr/>
      </dsp:nvSpPr>
      <dsp:spPr>
        <a:xfrm>
          <a:off x="0" y="3705058"/>
          <a:ext cx="7920880" cy="3024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0FDCF5-66CE-4F39-B884-C55F4FF758D0}">
      <dsp:nvSpPr>
        <dsp:cNvPr id="0" name=""/>
        <dsp:cNvSpPr/>
      </dsp:nvSpPr>
      <dsp:spPr>
        <a:xfrm>
          <a:off x="377092" y="3135011"/>
          <a:ext cx="7541845" cy="747166"/>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4</a:t>
          </a:r>
          <a:r>
            <a:rPr lang="zh-CN" altLang="en-US" sz="2000" b="1" kern="1200" dirty="0">
              <a:latin typeface="Times New Roman" pitchFamily="18" charset="0"/>
              <a:ea typeface="宋体" pitchFamily="2" charset="-122"/>
              <a:cs typeface="Times New Roman" pitchFamily="18" charset="0"/>
            </a:rPr>
            <a:t>）专业工作队数等于施工过程数，即</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n’=n</a:t>
          </a:r>
          <a:r>
            <a:rPr lang="zh-CN" altLang="en-US" sz="2000" b="1" kern="1200" dirty="0">
              <a:latin typeface="Times New Roman" pitchFamily="18" charset="0"/>
              <a:ea typeface="宋体" pitchFamily="2" charset="-122"/>
              <a:cs typeface="Times New Roman" pitchFamily="18" charset="0"/>
            </a:rPr>
            <a:t>。</a:t>
          </a:r>
        </a:p>
      </dsp:txBody>
      <dsp:txXfrm>
        <a:off x="413566" y="3171485"/>
        <a:ext cx="7468897" cy="6742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413CB-A3F8-4CC7-8AA1-84F2365D9CB0}">
      <dsp:nvSpPr>
        <dsp:cNvPr id="0" name=""/>
        <dsp:cNvSpPr/>
      </dsp:nvSpPr>
      <dsp:spPr>
        <a:xfrm>
          <a:off x="0" y="957857"/>
          <a:ext cx="7920880" cy="37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102B57-4C0A-49DD-B555-80D6AE5C7E61}">
      <dsp:nvSpPr>
        <dsp:cNvPr id="0" name=""/>
        <dsp:cNvSpPr/>
      </dsp:nvSpPr>
      <dsp:spPr>
        <a:xfrm>
          <a:off x="377092" y="91541"/>
          <a:ext cx="7541845" cy="1087716"/>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1</a:t>
          </a:r>
          <a:r>
            <a:rPr lang="zh-CN" altLang="en-US" sz="2000" b="1" kern="1200" dirty="0">
              <a:latin typeface="Times New Roman" pitchFamily="18" charset="0"/>
              <a:ea typeface="宋体" pitchFamily="2" charset="-122"/>
              <a:cs typeface="Times New Roman" pitchFamily="18" charset="0"/>
            </a:rPr>
            <a:t>）一般情况下，</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施工过程</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和施工段</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已知</a:t>
          </a:r>
          <a:r>
            <a:rPr lang="zh-CN" altLang="en-US" sz="2000" b="1" kern="1200" dirty="0">
              <a:latin typeface="Times New Roman" pitchFamily="18" charset="0"/>
              <a:ea typeface="宋体" pitchFamily="2" charset="-122"/>
              <a:cs typeface="Times New Roman" pitchFamily="18" charset="0"/>
            </a:rPr>
            <a:t>；</a:t>
          </a:r>
        </a:p>
      </dsp:txBody>
      <dsp:txXfrm>
        <a:off x="430190" y="144639"/>
        <a:ext cx="7435649" cy="981520"/>
      </dsp:txXfrm>
    </dsp:sp>
    <dsp:sp modelId="{BDE30B22-5D29-49B0-9920-7507209CE268}">
      <dsp:nvSpPr>
        <dsp:cNvPr id="0" name=""/>
        <dsp:cNvSpPr/>
      </dsp:nvSpPr>
      <dsp:spPr>
        <a:xfrm>
          <a:off x="0" y="2228372"/>
          <a:ext cx="7920880" cy="37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F88CDE-217E-4ABD-9C40-C12A60C1B957}">
      <dsp:nvSpPr>
        <dsp:cNvPr id="0" name=""/>
        <dsp:cNvSpPr/>
      </dsp:nvSpPr>
      <dsp:spPr>
        <a:xfrm>
          <a:off x="377092" y="1416857"/>
          <a:ext cx="7541845" cy="1032915"/>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2</a:t>
          </a:r>
          <a:r>
            <a:rPr lang="zh-CN" altLang="en-US" sz="2000" b="1" kern="1200" dirty="0">
              <a:latin typeface="Times New Roman" pitchFamily="18" charset="0"/>
              <a:ea typeface="宋体" pitchFamily="2" charset="-122"/>
              <a:cs typeface="Times New Roman" pitchFamily="18" charset="0"/>
            </a:rPr>
            <a:t>）确定流水步距：</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K=t</a:t>
          </a:r>
          <a:r>
            <a:rPr lang="zh-CN" altLang="en-US" sz="2000" b="1" kern="1200" dirty="0">
              <a:latin typeface="Times New Roman" pitchFamily="18" charset="0"/>
              <a:ea typeface="宋体" pitchFamily="2" charset="-122"/>
              <a:cs typeface="Times New Roman" pitchFamily="18" charset="0"/>
            </a:rPr>
            <a:t>；</a:t>
          </a:r>
        </a:p>
      </dsp:txBody>
      <dsp:txXfrm>
        <a:off x="427515" y="1467280"/>
        <a:ext cx="7440999" cy="932069"/>
      </dsp:txXfrm>
    </dsp:sp>
    <dsp:sp modelId="{E8ED073A-ED74-4E36-AA21-DB33EF3A60E9}">
      <dsp:nvSpPr>
        <dsp:cNvPr id="0" name=""/>
        <dsp:cNvSpPr/>
      </dsp:nvSpPr>
      <dsp:spPr>
        <a:xfrm>
          <a:off x="0" y="3659070"/>
          <a:ext cx="7920880" cy="378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52532F-686F-4D47-B47C-008111ACE512}">
      <dsp:nvSpPr>
        <dsp:cNvPr id="0" name=""/>
        <dsp:cNvSpPr/>
      </dsp:nvSpPr>
      <dsp:spPr>
        <a:xfrm>
          <a:off x="377092" y="2687372"/>
          <a:ext cx="7541845" cy="119309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3</a:t>
          </a:r>
          <a:r>
            <a:rPr lang="zh-CN" altLang="en-US" sz="2000" b="1" kern="1200" dirty="0">
              <a:latin typeface="Times New Roman" pitchFamily="18" charset="0"/>
              <a:ea typeface="宋体" pitchFamily="2" charset="-122"/>
              <a:cs typeface="Times New Roman" pitchFamily="18" charset="0"/>
            </a:rPr>
            <a:t>）流水工期（不分层施工）：</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（施工过程数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施工段数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流水节拍</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技术间歇时间</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组织间歇时间</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Z</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－组织搭接时间</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D</a:t>
          </a:r>
          <a:r>
            <a:rPr lang="zh-CN" altLang="en-US" sz="2000" b="1" kern="1200" dirty="0">
              <a:latin typeface="Times New Roman" pitchFamily="18" charset="0"/>
              <a:ea typeface="宋体" pitchFamily="2" charset="-122"/>
              <a:cs typeface="Times New Roman" pitchFamily="18" charset="0"/>
            </a:rPr>
            <a:t>；</a:t>
          </a:r>
        </a:p>
      </dsp:txBody>
      <dsp:txXfrm>
        <a:off x="435334" y="2745614"/>
        <a:ext cx="7425361" cy="10766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413CB-A3F8-4CC7-8AA1-84F2365D9CB0}">
      <dsp:nvSpPr>
        <dsp:cNvPr id="0" name=""/>
        <dsp:cNvSpPr/>
      </dsp:nvSpPr>
      <dsp:spPr>
        <a:xfrm>
          <a:off x="0" y="769233"/>
          <a:ext cx="7920880" cy="302400"/>
        </a:xfrm>
        <a:prstGeom prst="rect">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102B57-4C0A-49DD-B555-80D6AE5C7E61}">
      <dsp:nvSpPr>
        <dsp:cNvPr id="0" name=""/>
        <dsp:cNvSpPr/>
      </dsp:nvSpPr>
      <dsp:spPr>
        <a:xfrm>
          <a:off x="377092" y="76181"/>
          <a:ext cx="7541845" cy="870172"/>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1</a:t>
          </a:r>
          <a:r>
            <a:rPr lang="zh-CN" altLang="en-US" sz="2000" b="1" kern="1200" dirty="0">
              <a:latin typeface="Times New Roman" pitchFamily="18" charset="0"/>
              <a:ea typeface="宋体" pitchFamily="2" charset="-122"/>
              <a:cs typeface="Times New Roman" pitchFamily="18" charset="0"/>
            </a:rPr>
            <a: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a:t>
          </a:r>
          <a:r>
            <a:rPr lang="zh-CN" altLang="en-US" sz="2000" b="1" kern="1200" dirty="0">
              <a:latin typeface="Times New Roman" pitchFamily="18" charset="0"/>
              <a:ea typeface="宋体" pitchFamily="2" charset="-122"/>
              <a:cs typeface="Times New Roman" pitchFamily="18" charset="0"/>
            </a:rPr>
            <a:t>施工过程流水节拍相等，</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a:t>
          </a:r>
          <a:r>
            <a:rPr lang="zh-CN" altLang="en-US" sz="2000" b="1" kern="1200" dirty="0">
              <a:latin typeface="Times New Roman" pitchFamily="18" charset="0"/>
              <a:ea typeface="宋体" pitchFamily="2" charset="-122"/>
              <a:cs typeface="Times New Roman" pitchFamily="18" charset="0"/>
            </a:rPr>
            <a:t>施工过程之间的流水节拍不全相等；</a:t>
          </a:r>
        </a:p>
      </dsp:txBody>
      <dsp:txXfrm>
        <a:off x="419570" y="118659"/>
        <a:ext cx="7456889" cy="785216"/>
      </dsp:txXfrm>
    </dsp:sp>
    <dsp:sp modelId="{BDE30B22-5D29-49B0-9920-7507209CE268}">
      <dsp:nvSpPr>
        <dsp:cNvPr id="0" name=""/>
        <dsp:cNvSpPr/>
      </dsp:nvSpPr>
      <dsp:spPr>
        <a:xfrm>
          <a:off x="0" y="1785645"/>
          <a:ext cx="7920880" cy="302400"/>
        </a:xfrm>
        <a:prstGeom prst="rect">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F88CDE-217E-4ABD-9C40-C12A60C1B957}">
      <dsp:nvSpPr>
        <dsp:cNvPr id="0" name=""/>
        <dsp:cNvSpPr/>
      </dsp:nvSpPr>
      <dsp:spPr>
        <a:xfrm>
          <a:off x="377092" y="1136433"/>
          <a:ext cx="7541845" cy="826332"/>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2</a:t>
          </a:r>
          <a:r>
            <a:rPr lang="zh-CN" altLang="en-US" sz="2000" b="1" kern="1200" dirty="0">
              <a:latin typeface="Times New Roman" pitchFamily="18" charset="0"/>
              <a:ea typeface="宋体" pitchFamily="2" charset="-122"/>
              <a:cs typeface="Times New Roman" pitchFamily="18" charset="0"/>
            </a:rPr>
            <a:t>）流水步距</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不全</a:t>
          </a:r>
          <a:r>
            <a:rPr lang="zh-CN" altLang="en-US" sz="2000" b="1" kern="1200" dirty="0">
              <a:latin typeface="Times New Roman" pitchFamily="18" charset="0"/>
              <a:ea typeface="宋体" pitchFamily="2" charset="-122"/>
              <a:cs typeface="Times New Roman" pitchFamily="18" charset="0"/>
            </a:rPr>
            <a:t>相等；</a:t>
          </a:r>
        </a:p>
      </dsp:txBody>
      <dsp:txXfrm>
        <a:off x="417430" y="1176771"/>
        <a:ext cx="7461169" cy="745656"/>
      </dsp:txXfrm>
    </dsp:sp>
    <dsp:sp modelId="{E8ED073A-ED74-4E36-AA21-DB33EF3A60E9}">
      <dsp:nvSpPr>
        <dsp:cNvPr id="0" name=""/>
        <dsp:cNvSpPr/>
      </dsp:nvSpPr>
      <dsp:spPr>
        <a:xfrm>
          <a:off x="0" y="2812784"/>
          <a:ext cx="7920880" cy="302400"/>
        </a:xfrm>
        <a:prstGeom prst="rect">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52532F-686F-4D47-B47C-008111ACE512}">
      <dsp:nvSpPr>
        <dsp:cNvPr id="0" name=""/>
        <dsp:cNvSpPr/>
      </dsp:nvSpPr>
      <dsp:spPr>
        <a:xfrm>
          <a:off x="377092" y="2152845"/>
          <a:ext cx="7541845" cy="837058"/>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3</a:t>
          </a:r>
          <a:r>
            <a:rPr lang="zh-CN" altLang="en-US" sz="2000" b="1" kern="1200" dirty="0">
              <a:latin typeface="Times New Roman" pitchFamily="18" charset="0"/>
              <a:ea typeface="宋体" pitchFamily="2" charset="-122"/>
              <a:cs typeface="Times New Roman" pitchFamily="18" charset="0"/>
            </a:rPr>
            <a:t>）工作队（组）在主导施工过程上</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kern="1200" dirty="0">
              <a:latin typeface="Times New Roman" pitchFamily="18" charset="0"/>
              <a:ea typeface="宋体" pitchFamily="2" charset="-122"/>
              <a:cs typeface="Times New Roman" pitchFamily="18" charset="0"/>
            </a:rPr>
            <a:t>，但施工段之间可能有空闲；</a:t>
          </a:r>
        </a:p>
      </dsp:txBody>
      <dsp:txXfrm>
        <a:off x="417954" y="2193707"/>
        <a:ext cx="7460121" cy="755334"/>
      </dsp:txXfrm>
    </dsp:sp>
    <dsp:sp modelId="{9D5C1C4C-20EE-4982-80D5-57BBB40F86D8}">
      <dsp:nvSpPr>
        <dsp:cNvPr id="0" name=""/>
        <dsp:cNvSpPr/>
      </dsp:nvSpPr>
      <dsp:spPr>
        <a:xfrm>
          <a:off x="0" y="3750030"/>
          <a:ext cx="7920880" cy="302400"/>
        </a:xfrm>
        <a:prstGeom prst="rect">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0FDCF5-66CE-4F39-B884-C55F4FF758D0}">
      <dsp:nvSpPr>
        <dsp:cNvPr id="0" name=""/>
        <dsp:cNvSpPr/>
      </dsp:nvSpPr>
      <dsp:spPr>
        <a:xfrm>
          <a:off x="377092" y="3179984"/>
          <a:ext cx="7541845" cy="747166"/>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4</a:t>
          </a:r>
          <a:r>
            <a:rPr lang="zh-CN" altLang="en-US" sz="2000" b="1" kern="1200" dirty="0">
              <a:latin typeface="Times New Roman" pitchFamily="18" charset="0"/>
              <a:ea typeface="宋体" pitchFamily="2" charset="-122"/>
              <a:cs typeface="Times New Roman" pitchFamily="18" charset="0"/>
            </a:rPr>
            <a:t>）专业工作队数等于施工过程数，即</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n’=n</a:t>
          </a:r>
          <a:r>
            <a:rPr lang="zh-CN" altLang="en-US" sz="2000" b="1" kern="1200" dirty="0">
              <a:latin typeface="Times New Roman" pitchFamily="18" charset="0"/>
              <a:ea typeface="宋体" pitchFamily="2" charset="-122"/>
              <a:cs typeface="Times New Roman" pitchFamily="18" charset="0"/>
            </a:rPr>
            <a:t>。</a:t>
          </a:r>
        </a:p>
      </dsp:txBody>
      <dsp:txXfrm>
        <a:off x="413566" y="3216458"/>
        <a:ext cx="7468897" cy="6742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6B9A6B-C3EA-465E-9F97-3E0DBD6EED3C}">
      <dsp:nvSpPr>
        <dsp:cNvPr id="0" name=""/>
        <dsp:cNvSpPr/>
      </dsp:nvSpPr>
      <dsp:spPr>
        <a:xfrm>
          <a:off x="0" y="2684"/>
          <a:ext cx="7920880" cy="84745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200000"/>
            </a:lnSpc>
            <a:spcBef>
              <a:spcPct val="0"/>
            </a:spcBef>
            <a:spcAft>
              <a:spcPct val="35000"/>
            </a:spcAft>
            <a:buNone/>
          </a:pPr>
          <a:r>
            <a:rPr lang="zh-CN" altLang="en-US" sz="2000" b="1" kern="1200" dirty="0">
              <a:solidFill>
                <a:schemeClr val="tx1"/>
              </a:solidFill>
              <a:latin typeface="Times New Roman" pitchFamily="18" charset="0"/>
              <a:ea typeface="宋体" pitchFamily="2" charset="-122"/>
              <a:cs typeface="Times New Roman" pitchFamily="18" charset="0"/>
            </a:rPr>
            <a:t>累加数列法：</a:t>
          </a:r>
        </a:p>
      </dsp:txBody>
      <dsp:txXfrm>
        <a:off x="41370" y="44054"/>
        <a:ext cx="7838140" cy="764719"/>
      </dsp:txXfrm>
    </dsp:sp>
    <dsp:sp modelId="{2D881EAB-5D5E-4606-BC71-F8438459D53E}">
      <dsp:nvSpPr>
        <dsp:cNvPr id="0" name=""/>
        <dsp:cNvSpPr/>
      </dsp:nvSpPr>
      <dsp:spPr>
        <a:xfrm>
          <a:off x="0" y="850143"/>
          <a:ext cx="7920880" cy="20700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488" tIns="25400" rIns="142240" bIns="25400" numCol="1" spcCol="1270" anchor="t" anchorCtr="0">
          <a:noAutofit/>
        </a:bodyPr>
        <a:lstStyle/>
        <a:p>
          <a:pPr marL="228600" lvl="1" indent="-228600" algn="l" defTabSz="889000">
            <a:lnSpc>
              <a:spcPct val="2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①</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累加数列：</a:t>
          </a:r>
          <a:r>
            <a:rPr lang="zh-CN" altLang="en-US" sz="2000" b="1" kern="1200" dirty="0">
              <a:solidFill>
                <a:schemeClr val="tx1"/>
              </a:solidFill>
              <a:latin typeface="Times New Roman" pitchFamily="18" charset="0"/>
              <a:ea typeface="宋体" pitchFamily="2" charset="-122"/>
              <a:cs typeface="Times New Roman" pitchFamily="18" charset="0"/>
            </a:rPr>
            <a:t>将每个施工过程的流水节拍逐段累加；</a:t>
          </a:r>
        </a:p>
        <a:p>
          <a:pPr marL="228600" lvl="1" indent="-228600" algn="l" defTabSz="889000">
            <a:lnSpc>
              <a:spcPct val="2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②</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错位相减：</a:t>
          </a:r>
          <a:r>
            <a:rPr lang="zh-CN" altLang="en-US" sz="2000" b="1" kern="1200" dirty="0">
              <a:solidFill>
                <a:schemeClr val="tx1"/>
              </a:solidFill>
              <a:latin typeface="Times New Roman" pitchFamily="18" charset="0"/>
              <a:ea typeface="宋体" pitchFamily="2" charset="-122"/>
              <a:cs typeface="Times New Roman" pitchFamily="18" charset="0"/>
            </a:rPr>
            <a:t>将相邻两个施工队的累加数列错位相减；</a:t>
          </a:r>
          <a:endParaRPr lang="zh-CN" altLang="en-US" kern="1200" dirty="0"/>
        </a:p>
        <a:p>
          <a:pPr marL="228600" lvl="1" indent="-228600" algn="l" defTabSz="889000">
            <a:lnSpc>
              <a:spcPct val="2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③</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取大差</a:t>
          </a:r>
          <a:r>
            <a:rPr lang="zh-CN" altLang="en-US" sz="2000" b="1" kern="1200" dirty="0">
              <a:solidFill>
                <a:schemeClr val="tx1"/>
              </a:solidFill>
              <a:latin typeface="Times New Roman" pitchFamily="18" charset="0"/>
              <a:ea typeface="宋体" pitchFamily="2" charset="-122"/>
              <a:cs typeface="Times New Roman" pitchFamily="18" charset="0"/>
            </a:rPr>
            <a:t>：相减结果中数值最大者即流水步距。</a:t>
          </a:r>
          <a:endParaRPr lang="zh-CN" altLang="en-US" kern="1200" dirty="0"/>
        </a:p>
      </dsp:txBody>
      <dsp:txXfrm>
        <a:off x="0" y="850143"/>
        <a:ext cx="7920880" cy="20700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413CB-A3F8-4CC7-8AA1-84F2365D9CB0}">
      <dsp:nvSpPr>
        <dsp:cNvPr id="0" name=""/>
        <dsp:cNvSpPr/>
      </dsp:nvSpPr>
      <dsp:spPr>
        <a:xfrm>
          <a:off x="0" y="769233"/>
          <a:ext cx="7920880" cy="3024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102B57-4C0A-49DD-B555-80D6AE5C7E61}">
      <dsp:nvSpPr>
        <dsp:cNvPr id="0" name=""/>
        <dsp:cNvSpPr/>
      </dsp:nvSpPr>
      <dsp:spPr>
        <a:xfrm>
          <a:off x="377092" y="76181"/>
          <a:ext cx="7541845" cy="870172"/>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1</a:t>
          </a:r>
          <a:r>
            <a:rPr lang="zh-CN" altLang="en-US" sz="2000" b="1" kern="1200" dirty="0">
              <a:latin typeface="Times New Roman" pitchFamily="18" charset="0"/>
              <a:ea typeface="宋体" pitchFamily="2" charset="-122"/>
              <a:cs typeface="Times New Roman" pitchFamily="18" charset="0"/>
            </a:rPr>
            <a: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a:t>
          </a:r>
          <a:r>
            <a:rPr lang="zh-CN" altLang="en-US" sz="2000" b="1" kern="1200" dirty="0">
              <a:latin typeface="Times New Roman" pitchFamily="18" charset="0"/>
              <a:ea typeface="宋体" pitchFamily="2" charset="-122"/>
              <a:cs typeface="Times New Roman" pitchFamily="18" charset="0"/>
            </a:rPr>
            <a:t>施工过程流水节拍相等，</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a:t>
          </a:r>
          <a:r>
            <a:rPr lang="zh-CN" altLang="en-US" sz="2000" b="1" kern="1200" dirty="0">
              <a:latin typeface="Times New Roman" pitchFamily="18" charset="0"/>
              <a:ea typeface="宋体" pitchFamily="2" charset="-122"/>
              <a:cs typeface="Times New Roman" pitchFamily="18" charset="0"/>
            </a:rPr>
            <a:t>施工过程在同一施工段上的流水节拍之间存在一个</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最大公约数</a:t>
          </a:r>
          <a:r>
            <a:rPr lang="zh-CN" altLang="en-US" sz="2000" b="1" kern="1200" dirty="0">
              <a:latin typeface="Times New Roman" pitchFamily="18" charset="0"/>
              <a:ea typeface="宋体" pitchFamily="2" charset="-122"/>
              <a:cs typeface="Times New Roman" pitchFamily="18" charset="0"/>
            </a:rPr>
            <a:t>；</a:t>
          </a:r>
        </a:p>
      </dsp:txBody>
      <dsp:txXfrm>
        <a:off x="419570" y="118659"/>
        <a:ext cx="7456889" cy="785216"/>
      </dsp:txXfrm>
    </dsp:sp>
    <dsp:sp modelId="{BDE30B22-5D29-49B0-9920-7507209CE268}">
      <dsp:nvSpPr>
        <dsp:cNvPr id="0" name=""/>
        <dsp:cNvSpPr/>
      </dsp:nvSpPr>
      <dsp:spPr>
        <a:xfrm>
          <a:off x="0" y="1785645"/>
          <a:ext cx="7920880" cy="3024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F88CDE-217E-4ABD-9C40-C12A60C1B957}">
      <dsp:nvSpPr>
        <dsp:cNvPr id="0" name=""/>
        <dsp:cNvSpPr/>
      </dsp:nvSpPr>
      <dsp:spPr>
        <a:xfrm>
          <a:off x="377092" y="1136433"/>
          <a:ext cx="7541845" cy="826332"/>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2</a:t>
          </a:r>
          <a:r>
            <a:rPr lang="zh-CN" altLang="en-US" sz="2000" b="1" kern="1200" dirty="0">
              <a:latin typeface="Times New Roman" pitchFamily="18" charset="0"/>
              <a:ea typeface="宋体" pitchFamily="2" charset="-122"/>
              <a:cs typeface="Times New Roman" pitchFamily="18" charset="0"/>
            </a:rPr>
            <a:t>）流水步距彼此</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相等</a:t>
          </a:r>
          <a:r>
            <a:rPr lang="zh-CN" altLang="en-US" sz="2000" b="1" kern="1200" dirty="0">
              <a:latin typeface="Times New Roman" pitchFamily="18" charset="0"/>
              <a:ea typeface="宋体" pitchFamily="2" charset="-122"/>
              <a:cs typeface="Times New Roman" pitchFamily="18" charset="0"/>
            </a:rPr>
            <a:t>，且等于流水节拍的</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最大公约数</a:t>
          </a:r>
          <a:r>
            <a:rPr lang="zh-CN" altLang="en-US" sz="2000" b="1" kern="1200" dirty="0">
              <a:latin typeface="Times New Roman" pitchFamily="18" charset="0"/>
              <a:ea typeface="宋体" pitchFamily="2" charset="-122"/>
              <a:cs typeface="Times New Roman" pitchFamily="18" charset="0"/>
            </a:rPr>
            <a:t>；</a:t>
          </a:r>
        </a:p>
      </dsp:txBody>
      <dsp:txXfrm>
        <a:off x="417430" y="1176771"/>
        <a:ext cx="7461169" cy="745656"/>
      </dsp:txXfrm>
    </dsp:sp>
    <dsp:sp modelId="{E8ED073A-ED74-4E36-AA21-DB33EF3A60E9}">
      <dsp:nvSpPr>
        <dsp:cNvPr id="0" name=""/>
        <dsp:cNvSpPr/>
      </dsp:nvSpPr>
      <dsp:spPr>
        <a:xfrm>
          <a:off x="0" y="2812784"/>
          <a:ext cx="7920880" cy="3024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52532F-686F-4D47-B47C-008111ACE512}">
      <dsp:nvSpPr>
        <dsp:cNvPr id="0" name=""/>
        <dsp:cNvSpPr/>
      </dsp:nvSpPr>
      <dsp:spPr>
        <a:xfrm>
          <a:off x="377092" y="2152845"/>
          <a:ext cx="7541845" cy="837058"/>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3</a:t>
          </a:r>
          <a:r>
            <a:rPr lang="zh-CN" altLang="en-US" sz="2000" b="1" kern="1200" dirty="0">
              <a:latin typeface="Times New Roman" pitchFamily="18" charset="0"/>
              <a:ea typeface="宋体" pitchFamily="2" charset="-122"/>
              <a:cs typeface="Times New Roman" pitchFamily="18" charset="0"/>
            </a:rPr>
            <a:t>）各个专业工作队都能够</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连续</a:t>
          </a:r>
          <a:r>
            <a:rPr lang="zh-CN" altLang="en-US" sz="2000" b="1" kern="1200" dirty="0">
              <a:latin typeface="Times New Roman" pitchFamily="18" charset="0"/>
              <a:ea typeface="宋体" pitchFamily="2" charset="-122"/>
              <a:cs typeface="Times New Roman" pitchFamily="18" charset="0"/>
            </a:rPr>
            <a:t>作业，施工段都</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没有</a:t>
          </a:r>
          <a:r>
            <a:rPr lang="zh-CN" altLang="en-US" sz="2000" b="1" kern="1200" dirty="0">
              <a:latin typeface="Times New Roman" pitchFamily="18" charset="0"/>
              <a:ea typeface="宋体" pitchFamily="2" charset="-122"/>
              <a:cs typeface="Times New Roman" pitchFamily="18" charset="0"/>
            </a:rPr>
            <a:t>间歇时间；</a:t>
          </a:r>
        </a:p>
      </dsp:txBody>
      <dsp:txXfrm>
        <a:off x="417954" y="2193707"/>
        <a:ext cx="7460121" cy="755334"/>
      </dsp:txXfrm>
    </dsp:sp>
    <dsp:sp modelId="{9D5C1C4C-20EE-4982-80D5-57BBB40F86D8}">
      <dsp:nvSpPr>
        <dsp:cNvPr id="0" name=""/>
        <dsp:cNvSpPr/>
      </dsp:nvSpPr>
      <dsp:spPr>
        <a:xfrm>
          <a:off x="0" y="3750030"/>
          <a:ext cx="7920880" cy="3024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0FDCF5-66CE-4F39-B884-C55F4FF758D0}">
      <dsp:nvSpPr>
        <dsp:cNvPr id="0" name=""/>
        <dsp:cNvSpPr/>
      </dsp:nvSpPr>
      <dsp:spPr>
        <a:xfrm>
          <a:off x="377092" y="3179984"/>
          <a:ext cx="7541845" cy="747166"/>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latin typeface="Times New Roman" pitchFamily="18" charset="0"/>
              <a:ea typeface="宋体" pitchFamily="2" charset="-122"/>
              <a:cs typeface="Times New Roman" pitchFamily="18" charset="0"/>
            </a:rPr>
            <a:t>4</a:t>
          </a:r>
          <a:r>
            <a:rPr lang="zh-CN" altLang="en-US" sz="2000" b="1" kern="1200" dirty="0">
              <a:latin typeface="Times New Roman" pitchFamily="18" charset="0"/>
              <a:ea typeface="宋体" pitchFamily="2" charset="-122"/>
              <a:cs typeface="Times New Roman" pitchFamily="18" charset="0"/>
            </a:rPr>
            <a:t>）专业工作队数目大于施工过程数目，即</a:t>
          </a:r>
          <a:r>
            <a:rPr lang="en-US"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n’&gt;n</a:t>
          </a:r>
          <a:r>
            <a:rPr lang="zh-CN" altLang="en-US" sz="2000" b="1" kern="1200" dirty="0">
              <a:latin typeface="Times New Roman" pitchFamily="18" charset="0"/>
              <a:ea typeface="宋体" pitchFamily="2" charset="-122"/>
              <a:cs typeface="Times New Roman" pitchFamily="18" charset="0"/>
            </a:rPr>
            <a:t>。</a:t>
          </a:r>
        </a:p>
      </dsp:txBody>
      <dsp:txXfrm>
        <a:off x="413566" y="3216458"/>
        <a:ext cx="7468897" cy="6742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6B9A6B-C3EA-465E-9F97-3E0DBD6EED3C}">
      <dsp:nvSpPr>
        <dsp:cNvPr id="0" name=""/>
        <dsp:cNvSpPr/>
      </dsp:nvSpPr>
      <dsp:spPr>
        <a:xfrm>
          <a:off x="0" y="102050"/>
          <a:ext cx="7920880" cy="76411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zh-CN" altLang="en-US" sz="2000" b="1" kern="1200" dirty="0">
              <a:solidFill>
                <a:schemeClr val="tx1"/>
              </a:solidFill>
              <a:latin typeface="Times New Roman" pitchFamily="18" charset="0"/>
              <a:ea typeface="宋体" pitchFamily="2" charset="-122"/>
              <a:cs typeface="Times New Roman" pitchFamily="18" charset="0"/>
            </a:rPr>
            <a:t>主要参数：</a:t>
          </a:r>
        </a:p>
      </dsp:txBody>
      <dsp:txXfrm>
        <a:off x="37301" y="139351"/>
        <a:ext cx="7846278" cy="689511"/>
      </dsp:txXfrm>
    </dsp:sp>
    <dsp:sp modelId="{2D881EAB-5D5E-4606-BC71-F8438459D53E}">
      <dsp:nvSpPr>
        <dsp:cNvPr id="0" name=""/>
        <dsp:cNvSpPr/>
      </dsp:nvSpPr>
      <dsp:spPr>
        <a:xfrm>
          <a:off x="0" y="866164"/>
          <a:ext cx="7920880" cy="3027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488" tIns="25400" rIns="142240" bIns="25400" numCol="1" spcCol="1270" anchor="t" anchorCtr="0">
          <a:noAutofit/>
        </a:bodyPr>
        <a:lstStyle/>
        <a:p>
          <a:pPr marL="228600" lvl="1" indent="-228600" algn="l" defTabSz="889000">
            <a:lnSpc>
              <a:spcPct val="1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①一般情况下，施工过程</a:t>
          </a:r>
          <a:r>
            <a:rPr lang="en-US" altLang="en-US" sz="2000" b="1" kern="1200" dirty="0">
              <a:solidFill>
                <a:schemeClr val="tx1"/>
              </a:solidFill>
              <a:latin typeface="Times New Roman" pitchFamily="18" charset="0"/>
              <a:ea typeface="宋体" pitchFamily="2" charset="-122"/>
              <a:cs typeface="Times New Roman" pitchFamily="18" charset="0"/>
            </a:rPr>
            <a:t>n</a:t>
          </a:r>
          <a:r>
            <a:rPr lang="zh-CN" altLang="en-US" sz="2000" b="1" kern="1200" dirty="0">
              <a:solidFill>
                <a:schemeClr val="tx1"/>
              </a:solidFill>
              <a:latin typeface="Times New Roman" pitchFamily="18" charset="0"/>
              <a:ea typeface="宋体" pitchFamily="2" charset="-122"/>
              <a:cs typeface="Times New Roman" pitchFamily="18" charset="0"/>
            </a:rPr>
            <a:t>和施工段</a:t>
          </a:r>
          <a:r>
            <a:rPr lang="en-US" altLang="en-US" sz="2000" b="1" kern="1200" dirty="0">
              <a:solidFill>
                <a:schemeClr val="tx1"/>
              </a:solidFill>
              <a:latin typeface="Times New Roman" pitchFamily="18" charset="0"/>
              <a:ea typeface="宋体" pitchFamily="2" charset="-122"/>
              <a:cs typeface="Times New Roman" pitchFamily="18" charset="0"/>
            </a:rPr>
            <a:t>m</a:t>
          </a:r>
          <a:r>
            <a:rPr lang="zh-CN" altLang="en-US" sz="2000" b="1" kern="1200" dirty="0">
              <a:solidFill>
                <a:schemeClr val="tx1"/>
              </a:solidFill>
              <a:latin typeface="Times New Roman" pitchFamily="18" charset="0"/>
              <a:ea typeface="宋体" pitchFamily="2" charset="-122"/>
              <a:cs typeface="Times New Roman" pitchFamily="18" charset="0"/>
            </a:rPr>
            <a:t>已知；</a:t>
          </a:r>
        </a:p>
        <a:p>
          <a:pPr marL="228600" lvl="1" indent="-228600" algn="l" defTabSz="889000">
            <a:lnSpc>
              <a:spcPct val="1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②流水步距的确定：</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K=max</a:t>
          </a:r>
          <a:r>
            <a:rPr lang="zh-CN" altLang="en-US"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公约数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kern="1200" dirty="0">
              <a:solidFill>
                <a:schemeClr val="tx1"/>
              </a:solidFill>
              <a:latin typeface="Times New Roman" pitchFamily="18" charset="0"/>
              <a:ea typeface="宋体" pitchFamily="2" charset="-122"/>
              <a:cs typeface="Times New Roman" pitchFamily="18" charset="0"/>
            </a:rPr>
            <a:t>；</a:t>
          </a:r>
          <a:endParaRPr lang="zh-CN" altLang="en-US" sz="2000" b="1" kern="1200" dirty="0">
            <a:latin typeface="Times New Roman" pitchFamily="18" charset="0"/>
            <a:ea typeface="宋体" pitchFamily="2" charset="-122"/>
            <a:cs typeface="Times New Roman" pitchFamily="18" charset="0"/>
          </a:endParaRPr>
        </a:p>
        <a:p>
          <a:pPr marL="228600" lvl="1" indent="-228600" algn="l" defTabSz="889000">
            <a:lnSpc>
              <a:spcPct val="100000"/>
            </a:lnSpc>
            <a:spcBef>
              <a:spcPct val="0"/>
            </a:spcBef>
            <a:spcAft>
              <a:spcPct val="20000"/>
            </a:spcAft>
            <a:buChar char="•"/>
          </a:pPr>
          <a:r>
            <a:rPr lang="zh-CN" altLang="en-US" sz="2000" b="1" kern="1200" dirty="0">
              <a:solidFill>
                <a:schemeClr val="tx1"/>
              </a:solidFill>
              <a:latin typeface="Times New Roman" pitchFamily="18" charset="0"/>
              <a:ea typeface="宋体" pitchFamily="2" charset="-122"/>
              <a:cs typeface="Times New Roman" pitchFamily="18" charset="0"/>
            </a:rPr>
            <a:t>③专业队数目的确定：某施工过程的专业队数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b</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en-US" altLang="zh-CN" sz="2000" b="1" kern="1200" baseline="-25000" dirty="0" err="1">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K</a:t>
          </a:r>
          <a:r>
            <a:rPr lang="zh-CN" altLang="en-US" sz="2000" b="1" kern="1200" dirty="0">
              <a:solidFill>
                <a:schemeClr val="tx1"/>
              </a:solidFill>
              <a:latin typeface="Times New Roman" pitchFamily="18" charset="0"/>
              <a:ea typeface="宋体" pitchFamily="2" charset="-122"/>
              <a:cs typeface="Times New Roman" pitchFamily="18" charset="0"/>
            </a:rPr>
            <a:t>（个）；流水施工的专业队数总和</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b</a:t>
          </a:r>
          <a:r>
            <a:rPr lang="en-US" altLang="zh-CN" sz="2000" b="1" kern="1200" baseline="-250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i</a:t>
          </a:r>
          <a:r>
            <a:rPr lang="zh-CN" altLang="en-US" sz="2000" b="1" kern="1200" dirty="0">
              <a:solidFill>
                <a:schemeClr val="tx1"/>
              </a:solidFill>
              <a:latin typeface="Times New Roman" pitchFamily="18" charset="0"/>
              <a:ea typeface="宋体" pitchFamily="2" charset="-122"/>
              <a:cs typeface="Times New Roman" pitchFamily="18" charset="0"/>
            </a:rPr>
            <a:t>；</a:t>
          </a:r>
          <a:endParaRPr lang="zh-CN" altLang="en-US" sz="2000" b="1" kern="1200" dirty="0">
            <a:latin typeface="Times New Roman" pitchFamily="18" charset="0"/>
            <a:ea typeface="宋体" pitchFamily="2" charset="-122"/>
            <a:cs typeface="Times New Roman" pitchFamily="18" charset="0"/>
          </a:endParaRPr>
        </a:p>
        <a:p>
          <a:pPr marL="228600" lvl="1" indent="-228600" algn="l" defTabSz="889000">
            <a:lnSpc>
              <a:spcPct val="100000"/>
            </a:lnSpc>
            <a:spcBef>
              <a:spcPct val="0"/>
            </a:spcBef>
            <a:spcAft>
              <a:spcPct val="20000"/>
            </a:spcAft>
            <a:buChar char="•"/>
          </a:pPr>
          <a:r>
            <a:rPr lang="zh-CN" altLang="en-US" sz="2000" b="1" kern="1200" dirty="0">
              <a:latin typeface="Times New Roman" pitchFamily="18" charset="0"/>
              <a:ea typeface="宋体" pitchFamily="2" charset="-122"/>
              <a:cs typeface="Times New Roman" pitchFamily="18" charset="0"/>
            </a:rPr>
            <a:t>④施工段数的确定（不分施工层、无间歇时间）：施工段数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m=n’</a:t>
          </a:r>
          <a:r>
            <a:rPr lang="zh-CN" altLang="en-US" sz="2000" b="1" kern="1200" dirty="0">
              <a:latin typeface="Times New Roman" pitchFamily="18" charset="0"/>
              <a:ea typeface="宋体" pitchFamily="2" charset="-122"/>
              <a:cs typeface="Times New Roman" pitchFamily="18" charset="0"/>
            </a:rPr>
            <a:t>；</a:t>
          </a:r>
        </a:p>
        <a:p>
          <a:pPr marL="228600" lvl="1" indent="-228600" algn="l" defTabSz="889000">
            <a:lnSpc>
              <a:spcPct val="100000"/>
            </a:lnSpc>
            <a:spcBef>
              <a:spcPct val="0"/>
            </a:spcBef>
            <a:spcAft>
              <a:spcPct val="20000"/>
            </a:spcAft>
            <a:buChar char="•"/>
          </a:pPr>
          <a:r>
            <a:rPr lang="zh-CN" altLang="en-US" sz="2000" b="1" kern="1200" dirty="0">
              <a:latin typeface="Times New Roman" pitchFamily="18" charset="0"/>
              <a:ea typeface="宋体" pitchFamily="2" charset="-122"/>
              <a:cs typeface="Times New Roman" pitchFamily="18" charset="0"/>
            </a:rPr>
            <a:t>⑤确定流水工期</a:t>
          </a:r>
          <a:r>
            <a:rPr lang="en-US" altLang="zh-CN" sz="2000" b="1" kern="1200" dirty="0">
              <a:latin typeface="Times New Roman" pitchFamily="18" charset="0"/>
              <a:ea typeface="宋体" pitchFamily="2" charset="-122"/>
              <a:cs typeface="Times New Roman" pitchFamily="18" charset="0"/>
            </a:rPr>
            <a:t>T</a:t>
          </a:r>
          <a:r>
            <a:rPr lang="zh-CN" altLang="en-US" sz="2000" b="1" kern="1200" dirty="0">
              <a:latin typeface="Times New Roman" pitchFamily="18" charset="0"/>
              <a:ea typeface="宋体" pitchFamily="2" charset="-122"/>
              <a:cs typeface="Times New Roman" pitchFamily="18" charset="0"/>
            </a:rPr>
            <a:t>：</a:t>
          </a:r>
        </a:p>
        <a:p>
          <a:pPr marL="228600" lvl="1" indent="-228600" algn="ctr" defTabSz="889000">
            <a:lnSpc>
              <a:spcPct val="100000"/>
            </a:lnSpc>
            <a:spcBef>
              <a:spcPct val="0"/>
            </a:spcBef>
            <a:spcAft>
              <a:spcPct val="20000"/>
            </a:spcAft>
            <a:buChar char="•"/>
          </a:pP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T=</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专业队</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n’+</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施工段数</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m</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1</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流水</a:t>
          </a:r>
          <a:r>
            <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步距</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技术间歇时间</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J+</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组织间歇</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Z</a:t>
          </a:r>
          <a:r>
            <a:rPr lang="zh-CN"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－组织搭接时间</a:t>
          </a:r>
          <a:r>
            <a:rPr lang="en-US" altLang="zh-CN"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D</a:t>
          </a:r>
          <a:endParaRPr lang="zh-CN" altLang="en-US" sz="2000" b="1" kern="120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endParaRPr>
        </a:p>
      </dsp:txBody>
      <dsp:txXfrm>
        <a:off x="0" y="866164"/>
        <a:ext cx="7920880" cy="302737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2024/12/2</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107504" y="123478"/>
            <a:ext cx="4608512" cy="2376264"/>
          </a:xfrm>
          <a:prstGeom prst="rect">
            <a:avLst/>
          </a:prstGeom>
        </p:spPr>
      </p:pic>
      <p:pic>
        <p:nvPicPr>
          <p:cNvPr id="5" name="图片 4"/>
          <p:cNvPicPr/>
          <p:nvPr/>
        </p:nvPicPr>
        <p:blipFill>
          <a:blip r:embed="rId3">
            <a:extLst>
              <a:ext uri="{28A0092B-C50C-407E-A947-70E740481C1C}">
                <a14:useLocalDpi xmlns:a14="http://schemas.microsoft.com/office/drawing/2010/main" val="0"/>
              </a:ext>
            </a:extLst>
          </a:blip>
          <a:stretch>
            <a:fillRect/>
          </a:stretch>
        </p:blipFill>
        <p:spPr>
          <a:xfrm>
            <a:off x="107504" y="2499742"/>
            <a:ext cx="4608512" cy="2520280"/>
          </a:xfrm>
          <a:prstGeom prst="rect">
            <a:avLst/>
          </a:prstGeom>
        </p:spPr>
      </p:pic>
      <p:pic>
        <p:nvPicPr>
          <p:cNvPr id="6" name="图片 5"/>
          <p:cNvPicPr/>
          <p:nvPr/>
        </p:nvPicPr>
        <p:blipFill>
          <a:blip r:embed="rId4">
            <a:extLst>
              <a:ext uri="{28A0092B-C50C-407E-A947-70E740481C1C}">
                <a14:useLocalDpi xmlns:a14="http://schemas.microsoft.com/office/drawing/2010/main" val="0"/>
              </a:ext>
            </a:extLst>
          </a:blip>
          <a:stretch>
            <a:fillRect/>
          </a:stretch>
        </p:blipFill>
        <p:spPr>
          <a:xfrm>
            <a:off x="4716016" y="123478"/>
            <a:ext cx="4320480" cy="2376264"/>
          </a:xfrm>
          <a:prstGeom prst="rect">
            <a:avLst/>
          </a:prstGeom>
        </p:spPr>
      </p:pic>
      <p:pic>
        <p:nvPicPr>
          <p:cNvPr id="7" name="图片 6"/>
          <p:cNvPicPr/>
          <p:nvPr/>
        </p:nvPicPr>
        <p:blipFill>
          <a:blip r:embed="rId5">
            <a:extLst>
              <a:ext uri="{28A0092B-C50C-407E-A947-70E740481C1C}">
                <a14:useLocalDpi xmlns:a14="http://schemas.microsoft.com/office/drawing/2010/main" val="0"/>
              </a:ext>
            </a:extLst>
          </a:blip>
          <a:stretch>
            <a:fillRect/>
          </a:stretch>
        </p:blipFill>
        <p:spPr>
          <a:xfrm>
            <a:off x="4716016" y="2499742"/>
            <a:ext cx="4320480" cy="2520280"/>
          </a:xfrm>
          <a:prstGeom prst="rect">
            <a:avLst/>
          </a:prstGeom>
        </p:spPr>
      </p:pic>
    </p:spTree>
    <p:extLst>
      <p:ext uri="{BB962C8B-B14F-4D97-AF65-F5344CB8AC3E}">
        <p14:creationId xmlns:p14="http://schemas.microsoft.com/office/powerpoint/2010/main" val="202814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9" name="TextBox 8"/>
          <p:cNvSpPr txBox="1"/>
          <p:nvPr/>
        </p:nvSpPr>
        <p:spPr>
          <a:xfrm>
            <a:off x="107504" y="368964"/>
            <a:ext cx="8928992" cy="646331"/>
          </a:xfrm>
          <a:prstGeom prst="rect">
            <a:avLst/>
          </a:prstGeom>
          <a:noFill/>
        </p:spPr>
        <p:txBody>
          <a:bodyPr wrap="square" rtlCol="0">
            <a:spAutoFit/>
          </a:bodyPr>
          <a:lstStyle/>
          <a:p>
            <a:pPr>
              <a:lnSpc>
                <a:spcPct val="150000"/>
              </a:lnSpc>
            </a:pPr>
            <a:r>
              <a:rPr lang="zh-CN" altLang="en-US" sz="2400" b="1" dirty="0">
                <a:latin typeface="Times New Roman" pitchFamily="18" charset="0"/>
                <a:ea typeface="宋体" pitchFamily="2" charset="-122"/>
                <a:cs typeface="Times New Roman" pitchFamily="18" charset="0"/>
              </a:rPr>
              <a:t>（七）流水施工基本组织方式</a:t>
            </a:r>
          </a:p>
        </p:txBody>
      </p:sp>
      <p:sp>
        <p:nvSpPr>
          <p:cNvPr id="10" name="TextBox 9"/>
          <p:cNvSpPr txBox="1"/>
          <p:nvPr/>
        </p:nvSpPr>
        <p:spPr>
          <a:xfrm>
            <a:off x="107504" y="1904646"/>
            <a:ext cx="1296144" cy="400110"/>
          </a:xfrm>
          <a:prstGeom prst="rect">
            <a:avLst/>
          </a:prstGeom>
          <a:noFill/>
          <a:ln w="19050">
            <a:solidFill>
              <a:srgbClr val="00B0F0"/>
            </a:solidFill>
          </a:ln>
        </p:spPr>
        <p:txBody>
          <a:bodyPr wrap="square" rtlCol="0">
            <a:spAutoFit/>
          </a:bodyPr>
          <a:lstStyle/>
          <a:p>
            <a:pPr algn="ctr"/>
            <a:r>
              <a:rPr lang="zh-CN" altLang="en-US" sz="2000" b="1" dirty="0">
                <a:latin typeface="Times New Roman" pitchFamily="18" charset="0"/>
                <a:ea typeface="宋体" pitchFamily="2" charset="-122"/>
                <a:cs typeface="Times New Roman" pitchFamily="18" charset="0"/>
              </a:rPr>
              <a:t>流水施工</a:t>
            </a:r>
          </a:p>
        </p:txBody>
      </p:sp>
      <p:sp>
        <p:nvSpPr>
          <p:cNvPr id="11" name="左大括号 10"/>
          <p:cNvSpPr/>
          <p:nvPr/>
        </p:nvSpPr>
        <p:spPr>
          <a:xfrm>
            <a:off x="1403648" y="1131590"/>
            <a:ext cx="216024" cy="194622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1"/>
          <p:cNvSpPr txBox="1"/>
          <p:nvPr/>
        </p:nvSpPr>
        <p:spPr>
          <a:xfrm>
            <a:off x="1619672" y="1131590"/>
            <a:ext cx="2808312" cy="400110"/>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非（无）节奏流水施工</a:t>
            </a:r>
          </a:p>
        </p:txBody>
      </p:sp>
      <p:sp>
        <p:nvSpPr>
          <p:cNvPr id="13" name="TextBox 12"/>
          <p:cNvSpPr txBox="1"/>
          <p:nvPr/>
        </p:nvSpPr>
        <p:spPr>
          <a:xfrm>
            <a:off x="1619672" y="2682017"/>
            <a:ext cx="1296144" cy="707886"/>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有节奏</a:t>
            </a:r>
            <a:endParaRPr lang="en-US" altLang="zh-CN" dirty="0"/>
          </a:p>
          <a:p>
            <a:r>
              <a:rPr lang="zh-CN" altLang="en-US" dirty="0"/>
              <a:t>流水施工</a:t>
            </a:r>
          </a:p>
        </p:txBody>
      </p:sp>
      <p:sp>
        <p:nvSpPr>
          <p:cNvPr id="14" name="左大括号 13"/>
          <p:cNvSpPr/>
          <p:nvPr/>
        </p:nvSpPr>
        <p:spPr>
          <a:xfrm>
            <a:off x="2987824" y="2062849"/>
            <a:ext cx="216024" cy="194622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TextBox 14"/>
          <p:cNvSpPr txBox="1"/>
          <p:nvPr/>
        </p:nvSpPr>
        <p:spPr>
          <a:xfrm>
            <a:off x="3203848" y="2062849"/>
            <a:ext cx="3528392" cy="400110"/>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等节奏（固定节拍）流水施工</a:t>
            </a:r>
            <a:endParaRPr lang="en-US" altLang="zh-CN" dirty="0"/>
          </a:p>
        </p:txBody>
      </p:sp>
      <p:sp>
        <p:nvSpPr>
          <p:cNvPr id="16" name="TextBox 15"/>
          <p:cNvSpPr txBox="1"/>
          <p:nvPr/>
        </p:nvSpPr>
        <p:spPr>
          <a:xfrm>
            <a:off x="3203848" y="3608961"/>
            <a:ext cx="2016224" cy="400110"/>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异节奏流水施工</a:t>
            </a:r>
            <a:endParaRPr lang="en-US" altLang="zh-CN" dirty="0"/>
          </a:p>
        </p:txBody>
      </p:sp>
      <p:sp>
        <p:nvSpPr>
          <p:cNvPr id="17" name="左大括号 16"/>
          <p:cNvSpPr/>
          <p:nvPr/>
        </p:nvSpPr>
        <p:spPr>
          <a:xfrm>
            <a:off x="5220072" y="2835905"/>
            <a:ext cx="216024" cy="194622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17"/>
          <p:cNvSpPr txBox="1"/>
          <p:nvPr/>
        </p:nvSpPr>
        <p:spPr>
          <a:xfrm>
            <a:off x="5441477" y="2835905"/>
            <a:ext cx="3528392" cy="707886"/>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异步距异节奏流水施工（一般的成倍节拍流水施工）</a:t>
            </a:r>
            <a:endParaRPr lang="en-US" altLang="zh-CN" dirty="0"/>
          </a:p>
        </p:txBody>
      </p:sp>
      <p:sp>
        <p:nvSpPr>
          <p:cNvPr id="19" name="TextBox 18"/>
          <p:cNvSpPr txBox="1"/>
          <p:nvPr/>
        </p:nvSpPr>
        <p:spPr>
          <a:xfrm>
            <a:off x="5436096" y="4074241"/>
            <a:ext cx="3528392" cy="707886"/>
          </a:xfrm>
          <a:prstGeom prst="rect">
            <a:avLst/>
          </a:prstGeom>
          <a:noFill/>
          <a:ln w="19050">
            <a:solidFill>
              <a:srgbClr val="00B0F0"/>
            </a:solidFill>
          </a:ln>
        </p:spPr>
        <p:txBody>
          <a:bodyPr wrap="square" rtlCol="0">
            <a:spAutoFit/>
          </a:bodyPr>
          <a:lstStyle>
            <a:defPPr>
              <a:defRPr lang="zh-CN"/>
            </a:defPPr>
            <a:lvl1pPr algn="ctr">
              <a:defRPr sz="2000" b="1">
                <a:latin typeface="Times New Roman" pitchFamily="18" charset="0"/>
                <a:ea typeface="宋体" pitchFamily="2" charset="-122"/>
                <a:cs typeface="Times New Roman" pitchFamily="18" charset="0"/>
              </a:defRPr>
            </a:lvl1pPr>
          </a:lstStyle>
          <a:p>
            <a:r>
              <a:rPr lang="zh-CN" altLang="en-US" dirty="0"/>
              <a:t>等步距异节奏流水施工（加快的成倍节拍流水施工）</a:t>
            </a:r>
            <a:endParaRPr lang="en-US" altLang="zh-CN" dirty="0"/>
          </a:p>
        </p:txBody>
      </p:sp>
    </p:spTree>
    <p:extLst>
      <p:ext uri="{BB962C8B-B14F-4D97-AF65-F5344CB8AC3E}">
        <p14:creationId xmlns:p14="http://schemas.microsoft.com/office/powerpoint/2010/main" val="211314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arn(inVertical)">
                                      <p:cBhvr>
                                        <p:cTn id="28" dur="500"/>
                                        <p:tgtEl>
                                          <p:spTgt spid="1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arn(inVertical)">
                                      <p:cBhvr>
                                        <p:cTn id="31" dur="500"/>
                                        <p:tgtEl>
                                          <p:spTgt spid="15"/>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arn(inVertical)">
                                      <p:cBhvr>
                                        <p:cTn id="39" dur="500"/>
                                        <p:tgtEl>
                                          <p:spTgt spid="17"/>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arn(inVertical)">
                                      <p:cBhvr>
                                        <p:cTn id="42" dur="500"/>
                                        <p:tgtEl>
                                          <p:spTgt spid="18"/>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barn(inVertical)">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646331"/>
          </a:xfrm>
          <a:prstGeom prst="rect">
            <a:avLst/>
          </a:prstGeom>
          <a:noFill/>
        </p:spPr>
        <p:txBody>
          <a:bodyPr wrap="square" rtlCol="0">
            <a:spAutoFit/>
          </a:bodyPr>
          <a:lstStyle/>
          <a:p>
            <a:pPr>
              <a:lnSpc>
                <a:spcPct val="150000"/>
              </a:lnSpc>
            </a:pPr>
            <a:r>
              <a:rPr lang="en-US" altLang="zh-CN" sz="2400" b="1" dirty="0">
                <a:latin typeface="Times New Roman" pitchFamily="18" charset="0"/>
                <a:ea typeface="宋体" pitchFamily="2" charset="-122"/>
                <a:cs typeface="Times New Roman" pitchFamily="18" charset="0"/>
              </a:rPr>
              <a:t>        1</a:t>
            </a:r>
            <a:r>
              <a:rPr lang="zh-CN" altLang="en-US" sz="2400" b="1" dirty="0">
                <a:latin typeface="Times New Roman" pitchFamily="18" charset="0"/>
                <a:ea typeface="宋体" pitchFamily="2" charset="-122"/>
                <a:cs typeface="Times New Roman" pitchFamily="18" charset="0"/>
              </a:rPr>
              <a:t>、等节奏流水施工（固定节拍流水施工）</a:t>
            </a:r>
          </a:p>
        </p:txBody>
      </p:sp>
      <p:sp>
        <p:nvSpPr>
          <p:cNvPr id="6" name="TextBox 5"/>
          <p:cNvSpPr txBox="1"/>
          <p:nvPr/>
        </p:nvSpPr>
        <p:spPr>
          <a:xfrm>
            <a:off x="1043608" y="3252931"/>
            <a:ext cx="7992888" cy="147732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）概念：是指参与流水施工的施工过程流水节拍彼此相等的流水施工组织方式，即</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同一施工过程在不同的施工段上流水节拍相等</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不同的施工过程在同一施工段上的流水节拍也相等</a:t>
            </a:r>
            <a:r>
              <a:rPr lang="zh-CN" altLang="en-US" sz="2000" b="1" dirty="0">
                <a:latin typeface="Times New Roman" pitchFamily="18" charset="0"/>
                <a:ea typeface="宋体" pitchFamily="2" charset="-122"/>
                <a:cs typeface="Times New Roman" pitchFamily="18" charset="0"/>
              </a:rPr>
              <a:t>的流水施工方式。</a:t>
            </a:r>
          </a:p>
        </p:txBody>
      </p:sp>
      <p:pic>
        <p:nvPicPr>
          <p:cNvPr id="7" name="图片 6"/>
          <p:cNvPicPr/>
          <p:nvPr/>
        </p:nvPicPr>
        <p:blipFill>
          <a:blip r:embed="rId2">
            <a:extLst>
              <a:ext uri="{28A0092B-C50C-407E-A947-70E740481C1C}">
                <a14:useLocalDpi xmlns:a14="http://schemas.microsoft.com/office/drawing/2010/main" val="0"/>
              </a:ext>
            </a:extLst>
          </a:blip>
          <a:stretch>
            <a:fillRect/>
          </a:stretch>
        </p:blipFill>
        <p:spPr>
          <a:xfrm>
            <a:off x="1403648" y="945212"/>
            <a:ext cx="6408712" cy="2304256"/>
          </a:xfrm>
          <a:prstGeom prst="rect">
            <a:avLst/>
          </a:prstGeom>
        </p:spPr>
      </p:pic>
    </p:spTree>
    <p:extLst>
      <p:ext uri="{BB962C8B-B14F-4D97-AF65-F5344CB8AC3E}">
        <p14:creationId xmlns:p14="http://schemas.microsoft.com/office/powerpoint/2010/main" val="427398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30" name="TextBox 29"/>
          <p:cNvSpPr txBox="1"/>
          <p:nvPr/>
        </p:nvSpPr>
        <p:spPr>
          <a:xfrm>
            <a:off x="107504" y="368964"/>
            <a:ext cx="8928992" cy="495585"/>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）基本特征：</a:t>
            </a:r>
          </a:p>
        </p:txBody>
      </p:sp>
      <p:graphicFrame>
        <p:nvGraphicFramePr>
          <p:cNvPr id="31" name="图示 30"/>
          <p:cNvGraphicFramePr/>
          <p:nvPr>
            <p:extLst>
              <p:ext uri="{D42A27DB-BD31-4B8C-83A1-F6EECF244321}">
                <p14:modId xmlns:p14="http://schemas.microsoft.com/office/powerpoint/2010/main" val="3282828728"/>
              </p:ext>
            </p:extLst>
          </p:nvPr>
        </p:nvGraphicFramePr>
        <p:xfrm>
          <a:off x="1043608" y="922962"/>
          <a:ext cx="7920880" cy="4128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398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barn(inVertical)">
                                      <p:cBhvr>
                                        <p:cTn id="1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Graphic spid="31"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）主要参数的确定</a:t>
            </a:r>
          </a:p>
        </p:txBody>
      </p:sp>
      <p:graphicFrame>
        <p:nvGraphicFramePr>
          <p:cNvPr id="5" name="图示 4"/>
          <p:cNvGraphicFramePr/>
          <p:nvPr>
            <p:extLst>
              <p:ext uri="{D42A27DB-BD31-4B8C-83A1-F6EECF244321}">
                <p14:modId xmlns:p14="http://schemas.microsoft.com/office/powerpoint/2010/main" val="2381579705"/>
              </p:ext>
            </p:extLst>
          </p:nvPr>
        </p:nvGraphicFramePr>
        <p:xfrm>
          <a:off x="1043608" y="922962"/>
          <a:ext cx="7920880" cy="4128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154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例题：</a:t>
            </a:r>
          </a:p>
        </p:txBody>
      </p:sp>
      <p:sp>
        <p:nvSpPr>
          <p:cNvPr id="5" name="TextBox 4"/>
          <p:cNvSpPr txBox="1"/>
          <p:nvPr/>
        </p:nvSpPr>
        <p:spPr>
          <a:xfrm>
            <a:off x="107504" y="864549"/>
            <a:ext cx="8928992" cy="1477328"/>
          </a:xfrm>
          <a:prstGeom prst="rect">
            <a:avLst/>
          </a:prstGeom>
          <a:noFill/>
        </p:spPr>
        <p:txBody>
          <a:bodyPr wrap="square" rtlCol="0">
            <a:spAutoFit/>
          </a:bodyPr>
          <a:lstStyle/>
          <a:p>
            <a:pPr>
              <a:lnSpc>
                <a:spcPct val="150000"/>
              </a:lnSpc>
            </a:pPr>
            <a:r>
              <a:rPr lang="zh-CN" altLang="en-US" sz="2000" b="1" dirty="0">
                <a:latin typeface="Times New Roman" pitchFamily="18" charset="0"/>
                <a:ea typeface="宋体" pitchFamily="2" charset="-122"/>
                <a:cs typeface="Times New Roman" pitchFamily="18" charset="0"/>
              </a:rPr>
              <a:t>        某工程由</a:t>
            </a:r>
            <a:r>
              <a:rPr lang="en-US" altLang="zh-CN" sz="2000" b="1" dirty="0">
                <a:latin typeface="Times New Roman" pitchFamily="18" charset="0"/>
                <a:ea typeface="宋体" pitchFamily="2" charset="-122"/>
                <a:cs typeface="Times New Roman" pitchFamily="18" charset="0"/>
              </a:rPr>
              <a:t>A</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B</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C</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四个施工过程组成，每个施工过程划分成三个施工段，流水节拍均为</a:t>
            </a:r>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天，无技术、组织间歇，试组织等节奏流水施工，计算工期，并绘制流水施工进度表。</a:t>
            </a:r>
          </a:p>
        </p:txBody>
      </p:sp>
      <p:sp>
        <p:nvSpPr>
          <p:cNvPr id="6" name="TextBox 5"/>
          <p:cNvSpPr txBox="1"/>
          <p:nvPr/>
        </p:nvSpPr>
        <p:spPr>
          <a:xfrm>
            <a:off x="107504" y="2283464"/>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解：</a:t>
            </a:r>
          </a:p>
        </p:txBody>
      </p:sp>
      <p:sp>
        <p:nvSpPr>
          <p:cNvPr id="7" name="TextBox 6"/>
          <p:cNvSpPr txBox="1"/>
          <p:nvPr/>
        </p:nvSpPr>
        <p:spPr>
          <a:xfrm>
            <a:off x="107504" y="2779049"/>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）已知：施工过程</a:t>
            </a:r>
            <a:r>
              <a:rPr lang="en-US" altLang="zh-CN" sz="2000" b="1" dirty="0">
                <a:latin typeface="Times New Roman" pitchFamily="18" charset="0"/>
                <a:ea typeface="宋体" pitchFamily="2" charset="-122"/>
                <a:cs typeface="Times New Roman" pitchFamily="18" charset="0"/>
              </a:rPr>
              <a:t>n=4</a:t>
            </a:r>
            <a:r>
              <a:rPr lang="zh-CN" altLang="en-US" sz="2000" b="1" dirty="0">
                <a:latin typeface="Times New Roman" pitchFamily="18" charset="0"/>
                <a:ea typeface="宋体" pitchFamily="2" charset="-122"/>
                <a:cs typeface="Times New Roman" pitchFamily="18" charset="0"/>
              </a:rPr>
              <a:t>，施工段</a:t>
            </a:r>
            <a:r>
              <a:rPr lang="en-US" altLang="zh-CN" sz="2000" b="1" dirty="0">
                <a:latin typeface="Times New Roman" pitchFamily="18" charset="0"/>
                <a:ea typeface="宋体" pitchFamily="2" charset="-122"/>
                <a:cs typeface="Times New Roman" pitchFamily="18" charset="0"/>
              </a:rPr>
              <a:t>m=3</a:t>
            </a:r>
            <a:r>
              <a:rPr lang="zh-CN" altLang="en-US" sz="2000" b="1" dirty="0">
                <a:latin typeface="Times New Roman" pitchFamily="18" charset="0"/>
                <a:ea typeface="宋体" pitchFamily="2" charset="-122"/>
                <a:cs typeface="Times New Roman" pitchFamily="18" charset="0"/>
              </a:rPr>
              <a:t>；</a:t>
            </a:r>
          </a:p>
        </p:txBody>
      </p:sp>
      <p:sp>
        <p:nvSpPr>
          <p:cNvPr id="8" name="TextBox 7"/>
          <p:cNvSpPr txBox="1"/>
          <p:nvPr/>
        </p:nvSpPr>
        <p:spPr>
          <a:xfrm>
            <a:off x="107504" y="3274634"/>
            <a:ext cx="8928992" cy="553998"/>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）确定流水步距：</a:t>
            </a:r>
            <a:r>
              <a:rPr lang="en-US" altLang="zh-CN" sz="2000" b="1" dirty="0">
                <a:latin typeface="Times New Roman" pitchFamily="18" charset="0"/>
                <a:ea typeface="宋体" pitchFamily="2" charset="-122"/>
                <a:cs typeface="Times New Roman" pitchFamily="18" charset="0"/>
              </a:rPr>
              <a:t>K=t=4d</a:t>
            </a:r>
            <a:r>
              <a:rPr lang="zh-CN" altLang="en-US" sz="2000" b="1" dirty="0">
                <a:latin typeface="Times New Roman" pitchFamily="18" charset="0"/>
                <a:ea typeface="宋体" pitchFamily="2" charset="-122"/>
                <a:cs typeface="Times New Roman" pitchFamily="18" charset="0"/>
              </a:rPr>
              <a:t>；</a:t>
            </a:r>
          </a:p>
        </p:txBody>
      </p:sp>
      <p:sp>
        <p:nvSpPr>
          <p:cNvPr id="9" name="TextBox 8"/>
          <p:cNvSpPr txBox="1"/>
          <p:nvPr/>
        </p:nvSpPr>
        <p:spPr>
          <a:xfrm>
            <a:off x="976149" y="3828632"/>
            <a:ext cx="8060347" cy="1015663"/>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）计算工期：</a:t>
            </a:r>
            <a:r>
              <a:rPr lang="en-US" altLang="zh-CN" sz="2000" b="1" dirty="0">
                <a:latin typeface="Times New Roman" pitchFamily="18" charset="0"/>
                <a:ea typeface="宋体" pitchFamily="2" charset="-122"/>
                <a:cs typeface="Times New Roman" pitchFamily="18" charset="0"/>
              </a:rPr>
              <a:t>T=</a:t>
            </a:r>
            <a:r>
              <a:rPr lang="zh-CN" altLang="en-US" sz="2000" b="1" dirty="0">
                <a:latin typeface="Times New Roman" pitchFamily="18" charset="0"/>
                <a:ea typeface="宋体" pitchFamily="2" charset="-122"/>
                <a:cs typeface="Times New Roman" pitchFamily="18" charset="0"/>
              </a:rPr>
              <a:t>（施工过程数</a:t>
            </a:r>
            <a:r>
              <a:rPr lang="en-US" altLang="zh-CN" sz="2000" b="1" dirty="0">
                <a:latin typeface="Times New Roman" pitchFamily="18" charset="0"/>
                <a:ea typeface="宋体" pitchFamily="2" charset="-122"/>
                <a:cs typeface="Times New Roman" pitchFamily="18" charset="0"/>
              </a:rPr>
              <a:t>n+</a:t>
            </a:r>
            <a:r>
              <a:rPr lang="zh-CN" altLang="en-US" sz="2000" b="1" dirty="0">
                <a:latin typeface="Times New Roman" pitchFamily="18" charset="0"/>
                <a:ea typeface="宋体" pitchFamily="2" charset="-122"/>
                <a:cs typeface="Times New Roman" pitchFamily="18" charset="0"/>
              </a:rPr>
              <a:t>施工段数</a:t>
            </a:r>
            <a:r>
              <a:rPr lang="en-US" altLang="zh-CN" sz="2000" b="1" dirty="0">
                <a:latin typeface="Times New Roman" pitchFamily="18" charset="0"/>
                <a:ea typeface="宋体" pitchFamily="2" charset="-122"/>
                <a:cs typeface="Times New Roman" pitchFamily="18" charset="0"/>
              </a:rPr>
              <a:t>m</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a:t>
            </a:r>
            <a:r>
              <a:rPr lang="zh-CN" altLang="en-US" sz="2000" b="1" dirty="0">
                <a:latin typeface="Times New Roman" pitchFamily="18" charset="0"/>
                <a:ea typeface="宋体" pitchFamily="2" charset="-122"/>
                <a:cs typeface="Times New Roman" pitchFamily="18" charset="0"/>
              </a:rPr>
              <a:t>流水节拍</a:t>
            </a:r>
            <a:r>
              <a:rPr lang="en-US" altLang="zh-CN" sz="2000" b="1" dirty="0">
                <a:latin typeface="Times New Roman" pitchFamily="18" charset="0"/>
                <a:ea typeface="宋体" pitchFamily="2" charset="-122"/>
                <a:cs typeface="Times New Roman" pitchFamily="18" charset="0"/>
              </a:rPr>
              <a:t>+</a:t>
            </a:r>
            <a:r>
              <a:rPr lang="zh-CN" altLang="en-US" sz="2000" b="1" dirty="0">
                <a:latin typeface="Times New Roman" pitchFamily="18" charset="0"/>
                <a:ea typeface="宋体" pitchFamily="2" charset="-122"/>
                <a:cs typeface="Times New Roman" pitchFamily="18" charset="0"/>
              </a:rPr>
              <a:t>技术间歇时间</a:t>
            </a:r>
            <a:r>
              <a:rPr lang="en-US" altLang="zh-CN" sz="2000" b="1" dirty="0">
                <a:latin typeface="Times New Roman" pitchFamily="18" charset="0"/>
                <a:ea typeface="宋体" pitchFamily="2" charset="-122"/>
                <a:cs typeface="Times New Roman" pitchFamily="18" charset="0"/>
              </a:rPr>
              <a:t>J+</a:t>
            </a:r>
            <a:r>
              <a:rPr lang="zh-CN" altLang="en-US" sz="2000" b="1" dirty="0">
                <a:latin typeface="Times New Roman" pitchFamily="18" charset="0"/>
                <a:ea typeface="宋体" pitchFamily="2" charset="-122"/>
                <a:cs typeface="Times New Roman" pitchFamily="18" charset="0"/>
              </a:rPr>
              <a:t>组织间歇时间</a:t>
            </a:r>
            <a:r>
              <a:rPr lang="en-US" altLang="zh-CN" sz="2000" b="1" dirty="0">
                <a:latin typeface="Times New Roman" pitchFamily="18" charset="0"/>
                <a:ea typeface="宋体" pitchFamily="2" charset="-122"/>
                <a:cs typeface="Times New Roman" pitchFamily="18" charset="0"/>
              </a:rPr>
              <a:t>Z</a:t>
            </a:r>
            <a:r>
              <a:rPr lang="zh-CN" altLang="en-US" sz="2000" b="1" dirty="0">
                <a:latin typeface="Times New Roman" pitchFamily="18" charset="0"/>
                <a:ea typeface="宋体" pitchFamily="2" charset="-122"/>
                <a:cs typeface="Times New Roman" pitchFamily="18" charset="0"/>
              </a:rPr>
              <a:t>－组织搭接时间</a:t>
            </a:r>
            <a:r>
              <a:rPr lang="en-US" altLang="zh-CN" sz="2000" b="1" dirty="0">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4+3</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×4=24d</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342154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267494"/>
            <a:ext cx="8928992" cy="553998"/>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）绘制流水施工进度表：</a:t>
            </a:r>
          </a:p>
        </p:txBody>
      </p:sp>
      <p:graphicFrame>
        <p:nvGraphicFramePr>
          <p:cNvPr id="6" name="表格 5"/>
          <p:cNvGraphicFramePr>
            <a:graphicFrameLocks noGrp="1"/>
          </p:cNvGraphicFramePr>
          <p:nvPr>
            <p:extLst>
              <p:ext uri="{D42A27DB-BD31-4B8C-83A1-F6EECF244321}">
                <p14:modId xmlns:p14="http://schemas.microsoft.com/office/powerpoint/2010/main" val="2284736701"/>
              </p:ext>
            </p:extLst>
          </p:nvPr>
        </p:nvGraphicFramePr>
        <p:xfrm>
          <a:off x="1043609" y="886102"/>
          <a:ext cx="7848870" cy="3096348"/>
        </p:xfrm>
        <a:graphic>
          <a:graphicData uri="http://schemas.openxmlformats.org/drawingml/2006/table">
            <a:tbl>
              <a:tblPr firstRow="1" firstCol="1" bandRow="1">
                <a:tableStyleId>{5940675A-B579-460E-94D1-54222C63F5DA}</a:tableStyleId>
              </a:tblPr>
              <a:tblGrid>
                <a:gridCol w="660288">
                  <a:extLst>
                    <a:ext uri="{9D8B030D-6E8A-4147-A177-3AD203B41FA5}">
                      <a16:colId xmlns:a16="http://schemas.microsoft.com/office/drawing/2014/main" val="20000"/>
                    </a:ext>
                  </a:extLst>
                </a:gridCol>
                <a:gridCol w="598588">
                  <a:extLst>
                    <a:ext uri="{9D8B030D-6E8A-4147-A177-3AD203B41FA5}">
                      <a16:colId xmlns:a16="http://schemas.microsoft.com/office/drawing/2014/main" val="20001"/>
                    </a:ext>
                  </a:extLst>
                </a:gridCol>
                <a:gridCol w="598588">
                  <a:extLst>
                    <a:ext uri="{9D8B030D-6E8A-4147-A177-3AD203B41FA5}">
                      <a16:colId xmlns:a16="http://schemas.microsoft.com/office/drawing/2014/main" val="20002"/>
                    </a:ext>
                  </a:extLst>
                </a:gridCol>
                <a:gridCol w="598588">
                  <a:extLst>
                    <a:ext uri="{9D8B030D-6E8A-4147-A177-3AD203B41FA5}">
                      <a16:colId xmlns:a16="http://schemas.microsoft.com/office/drawing/2014/main" val="20003"/>
                    </a:ext>
                  </a:extLst>
                </a:gridCol>
                <a:gridCol w="598588">
                  <a:extLst>
                    <a:ext uri="{9D8B030D-6E8A-4147-A177-3AD203B41FA5}">
                      <a16:colId xmlns:a16="http://schemas.microsoft.com/office/drawing/2014/main" val="20004"/>
                    </a:ext>
                  </a:extLst>
                </a:gridCol>
                <a:gridCol w="598588">
                  <a:extLst>
                    <a:ext uri="{9D8B030D-6E8A-4147-A177-3AD203B41FA5}">
                      <a16:colId xmlns:a16="http://schemas.microsoft.com/office/drawing/2014/main" val="20005"/>
                    </a:ext>
                  </a:extLst>
                </a:gridCol>
                <a:gridCol w="598588">
                  <a:extLst>
                    <a:ext uri="{9D8B030D-6E8A-4147-A177-3AD203B41FA5}">
                      <a16:colId xmlns:a16="http://schemas.microsoft.com/office/drawing/2014/main" val="20006"/>
                    </a:ext>
                  </a:extLst>
                </a:gridCol>
                <a:gridCol w="599509">
                  <a:extLst>
                    <a:ext uri="{9D8B030D-6E8A-4147-A177-3AD203B41FA5}">
                      <a16:colId xmlns:a16="http://schemas.microsoft.com/office/drawing/2014/main" val="20007"/>
                    </a:ext>
                  </a:extLst>
                </a:gridCol>
                <a:gridCol w="599509">
                  <a:extLst>
                    <a:ext uri="{9D8B030D-6E8A-4147-A177-3AD203B41FA5}">
                      <a16:colId xmlns:a16="http://schemas.microsoft.com/office/drawing/2014/main" val="20008"/>
                    </a:ext>
                  </a:extLst>
                </a:gridCol>
                <a:gridCol w="599509">
                  <a:extLst>
                    <a:ext uri="{9D8B030D-6E8A-4147-A177-3AD203B41FA5}">
                      <a16:colId xmlns:a16="http://schemas.microsoft.com/office/drawing/2014/main" val="20009"/>
                    </a:ext>
                  </a:extLst>
                </a:gridCol>
                <a:gridCol w="599509">
                  <a:extLst>
                    <a:ext uri="{9D8B030D-6E8A-4147-A177-3AD203B41FA5}">
                      <a16:colId xmlns:a16="http://schemas.microsoft.com/office/drawing/2014/main" val="20010"/>
                    </a:ext>
                  </a:extLst>
                </a:gridCol>
                <a:gridCol w="599509">
                  <a:extLst>
                    <a:ext uri="{9D8B030D-6E8A-4147-A177-3AD203B41FA5}">
                      <a16:colId xmlns:a16="http://schemas.microsoft.com/office/drawing/2014/main" val="20011"/>
                    </a:ext>
                  </a:extLst>
                </a:gridCol>
                <a:gridCol w="599509">
                  <a:extLst>
                    <a:ext uri="{9D8B030D-6E8A-4147-A177-3AD203B41FA5}">
                      <a16:colId xmlns:a16="http://schemas.microsoft.com/office/drawing/2014/main" val="20012"/>
                    </a:ext>
                  </a:extLst>
                </a:gridCol>
              </a:tblGrid>
              <a:tr h="516058">
                <a:tc rowSpan="2">
                  <a:txBody>
                    <a:bodyPr/>
                    <a:lstStyle/>
                    <a:p>
                      <a:pPr algn="ctr">
                        <a:spcAft>
                          <a:spcPts val="0"/>
                        </a:spcAft>
                      </a:pPr>
                      <a:r>
                        <a:rPr lang="zh-CN" sz="2000" b="1" kern="100" dirty="0">
                          <a:effectLst/>
                          <a:latin typeface="Times New Roman" pitchFamily="18" charset="0"/>
                          <a:ea typeface="宋体" pitchFamily="2" charset="-122"/>
                          <a:cs typeface="Times New Roman" pitchFamily="18" charset="0"/>
                        </a:rPr>
                        <a:t>施工</a:t>
                      </a:r>
                    </a:p>
                    <a:p>
                      <a:pPr algn="ctr">
                        <a:spcAft>
                          <a:spcPts val="0"/>
                        </a:spcAft>
                      </a:pPr>
                      <a:r>
                        <a:rPr lang="zh-CN" sz="2000" b="1" kern="100" dirty="0">
                          <a:effectLst/>
                          <a:latin typeface="Times New Roman" pitchFamily="18" charset="0"/>
                          <a:ea typeface="宋体" pitchFamily="2" charset="-122"/>
                          <a:cs typeface="Times New Roman" pitchFamily="18" charset="0"/>
                        </a:rPr>
                        <a:t>过程</a:t>
                      </a:r>
                    </a:p>
                  </a:txBody>
                  <a:tcPr marL="68580" marR="68580" marT="0" marB="0" anchor="ctr"/>
                </a:tc>
                <a:tc gridSpan="12">
                  <a:txBody>
                    <a:bodyPr/>
                    <a:lstStyle/>
                    <a:p>
                      <a:pPr algn="ctr">
                        <a:spcAft>
                          <a:spcPts val="0"/>
                        </a:spcAft>
                      </a:pPr>
                      <a:r>
                        <a:rPr lang="zh-CN" sz="2000" b="1" kern="100">
                          <a:effectLst/>
                          <a:latin typeface="Times New Roman" pitchFamily="18" charset="0"/>
                          <a:ea typeface="宋体" pitchFamily="2" charset="-122"/>
                          <a:cs typeface="Times New Roman" pitchFamily="18" charset="0"/>
                        </a:rPr>
                        <a:t>施工进度（天）</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16058">
                <a:tc vMerge="1">
                  <a:txBody>
                    <a:bodyPr/>
                    <a:lstStyle/>
                    <a:p>
                      <a:endParaRPr lang="zh-CN" altLang="en-US"/>
                    </a:p>
                  </a:txBody>
                  <a:tcP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2</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4</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6</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8</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10</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12</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14</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16</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18</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20</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22</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24</a:t>
                      </a:r>
                      <a:endParaRPr lang="zh-CN" sz="20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1"/>
                  </a:ext>
                </a:extLst>
              </a:tr>
              <a:tr h="516058">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A</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516058">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B</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3"/>
                  </a:ext>
                </a:extLst>
              </a:tr>
              <a:tr h="516058">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C</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4"/>
                  </a:ext>
                </a:extLst>
              </a:tr>
              <a:tr h="516058">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D</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a:effectLst/>
                          <a:latin typeface="Times New Roman" pitchFamily="18" charset="0"/>
                          <a:ea typeface="宋体" pitchFamily="2" charset="-122"/>
                          <a:cs typeface="Times New Roman" pitchFamily="18" charset="0"/>
                        </a:rPr>
                        <a:t> </a:t>
                      </a:r>
                      <a:endParaRPr lang="zh-CN" sz="20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2000" b="1" kern="100" dirty="0">
                          <a:effectLst/>
                          <a:latin typeface="Times New Roman" pitchFamily="18" charset="0"/>
                          <a:ea typeface="宋体" pitchFamily="2" charset="-122"/>
                          <a:cs typeface="Times New Roman" pitchFamily="18" charset="0"/>
                        </a:rPr>
                        <a:t> </a:t>
                      </a:r>
                      <a:endParaRPr lang="zh-CN" sz="2000" b="1" kern="100" dirty="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p:cxnSp>
        <p:nvCxnSpPr>
          <p:cNvPr id="8" name="直接连接符 7"/>
          <p:cNvCxnSpPr/>
          <p:nvPr/>
        </p:nvCxnSpPr>
        <p:spPr>
          <a:xfrm>
            <a:off x="1691680" y="2182248"/>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979712" y="1809838"/>
            <a:ext cx="360040" cy="372410"/>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①</a:t>
            </a:r>
          </a:p>
        </p:txBody>
      </p:sp>
      <p:cxnSp>
        <p:nvCxnSpPr>
          <p:cNvPr id="10" name="直接连接符 9"/>
          <p:cNvCxnSpPr/>
          <p:nvPr/>
        </p:nvCxnSpPr>
        <p:spPr>
          <a:xfrm>
            <a:off x="2915816" y="2110240"/>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491880" y="1737830"/>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②</a:t>
            </a:r>
          </a:p>
        </p:txBody>
      </p:sp>
      <p:cxnSp>
        <p:nvCxnSpPr>
          <p:cNvPr id="12" name="直接连接符 11"/>
          <p:cNvCxnSpPr/>
          <p:nvPr/>
        </p:nvCxnSpPr>
        <p:spPr>
          <a:xfrm>
            <a:off x="4067944" y="2182248"/>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355976" y="1809838"/>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③</a:t>
            </a:r>
          </a:p>
        </p:txBody>
      </p:sp>
      <p:cxnSp>
        <p:nvCxnSpPr>
          <p:cNvPr id="14" name="直接连接符 13"/>
          <p:cNvCxnSpPr/>
          <p:nvPr/>
        </p:nvCxnSpPr>
        <p:spPr>
          <a:xfrm>
            <a:off x="2915816" y="2758312"/>
            <a:ext cx="11881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203848" y="2385902"/>
            <a:ext cx="360040" cy="372410"/>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①</a:t>
            </a:r>
          </a:p>
        </p:txBody>
      </p:sp>
      <p:cxnSp>
        <p:nvCxnSpPr>
          <p:cNvPr id="16" name="直接连接符 15"/>
          <p:cNvCxnSpPr/>
          <p:nvPr/>
        </p:nvCxnSpPr>
        <p:spPr>
          <a:xfrm>
            <a:off x="4103948" y="2686304"/>
            <a:ext cx="11881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16016" y="2313894"/>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②</a:t>
            </a:r>
          </a:p>
        </p:txBody>
      </p:sp>
      <p:cxnSp>
        <p:nvCxnSpPr>
          <p:cNvPr id="18" name="直接连接符 17"/>
          <p:cNvCxnSpPr/>
          <p:nvPr/>
        </p:nvCxnSpPr>
        <p:spPr>
          <a:xfrm>
            <a:off x="5292080" y="2758312"/>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580112" y="2385902"/>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③</a:t>
            </a:r>
          </a:p>
        </p:txBody>
      </p:sp>
      <p:cxnSp>
        <p:nvCxnSpPr>
          <p:cNvPr id="20" name="直接连接符 19"/>
          <p:cNvCxnSpPr/>
          <p:nvPr/>
        </p:nvCxnSpPr>
        <p:spPr>
          <a:xfrm>
            <a:off x="4067944" y="3262368"/>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55976" y="2889958"/>
            <a:ext cx="360040" cy="372410"/>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①</a:t>
            </a:r>
          </a:p>
        </p:txBody>
      </p:sp>
      <p:cxnSp>
        <p:nvCxnSpPr>
          <p:cNvPr id="22" name="直接连接符 21"/>
          <p:cNvCxnSpPr/>
          <p:nvPr/>
        </p:nvCxnSpPr>
        <p:spPr>
          <a:xfrm>
            <a:off x="5292080" y="3190360"/>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868144" y="2817950"/>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②</a:t>
            </a:r>
          </a:p>
        </p:txBody>
      </p:sp>
      <p:cxnSp>
        <p:nvCxnSpPr>
          <p:cNvPr id="24" name="直接连接符 23"/>
          <p:cNvCxnSpPr/>
          <p:nvPr/>
        </p:nvCxnSpPr>
        <p:spPr>
          <a:xfrm>
            <a:off x="6444208" y="3262368"/>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732240" y="2889958"/>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③</a:t>
            </a:r>
          </a:p>
        </p:txBody>
      </p:sp>
      <p:cxnSp>
        <p:nvCxnSpPr>
          <p:cNvPr id="26" name="直接连接符 25"/>
          <p:cNvCxnSpPr/>
          <p:nvPr/>
        </p:nvCxnSpPr>
        <p:spPr>
          <a:xfrm>
            <a:off x="5292080" y="3766424"/>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580112" y="3394014"/>
            <a:ext cx="360040" cy="372410"/>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①</a:t>
            </a:r>
          </a:p>
        </p:txBody>
      </p:sp>
      <p:cxnSp>
        <p:nvCxnSpPr>
          <p:cNvPr id="28" name="直接连接符 27"/>
          <p:cNvCxnSpPr/>
          <p:nvPr/>
        </p:nvCxnSpPr>
        <p:spPr>
          <a:xfrm>
            <a:off x="6516216" y="3694416"/>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092280" y="3322006"/>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②</a:t>
            </a:r>
          </a:p>
        </p:txBody>
      </p:sp>
      <p:cxnSp>
        <p:nvCxnSpPr>
          <p:cNvPr id="30" name="直接连接符 29"/>
          <p:cNvCxnSpPr/>
          <p:nvPr/>
        </p:nvCxnSpPr>
        <p:spPr>
          <a:xfrm>
            <a:off x="7668344" y="3766424"/>
            <a:ext cx="12241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7956376" y="3394014"/>
            <a:ext cx="360040" cy="344518"/>
          </a:xfrm>
          <a:prstGeom prst="rect">
            <a:avLst/>
          </a:prstGeom>
          <a:noFill/>
        </p:spPr>
        <p:txBody>
          <a:bodyPr wrap="square" rtlCol="0">
            <a:spAutoFit/>
          </a:bodyPr>
          <a:lstStyle/>
          <a:p>
            <a:pPr>
              <a:lnSpc>
                <a:spcPct val="130000"/>
              </a:lnSpc>
            </a:pPr>
            <a:r>
              <a:rPr lang="zh-CN" altLang="en-US" sz="1400" dirty="0">
                <a:latin typeface="Times New Roman" pitchFamily="18" charset="0"/>
                <a:ea typeface="微软雅黑" panose="020B0503020204020204" pitchFamily="34" charset="-122"/>
                <a:cs typeface="Times New Roman" pitchFamily="18" charset="0"/>
              </a:rPr>
              <a:t>③</a:t>
            </a:r>
          </a:p>
        </p:txBody>
      </p:sp>
      <p:cxnSp>
        <p:nvCxnSpPr>
          <p:cNvPr id="5" name="直接箭头连接符 4"/>
          <p:cNvCxnSpPr/>
          <p:nvPr/>
        </p:nvCxnSpPr>
        <p:spPr>
          <a:xfrm>
            <a:off x="1691680" y="2572107"/>
            <a:ext cx="1224136"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149771" y="2572107"/>
            <a:ext cx="306034" cy="344518"/>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K</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32" name="直接箭头连接符 31"/>
          <p:cNvCxnSpPr/>
          <p:nvPr/>
        </p:nvCxnSpPr>
        <p:spPr>
          <a:xfrm>
            <a:off x="2879812" y="3081817"/>
            <a:ext cx="1224136"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337903" y="3081817"/>
            <a:ext cx="306034" cy="344518"/>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K</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34" name="直接箭头连接符 33"/>
          <p:cNvCxnSpPr/>
          <p:nvPr/>
        </p:nvCxnSpPr>
        <p:spPr>
          <a:xfrm>
            <a:off x="4067944" y="3583888"/>
            <a:ext cx="1224136"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526035" y="3583888"/>
            <a:ext cx="306034" cy="344518"/>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K</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36" name="直接箭头连接符 35"/>
          <p:cNvCxnSpPr/>
          <p:nvPr/>
        </p:nvCxnSpPr>
        <p:spPr>
          <a:xfrm>
            <a:off x="1690103" y="4126464"/>
            <a:ext cx="3601977"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748029" y="4126464"/>
            <a:ext cx="1631718" cy="344518"/>
          </a:xfrm>
          <a:prstGeom prst="rect">
            <a:avLst/>
          </a:prstGeom>
          <a:noFill/>
        </p:spPr>
        <p:txBody>
          <a:bodyPr wrap="square" rtlCol="0">
            <a:spAutoFit/>
          </a:bodyPr>
          <a:lstStyle/>
          <a:p>
            <a:pPr>
              <a:lnSpc>
                <a:spcPct val="130000"/>
              </a:lnSpc>
            </a:pP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K=4+4+4=12</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40" name="直接连接符 39"/>
          <p:cNvCxnSpPr/>
          <p:nvPr/>
        </p:nvCxnSpPr>
        <p:spPr>
          <a:xfrm>
            <a:off x="1690103" y="3928406"/>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5292080" y="3982448"/>
            <a:ext cx="0" cy="4230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5292080" y="4144430"/>
            <a:ext cx="3601977"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350006" y="4144430"/>
            <a:ext cx="1631718" cy="344518"/>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D</a:t>
            </a:r>
            <a:r>
              <a:rPr lang="en-US" altLang="zh-CN" sz="1400" b="1" baseline="-25000" dirty="0">
                <a:latin typeface="Times New Roman" pitchFamily="18" charset="0"/>
                <a:ea typeface="微软雅黑" panose="020B0503020204020204" pitchFamily="34" charset="-122"/>
                <a:cs typeface="Times New Roman" pitchFamily="18" charset="0"/>
              </a:rPr>
              <a:t>h</a:t>
            </a:r>
            <a:r>
              <a:rPr lang="en-US" altLang="zh-CN" sz="1400" b="1" dirty="0">
                <a:latin typeface="Times New Roman" pitchFamily="18" charset="0"/>
                <a:ea typeface="微软雅黑" panose="020B0503020204020204" pitchFamily="34" charset="-122"/>
                <a:cs typeface="Times New Roman" pitchFamily="18" charset="0"/>
              </a:rPr>
              <a:t>=3×4=12</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49" name="直接连接符 48"/>
          <p:cNvCxnSpPr/>
          <p:nvPr/>
        </p:nvCxnSpPr>
        <p:spPr>
          <a:xfrm>
            <a:off x="5292080" y="3946372"/>
            <a:ext cx="0" cy="4591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894057" y="4000414"/>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1689931" y="4488948"/>
            <a:ext cx="7202549" cy="18968"/>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475346" y="4515295"/>
            <a:ext cx="2112878" cy="372410"/>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T=</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4+3</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1</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×4=24d</a:t>
            </a:r>
            <a:endParaRPr lang="zh-CN" altLang="en-US" sz="1400" b="1" dirty="0">
              <a:latin typeface="Times New Roman" pitchFamily="18" charset="0"/>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anim calcmode="lin" valueType="num">
                                      <p:cBhvr>
                                        <p:cTn id="67" dur="1000" fill="hold"/>
                                        <p:tgtEl>
                                          <p:spTgt spid="16"/>
                                        </p:tgtEl>
                                        <p:attrNameLst>
                                          <p:attrName>ppt_x</p:attrName>
                                        </p:attrNameLst>
                                      </p:cBhvr>
                                      <p:tavLst>
                                        <p:tav tm="0">
                                          <p:val>
                                            <p:strVal val="#ppt_x"/>
                                          </p:val>
                                        </p:tav>
                                        <p:tav tm="100000">
                                          <p:val>
                                            <p:strVal val="#ppt_x"/>
                                          </p:val>
                                        </p:tav>
                                      </p:tavLst>
                                    </p:anim>
                                    <p:anim calcmode="lin" valueType="num">
                                      <p:cBhvr>
                                        <p:cTn id="68" dur="1000" fill="hold"/>
                                        <p:tgtEl>
                                          <p:spTgt spid="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anim calcmode="lin" valueType="num">
                                      <p:cBhvr>
                                        <p:cTn id="72" dur="1000" fill="hold"/>
                                        <p:tgtEl>
                                          <p:spTgt spid="19"/>
                                        </p:tgtEl>
                                        <p:attrNameLst>
                                          <p:attrName>ppt_x</p:attrName>
                                        </p:attrNameLst>
                                      </p:cBhvr>
                                      <p:tavLst>
                                        <p:tav tm="0">
                                          <p:val>
                                            <p:strVal val="#ppt_x"/>
                                          </p:val>
                                        </p:tav>
                                        <p:tav tm="100000">
                                          <p:val>
                                            <p:strVal val="#ppt_x"/>
                                          </p:val>
                                        </p:tav>
                                      </p:tavLst>
                                    </p:anim>
                                    <p:anim calcmode="lin" valueType="num">
                                      <p:cBhvr>
                                        <p:cTn id="73" dur="1000" fill="hold"/>
                                        <p:tgtEl>
                                          <p:spTgt spid="19"/>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1000"/>
                                        <p:tgtEl>
                                          <p:spTgt spid="18"/>
                                        </p:tgtEl>
                                      </p:cBhvr>
                                    </p:animEffect>
                                    <p:anim calcmode="lin" valueType="num">
                                      <p:cBhvr>
                                        <p:cTn id="77" dur="1000" fill="hold"/>
                                        <p:tgtEl>
                                          <p:spTgt spid="18"/>
                                        </p:tgtEl>
                                        <p:attrNameLst>
                                          <p:attrName>ppt_x</p:attrName>
                                        </p:attrNameLst>
                                      </p:cBhvr>
                                      <p:tavLst>
                                        <p:tav tm="0">
                                          <p:val>
                                            <p:strVal val="#ppt_x"/>
                                          </p:val>
                                        </p:tav>
                                        <p:tav tm="100000">
                                          <p:val>
                                            <p:strVal val="#ppt_x"/>
                                          </p:val>
                                        </p:tav>
                                      </p:tavLst>
                                    </p:anim>
                                    <p:anim calcmode="lin" valueType="num">
                                      <p:cBhvr>
                                        <p:cTn id="7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1000"/>
                                        <p:tgtEl>
                                          <p:spTgt spid="21"/>
                                        </p:tgtEl>
                                      </p:cBhvr>
                                    </p:animEffect>
                                    <p:anim calcmode="lin" valueType="num">
                                      <p:cBhvr>
                                        <p:cTn id="84" dur="1000" fill="hold"/>
                                        <p:tgtEl>
                                          <p:spTgt spid="21"/>
                                        </p:tgtEl>
                                        <p:attrNameLst>
                                          <p:attrName>ppt_x</p:attrName>
                                        </p:attrNameLst>
                                      </p:cBhvr>
                                      <p:tavLst>
                                        <p:tav tm="0">
                                          <p:val>
                                            <p:strVal val="#ppt_x"/>
                                          </p:val>
                                        </p:tav>
                                        <p:tav tm="100000">
                                          <p:val>
                                            <p:strVal val="#ppt_x"/>
                                          </p:val>
                                        </p:tav>
                                      </p:tavLst>
                                    </p:anim>
                                    <p:anim calcmode="lin" valueType="num">
                                      <p:cBhvr>
                                        <p:cTn id="85" dur="1000" fill="hold"/>
                                        <p:tgtEl>
                                          <p:spTgt spid="21"/>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1000"/>
                                        <p:tgtEl>
                                          <p:spTgt spid="20"/>
                                        </p:tgtEl>
                                      </p:cBhvr>
                                    </p:animEffect>
                                    <p:anim calcmode="lin" valueType="num">
                                      <p:cBhvr>
                                        <p:cTn id="89" dur="1000" fill="hold"/>
                                        <p:tgtEl>
                                          <p:spTgt spid="20"/>
                                        </p:tgtEl>
                                        <p:attrNameLst>
                                          <p:attrName>ppt_x</p:attrName>
                                        </p:attrNameLst>
                                      </p:cBhvr>
                                      <p:tavLst>
                                        <p:tav tm="0">
                                          <p:val>
                                            <p:strVal val="#ppt_x"/>
                                          </p:val>
                                        </p:tav>
                                        <p:tav tm="100000">
                                          <p:val>
                                            <p:strVal val="#ppt_x"/>
                                          </p:val>
                                        </p:tav>
                                      </p:tavLst>
                                    </p:anim>
                                    <p:anim calcmode="lin" valueType="num">
                                      <p:cBhvr>
                                        <p:cTn id="90" dur="1000" fill="hold"/>
                                        <p:tgtEl>
                                          <p:spTgt spid="20"/>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1000"/>
                                        <p:tgtEl>
                                          <p:spTgt spid="22"/>
                                        </p:tgtEl>
                                      </p:cBhvr>
                                    </p:animEffect>
                                    <p:anim calcmode="lin" valueType="num">
                                      <p:cBhvr>
                                        <p:cTn id="94" dur="1000" fill="hold"/>
                                        <p:tgtEl>
                                          <p:spTgt spid="22"/>
                                        </p:tgtEl>
                                        <p:attrNameLst>
                                          <p:attrName>ppt_x</p:attrName>
                                        </p:attrNameLst>
                                      </p:cBhvr>
                                      <p:tavLst>
                                        <p:tav tm="0">
                                          <p:val>
                                            <p:strVal val="#ppt_x"/>
                                          </p:val>
                                        </p:tav>
                                        <p:tav tm="100000">
                                          <p:val>
                                            <p:strVal val="#ppt_x"/>
                                          </p:val>
                                        </p:tav>
                                      </p:tavLst>
                                    </p:anim>
                                    <p:anim calcmode="lin" valueType="num">
                                      <p:cBhvr>
                                        <p:cTn id="95" dur="1000" fill="hold"/>
                                        <p:tgtEl>
                                          <p:spTgt spid="22"/>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1000"/>
                                        <p:tgtEl>
                                          <p:spTgt spid="23"/>
                                        </p:tgtEl>
                                      </p:cBhvr>
                                    </p:animEffect>
                                    <p:anim calcmode="lin" valueType="num">
                                      <p:cBhvr>
                                        <p:cTn id="99" dur="1000" fill="hold"/>
                                        <p:tgtEl>
                                          <p:spTgt spid="23"/>
                                        </p:tgtEl>
                                        <p:attrNameLst>
                                          <p:attrName>ppt_x</p:attrName>
                                        </p:attrNameLst>
                                      </p:cBhvr>
                                      <p:tavLst>
                                        <p:tav tm="0">
                                          <p:val>
                                            <p:strVal val="#ppt_x"/>
                                          </p:val>
                                        </p:tav>
                                        <p:tav tm="100000">
                                          <p:val>
                                            <p:strVal val="#ppt_x"/>
                                          </p:val>
                                        </p:tav>
                                      </p:tavLst>
                                    </p:anim>
                                    <p:anim calcmode="lin" valueType="num">
                                      <p:cBhvr>
                                        <p:cTn id="100" dur="1000" fill="hold"/>
                                        <p:tgtEl>
                                          <p:spTgt spid="23"/>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1000"/>
                                        <p:tgtEl>
                                          <p:spTgt spid="25"/>
                                        </p:tgtEl>
                                      </p:cBhvr>
                                    </p:animEffect>
                                    <p:anim calcmode="lin" valueType="num">
                                      <p:cBhvr>
                                        <p:cTn id="104" dur="1000" fill="hold"/>
                                        <p:tgtEl>
                                          <p:spTgt spid="25"/>
                                        </p:tgtEl>
                                        <p:attrNameLst>
                                          <p:attrName>ppt_x</p:attrName>
                                        </p:attrNameLst>
                                      </p:cBhvr>
                                      <p:tavLst>
                                        <p:tav tm="0">
                                          <p:val>
                                            <p:strVal val="#ppt_x"/>
                                          </p:val>
                                        </p:tav>
                                        <p:tav tm="100000">
                                          <p:val>
                                            <p:strVal val="#ppt_x"/>
                                          </p:val>
                                        </p:tav>
                                      </p:tavLst>
                                    </p:anim>
                                    <p:anim calcmode="lin" valueType="num">
                                      <p:cBhvr>
                                        <p:cTn id="105" dur="1000" fill="hold"/>
                                        <p:tgtEl>
                                          <p:spTgt spid="25"/>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1000"/>
                                        <p:tgtEl>
                                          <p:spTgt spid="24"/>
                                        </p:tgtEl>
                                      </p:cBhvr>
                                    </p:animEffect>
                                    <p:anim calcmode="lin" valueType="num">
                                      <p:cBhvr>
                                        <p:cTn id="109" dur="1000" fill="hold"/>
                                        <p:tgtEl>
                                          <p:spTgt spid="24"/>
                                        </p:tgtEl>
                                        <p:attrNameLst>
                                          <p:attrName>ppt_x</p:attrName>
                                        </p:attrNameLst>
                                      </p:cBhvr>
                                      <p:tavLst>
                                        <p:tav tm="0">
                                          <p:val>
                                            <p:strVal val="#ppt_x"/>
                                          </p:val>
                                        </p:tav>
                                        <p:tav tm="100000">
                                          <p:val>
                                            <p:strVal val="#ppt_x"/>
                                          </p:val>
                                        </p:tav>
                                      </p:tavLst>
                                    </p:anim>
                                    <p:anim calcmode="lin" valueType="num">
                                      <p:cBhvr>
                                        <p:cTn id="11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1000"/>
                                        <p:tgtEl>
                                          <p:spTgt spid="26"/>
                                        </p:tgtEl>
                                      </p:cBhvr>
                                    </p:animEffect>
                                    <p:anim calcmode="lin" valueType="num">
                                      <p:cBhvr>
                                        <p:cTn id="116" dur="1000" fill="hold"/>
                                        <p:tgtEl>
                                          <p:spTgt spid="26"/>
                                        </p:tgtEl>
                                        <p:attrNameLst>
                                          <p:attrName>ppt_x</p:attrName>
                                        </p:attrNameLst>
                                      </p:cBhvr>
                                      <p:tavLst>
                                        <p:tav tm="0">
                                          <p:val>
                                            <p:strVal val="#ppt_x"/>
                                          </p:val>
                                        </p:tav>
                                        <p:tav tm="100000">
                                          <p:val>
                                            <p:strVal val="#ppt_x"/>
                                          </p:val>
                                        </p:tav>
                                      </p:tavLst>
                                    </p:anim>
                                    <p:anim calcmode="lin" valueType="num">
                                      <p:cBhvr>
                                        <p:cTn id="117" dur="10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1000"/>
                                        <p:tgtEl>
                                          <p:spTgt spid="27"/>
                                        </p:tgtEl>
                                      </p:cBhvr>
                                    </p:animEffect>
                                    <p:anim calcmode="lin" valueType="num">
                                      <p:cBhvr>
                                        <p:cTn id="121" dur="1000" fill="hold"/>
                                        <p:tgtEl>
                                          <p:spTgt spid="27"/>
                                        </p:tgtEl>
                                        <p:attrNameLst>
                                          <p:attrName>ppt_x</p:attrName>
                                        </p:attrNameLst>
                                      </p:cBhvr>
                                      <p:tavLst>
                                        <p:tav tm="0">
                                          <p:val>
                                            <p:strVal val="#ppt_x"/>
                                          </p:val>
                                        </p:tav>
                                        <p:tav tm="100000">
                                          <p:val>
                                            <p:strVal val="#ppt_x"/>
                                          </p:val>
                                        </p:tav>
                                      </p:tavLst>
                                    </p:anim>
                                    <p:anim calcmode="lin" valueType="num">
                                      <p:cBhvr>
                                        <p:cTn id="122" dur="10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1000"/>
                                        <p:tgtEl>
                                          <p:spTgt spid="28"/>
                                        </p:tgtEl>
                                      </p:cBhvr>
                                    </p:animEffect>
                                    <p:anim calcmode="lin" valueType="num">
                                      <p:cBhvr>
                                        <p:cTn id="126" dur="1000" fill="hold"/>
                                        <p:tgtEl>
                                          <p:spTgt spid="28"/>
                                        </p:tgtEl>
                                        <p:attrNameLst>
                                          <p:attrName>ppt_x</p:attrName>
                                        </p:attrNameLst>
                                      </p:cBhvr>
                                      <p:tavLst>
                                        <p:tav tm="0">
                                          <p:val>
                                            <p:strVal val="#ppt_x"/>
                                          </p:val>
                                        </p:tav>
                                        <p:tav tm="100000">
                                          <p:val>
                                            <p:strVal val="#ppt_x"/>
                                          </p:val>
                                        </p:tav>
                                      </p:tavLst>
                                    </p:anim>
                                    <p:anim calcmode="lin" valueType="num">
                                      <p:cBhvr>
                                        <p:cTn id="127" dur="10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1000"/>
                                        <p:tgtEl>
                                          <p:spTgt spid="30"/>
                                        </p:tgtEl>
                                      </p:cBhvr>
                                    </p:animEffect>
                                    <p:anim calcmode="lin" valueType="num">
                                      <p:cBhvr>
                                        <p:cTn id="131" dur="1000" fill="hold"/>
                                        <p:tgtEl>
                                          <p:spTgt spid="30"/>
                                        </p:tgtEl>
                                        <p:attrNameLst>
                                          <p:attrName>ppt_x</p:attrName>
                                        </p:attrNameLst>
                                      </p:cBhvr>
                                      <p:tavLst>
                                        <p:tav tm="0">
                                          <p:val>
                                            <p:strVal val="#ppt_x"/>
                                          </p:val>
                                        </p:tav>
                                        <p:tav tm="100000">
                                          <p:val>
                                            <p:strVal val="#ppt_x"/>
                                          </p:val>
                                        </p:tav>
                                      </p:tavLst>
                                    </p:anim>
                                    <p:anim calcmode="lin" valueType="num">
                                      <p:cBhvr>
                                        <p:cTn id="132" dur="1000" fill="hold"/>
                                        <p:tgtEl>
                                          <p:spTgt spid="30"/>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1000"/>
                                        <p:tgtEl>
                                          <p:spTgt spid="31"/>
                                        </p:tgtEl>
                                      </p:cBhvr>
                                    </p:animEffect>
                                    <p:anim calcmode="lin" valueType="num">
                                      <p:cBhvr>
                                        <p:cTn id="136" dur="1000" fill="hold"/>
                                        <p:tgtEl>
                                          <p:spTgt spid="31"/>
                                        </p:tgtEl>
                                        <p:attrNameLst>
                                          <p:attrName>ppt_x</p:attrName>
                                        </p:attrNameLst>
                                      </p:cBhvr>
                                      <p:tavLst>
                                        <p:tav tm="0">
                                          <p:val>
                                            <p:strVal val="#ppt_x"/>
                                          </p:val>
                                        </p:tav>
                                        <p:tav tm="100000">
                                          <p:val>
                                            <p:strVal val="#ppt_x"/>
                                          </p:val>
                                        </p:tav>
                                      </p:tavLst>
                                    </p:anim>
                                    <p:anim calcmode="lin" valueType="num">
                                      <p:cBhvr>
                                        <p:cTn id="137" dur="1000" fill="hold"/>
                                        <p:tgtEl>
                                          <p:spTgt spid="31"/>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29"/>
                                        </p:tgtEl>
                                        <p:attrNameLst>
                                          <p:attrName>style.visibility</p:attrName>
                                        </p:attrNameLst>
                                      </p:cBhvr>
                                      <p:to>
                                        <p:strVal val="visible"/>
                                      </p:to>
                                    </p:set>
                                    <p:animEffect transition="in" filter="fade">
                                      <p:cBhvr>
                                        <p:cTn id="140" dur="1000"/>
                                        <p:tgtEl>
                                          <p:spTgt spid="29"/>
                                        </p:tgtEl>
                                      </p:cBhvr>
                                    </p:animEffect>
                                    <p:anim calcmode="lin" valueType="num">
                                      <p:cBhvr>
                                        <p:cTn id="141" dur="1000" fill="hold"/>
                                        <p:tgtEl>
                                          <p:spTgt spid="29"/>
                                        </p:tgtEl>
                                        <p:attrNameLst>
                                          <p:attrName>ppt_x</p:attrName>
                                        </p:attrNameLst>
                                      </p:cBhvr>
                                      <p:tavLst>
                                        <p:tav tm="0">
                                          <p:val>
                                            <p:strVal val="#ppt_x"/>
                                          </p:val>
                                        </p:tav>
                                        <p:tav tm="100000">
                                          <p:val>
                                            <p:strVal val="#ppt_x"/>
                                          </p:val>
                                        </p:tav>
                                      </p:tavLst>
                                    </p:anim>
                                    <p:anim calcmode="lin" valueType="num">
                                      <p:cBhvr>
                                        <p:cTn id="14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5"/>
                                        </p:tgtEl>
                                        <p:attrNameLst>
                                          <p:attrName>style.visibility</p:attrName>
                                        </p:attrNameLst>
                                      </p:cBhvr>
                                      <p:to>
                                        <p:strVal val="visible"/>
                                      </p:to>
                                    </p:set>
                                    <p:animEffect transition="in" filter="fade">
                                      <p:cBhvr>
                                        <p:cTn id="147" dur="1000"/>
                                        <p:tgtEl>
                                          <p:spTgt spid="5"/>
                                        </p:tgtEl>
                                      </p:cBhvr>
                                    </p:animEffect>
                                    <p:anim calcmode="lin" valueType="num">
                                      <p:cBhvr>
                                        <p:cTn id="148" dur="1000" fill="hold"/>
                                        <p:tgtEl>
                                          <p:spTgt spid="5"/>
                                        </p:tgtEl>
                                        <p:attrNameLst>
                                          <p:attrName>ppt_x</p:attrName>
                                        </p:attrNameLst>
                                      </p:cBhvr>
                                      <p:tavLst>
                                        <p:tav tm="0">
                                          <p:val>
                                            <p:strVal val="#ppt_x"/>
                                          </p:val>
                                        </p:tav>
                                        <p:tav tm="100000">
                                          <p:val>
                                            <p:strVal val="#ppt_x"/>
                                          </p:val>
                                        </p:tav>
                                      </p:tavLst>
                                    </p:anim>
                                    <p:anim calcmode="lin" valueType="num">
                                      <p:cBhvr>
                                        <p:cTn id="149" dur="1000" fill="hold"/>
                                        <p:tgtEl>
                                          <p:spTgt spid="5"/>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7"/>
                                        </p:tgtEl>
                                        <p:attrNameLst>
                                          <p:attrName>style.visibility</p:attrName>
                                        </p:attrNameLst>
                                      </p:cBhvr>
                                      <p:to>
                                        <p:strVal val="visible"/>
                                      </p:to>
                                    </p:set>
                                    <p:animEffect transition="in" filter="fade">
                                      <p:cBhvr>
                                        <p:cTn id="152" dur="1000"/>
                                        <p:tgtEl>
                                          <p:spTgt spid="7"/>
                                        </p:tgtEl>
                                      </p:cBhvr>
                                    </p:animEffect>
                                    <p:anim calcmode="lin" valueType="num">
                                      <p:cBhvr>
                                        <p:cTn id="153" dur="1000" fill="hold"/>
                                        <p:tgtEl>
                                          <p:spTgt spid="7"/>
                                        </p:tgtEl>
                                        <p:attrNameLst>
                                          <p:attrName>ppt_x</p:attrName>
                                        </p:attrNameLst>
                                      </p:cBhvr>
                                      <p:tavLst>
                                        <p:tav tm="0">
                                          <p:val>
                                            <p:strVal val="#ppt_x"/>
                                          </p:val>
                                        </p:tav>
                                        <p:tav tm="100000">
                                          <p:val>
                                            <p:strVal val="#ppt_x"/>
                                          </p:val>
                                        </p:tav>
                                      </p:tavLst>
                                    </p:anim>
                                    <p:anim calcmode="lin" valueType="num">
                                      <p:cBhvr>
                                        <p:cTn id="154" dur="1000" fill="hold"/>
                                        <p:tgtEl>
                                          <p:spTgt spid="7"/>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1000"/>
                                        <p:tgtEl>
                                          <p:spTgt spid="33"/>
                                        </p:tgtEl>
                                      </p:cBhvr>
                                    </p:animEffect>
                                    <p:anim calcmode="lin" valueType="num">
                                      <p:cBhvr>
                                        <p:cTn id="158" dur="1000" fill="hold"/>
                                        <p:tgtEl>
                                          <p:spTgt spid="33"/>
                                        </p:tgtEl>
                                        <p:attrNameLst>
                                          <p:attrName>ppt_x</p:attrName>
                                        </p:attrNameLst>
                                      </p:cBhvr>
                                      <p:tavLst>
                                        <p:tav tm="0">
                                          <p:val>
                                            <p:strVal val="#ppt_x"/>
                                          </p:val>
                                        </p:tav>
                                        <p:tav tm="100000">
                                          <p:val>
                                            <p:strVal val="#ppt_x"/>
                                          </p:val>
                                        </p:tav>
                                      </p:tavLst>
                                    </p:anim>
                                    <p:anim calcmode="lin" valueType="num">
                                      <p:cBhvr>
                                        <p:cTn id="159" dur="10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61" dur="1" fill="hold">
                                          <p:stCondLst>
                                            <p:cond delay="0"/>
                                          </p:stCondLst>
                                        </p:cTn>
                                        <p:tgtEl>
                                          <p:spTgt spid="32"/>
                                        </p:tgtEl>
                                        <p:attrNameLst>
                                          <p:attrName>style.visibility</p:attrName>
                                        </p:attrNameLst>
                                      </p:cBhvr>
                                      <p:to>
                                        <p:strVal val="visible"/>
                                      </p:to>
                                    </p:set>
                                    <p:animEffect transition="in" filter="fade">
                                      <p:cBhvr>
                                        <p:cTn id="162" dur="1000"/>
                                        <p:tgtEl>
                                          <p:spTgt spid="32"/>
                                        </p:tgtEl>
                                      </p:cBhvr>
                                    </p:animEffect>
                                    <p:anim calcmode="lin" valueType="num">
                                      <p:cBhvr>
                                        <p:cTn id="163" dur="1000" fill="hold"/>
                                        <p:tgtEl>
                                          <p:spTgt spid="32"/>
                                        </p:tgtEl>
                                        <p:attrNameLst>
                                          <p:attrName>ppt_x</p:attrName>
                                        </p:attrNameLst>
                                      </p:cBhvr>
                                      <p:tavLst>
                                        <p:tav tm="0">
                                          <p:val>
                                            <p:strVal val="#ppt_x"/>
                                          </p:val>
                                        </p:tav>
                                        <p:tav tm="100000">
                                          <p:val>
                                            <p:strVal val="#ppt_x"/>
                                          </p:val>
                                        </p:tav>
                                      </p:tavLst>
                                    </p:anim>
                                    <p:anim calcmode="lin" valueType="num">
                                      <p:cBhvr>
                                        <p:cTn id="164" dur="1000" fill="hold"/>
                                        <p:tgtEl>
                                          <p:spTgt spid="32"/>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1000"/>
                                        <p:tgtEl>
                                          <p:spTgt spid="34"/>
                                        </p:tgtEl>
                                      </p:cBhvr>
                                    </p:animEffect>
                                    <p:anim calcmode="lin" valueType="num">
                                      <p:cBhvr>
                                        <p:cTn id="168" dur="1000" fill="hold"/>
                                        <p:tgtEl>
                                          <p:spTgt spid="34"/>
                                        </p:tgtEl>
                                        <p:attrNameLst>
                                          <p:attrName>ppt_x</p:attrName>
                                        </p:attrNameLst>
                                      </p:cBhvr>
                                      <p:tavLst>
                                        <p:tav tm="0">
                                          <p:val>
                                            <p:strVal val="#ppt_x"/>
                                          </p:val>
                                        </p:tav>
                                        <p:tav tm="100000">
                                          <p:val>
                                            <p:strVal val="#ppt_x"/>
                                          </p:val>
                                        </p:tav>
                                      </p:tavLst>
                                    </p:anim>
                                    <p:anim calcmode="lin" valueType="num">
                                      <p:cBhvr>
                                        <p:cTn id="169" dur="1000" fill="hold"/>
                                        <p:tgtEl>
                                          <p:spTgt spid="34"/>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1000"/>
                                        <p:tgtEl>
                                          <p:spTgt spid="35"/>
                                        </p:tgtEl>
                                      </p:cBhvr>
                                    </p:animEffect>
                                    <p:anim calcmode="lin" valueType="num">
                                      <p:cBhvr>
                                        <p:cTn id="173" dur="1000" fill="hold"/>
                                        <p:tgtEl>
                                          <p:spTgt spid="35"/>
                                        </p:tgtEl>
                                        <p:attrNameLst>
                                          <p:attrName>ppt_x</p:attrName>
                                        </p:attrNameLst>
                                      </p:cBhvr>
                                      <p:tavLst>
                                        <p:tav tm="0">
                                          <p:val>
                                            <p:strVal val="#ppt_x"/>
                                          </p:val>
                                        </p:tav>
                                        <p:tav tm="100000">
                                          <p:val>
                                            <p:strVal val="#ppt_x"/>
                                          </p:val>
                                        </p:tav>
                                      </p:tavLst>
                                    </p:anim>
                                    <p:anim calcmode="lin" valueType="num">
                                      <p:cBhvr>
                                        <p:cTn id="17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42" presetClass="entr" presetSubtype="0" fill="hold" nodeType="clickEffect">
                                  <p:stCondLst>
                                    <p:cond delay="0"/>
                                  </p:stCondLst>
                                  <p:childTnLst>
                                    <p:set>
                                      <p:cBhvr>
                                        <p:cTn id="178" dur="1" fill="hold">
                                          <p:stCondLst>
                                            <p:cond delay="0"/>
                                          </p:stCondLst>
                                        </p:cTn>
                                        <p:tgtEl>
                                          <p:spTgt spid="36"/>
                                        </p:tgtEl>
                                        <p:attrNameLst>
                                          <p:attrName>style.visibility</p:attrName>
                                        </p:attrNameLst>
                                      </p:cBhvr>
                                      <p:to>
                                        <p:strVal val="visible"/>
                                      </p:to>
                                    </p:set>
                                    <p:animEffect transition="in" filter="fade">
                                      <p:cBhvr>
                                        <p:cTn id="179" dur="1000"/>
                                        <p:tgtEl>
                                          <p:spTgt spid="36"/>
                                        </p:tgtEl>
                                      </p:cBhvr>
                                    </p:animEffect>
                                    <p:anim calcmode="lin" valueType="num">
                                      <p:cBhvr>
                                        <p:cTn id="180" dur="1000" fill="hold"/>
                                        <p:tgtEl>
                                          <p:spTgt spid="36"/>
                                        </p:tgtEl>
                                        <p:attrNameLst>
                                          <p:attrName>ppt_x</p:attrName>
                                        </p:attrNameLst>
                                      </p:cBhvr>
                                      <p:tavLst>
                                        <p:tav tm="0">
                                          <p:val>
                                            <p:strVal val="#ppt_x"/>
                                          </p:val>
                                        </p:tav>
                                        <p:tav tm="100000">
                                          <p:val>
                                            <p:strVal val="#ppt_x"/>
                                          </p:val>
                                        </p:tav>
                                      </p:tavLst>
                                    </p:anim>
                                    <p:anim calcmode="lin" valueType="num">
                                      <p:cBhvr>
                                        <p:cTn id="181" dur="1000" fill="hold"/>
                                        <p:tgtEl>
                                          <p:spTgt spid="36"/>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37"/>
                                        </p:tgtEl>
                                        <p:attrNameLst>
                                          <p:attrName>style.visibility</p:attrName>
                                        </p:attrNameLst>
                                      </p:cBhvr>
                                      <p:to>
                                        <p:strVal val="visible"/>
                                      </p:to>
                                    </p:set>
                                    <p:animEffect transition="in" filter="fade">
                                      <p:cBhvr>
                                        <p:cTn id="184" dur="1000"/>
                                        <p:tgtEl>
                                          <p:spTgt spid="37"/>
                                        </p:tgtEl>
                                      </p:cBhvr>
                                    </p:animEffect>
                                    <p:anim calcmode="lin" valueType="num">
                                      <p:cBhvr>
                                        <p:cTn id="185" dur="1000" fill="hold"/>
                                        <p:tgtEl>
                                          <p:spTgt spid="37"/>
                                        </p:tgtEl>
                                        <p:attrNameLst>
                                          <p:attrName>ppt_x</p:attrName>
                                        </p:attrNameLst>
                                      </p:cBhvr>
                                      <p:tavLst>
                                        <p:tav tm="0">
                                          <p:val>
                                            <p:strVal val="#ppt_x"/>
                                          </p:val>
                                        </p:tav>
                                        <p:tav tm="100000">
                                          <p:val>
                                            <p:strVal val="#ppt_x"/>
                                          </p:val>
                                        </p:tav>
                                      </p:tavLst>
                                    </p:anim>
                                    <p:anim calcmode="lin" valueType="num">
                                      <p:cBhvr>
                                        <p:cTn id="186" dur="1000" fill="hold"/>
                                        <p:tgtEl>
                                          <p:spTgt spid="37"/>
                                        </p:tgtEl>
                                        <p:attrNameLst>
                                          <p:attrName>ppt_y</p:attrName>
                                        </p:attrNameLst>
                                      </p:cBhvr>
                                      <p:tavLst>
                                        <p:tav tm="0">
                                          <p:val>
                                            <p:strVal val="#ppt_y+.1"/>
                                          </p:val>
                                        </p:tav>
                                        <p:tav tm="100000">
                                          <p:val>
                                            <p:strVal val="#ppt_y"/>
                                          </p:val>
                                        </p:tav>
                                      </p:tavLst>
                                    </p:anim>
                                  </p:childTnLst>
                                </p:cTn>
                              </p:par>
                              <p:par>
                                <p:cTn id="187" presetID="42" presetClass="entr" presetSubtype="0" fill="hold" nodeType="withEffect">
                                  <p:stCondLst>
                                    <p:cond delay="0"/>
                                  </p:stCondLst>
                                  <p:childTnLst>
                                    <p:set>
                                      <p:cBhvr>
                                        <p:cTn id="188" dur="1" fill="hold">
                                          <p:stCondLst>
                                            <p:cond delay="0"/>
                                          </p:stCondLst>
                                        </p:cTn>
                                        <p:tgtEl>
                                          <p:spTgt spid="47"/>
                                        </p:tgtEl>
                                        <p:attrNameLst>
                                          <p:attrName>style.visibility</p:attrName>
                                        </p:attrNameLst>
                                      </p:cBhvr>
                                      <p:to>
                                        <p:strVal val="visible"/>
                                      </p:to>
                                    </p:set>
                                    <p:animEffect transition="in" filter="fade">
                                      <p:cBhvr>
                                        <p:cTn id="189" dur="1000"/>
                                        <p:tgtEl>
                                          <p:spTgt spid="47"/>
                                        </p:tgtEl>
                                      </p:cBhvr>
                                    </p:animEffect>
                                    <p:anim calcmode="lin" valueType="num">
                                      <p:cBhvr>
                                        <p:cTn id="190" dur="1000" fill="hold"/>
                                        <p:tgtEl>
                                          <p:spTgt spid="47"/>
                                        </p:tgtEl>
                                        <p:attrNameLst>
                                          <p:attrName>ppt_x</p:attrName>
                                        </p:attrNameLst>
                                      </p:cBhvr>
                                      <p:tavLst>
                                        <p:tav tm="0">
                                          <p:val>
                                            <p:strVal val="#ppt_x"/>
                                          </p:val>
                                        </p:tav>
                                        <p:tav tm="100000">
                                          <p:val>
                                            <p:strVal val="#ppt_x"/>
                                          </p:val>
                                        </p:tav>
                                      </p:tavLst>
                                    </p:anim>
                                    <p:anim calcmode="lin" valueType="num">
                                      <p:cBhvr>
                                        <p:cTn id="191" dur="1000" fill="hold"/>
                                        <p:tgtEl>
                                          <p:spTgt spid="47"/>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8"/>
                                        </p:tgtEl>
                                        <p:attrNameLst>
                                          <p:attrName>style.visibility</p:attrName>
                                        </p:attrNameLst>
                                      </p:cBhvr>
                                      <p:to>
                                        <p:strVal val="visible"/>
                                      </p:to>
                                    </p:set>
                                    <p:animEffect transition="in" filter="fade">
                                      <p:cBhvr>
                                        <p:cTn id="194" dur="1000"/>
                                        <p:tgtEl>
                                          <p:spTgt spid="48"/>
                                        </p:tgtEl>
                                      </p:cBhvr>
                                    </p:animEffect>
                                    <p:anim calcmode="lin" valueType="num">
                                      <p:cBhvr>
                                        <p:cTn id="195" dur="1000" fill="hold"/>
                                        <p:tgtEl>
                                          <p:spTgt spid="48"/>
                                        </p:tgtEl>
                                        <p:attrNameLst>
                                          <p:attrName>ppt_x</p:attrName>
                                        </p:attrNameLst>
                                      </p:cBhvr>
                                      <p:tavLst>
                                        <p:tav tm="0">
                                          <p:val>
                                            <p:strVal val="#ppt_x"/>
                                          </p:val>
                                        </p:tav>
                                        <p:tav tm="100000">
                                          <p:val>
                                            <p:strVal val="#ppt_x"/>
                                          </p:val>
                                        </p:tav>
                                      </p:tavLst>
                                    </p:anim>
                                    <p:anim calcmode="lin" valueType="num">
                                      <p:cBhvr>
                                        <p:cTn id="196" dur="1000" fill="hold"/>
                                        <p:tgtEl>
                                          <p:spTgt spid="48"/>
                                        </p:tgtEl>
                                        <p:attrNameLst>
                                          <p:attrName>ppt_y</p:attrName>
                                        </p:attrNameLst>
                                      </p:cBhvr>
                                      <p:tavLst>
                                        <p:tav tm="0">
                                          <p:val>
                                            <p:strVal val="#ppt_y+.1"/>
                                          </p:val>
                                        </p:tav>
                                        <p:tav tm="100000">
                                          <p:val>
                                            <p:strVal val="#ppt_y"/>
                                          </p:val>
                                        </p:tav>
                                      </p:tavLst>
                                    </p:anim>
                                  </p:childTnLst>
                                </p:cTn>
                              </p:par>
                              <p:par>
                                <p:cTn id="197" presetID="42" presetClass="entr" presetSubtype="0" fill="hold" nodeType="withEffect">
                                  <p:stCondLst>
                                    <p:cond delay="0"/>
                                  </p:stCondLst>
                                  <p:childTnLst>
                                    <p:set>
                                      <p:cBhvr>
                                        <p:cTn id="198" dur="1" fill="hold">
                                          <p:stCondLst>
                                            <p:cond delay="0"/>
                                          </p:stCondLst>
                                        </p:cTn>
                                        <p:tgtEl>
                                          <p:spTgt spid="53"/>
                                        </p:tgtEl>
                                        <p:attrNameLst>
                                          <p:attrName>style.visibility</p:attrName>
                                        </p:attrNameLst>
                                      </p:cBhvr>
                                      <p:to>
                                        <p:strVal val="visible"/>
                                      </p:to>
                                    </p:set>
                                    <p:animEffect transition="in" filter="fade">
                                      <p:cBhvr>
                                        <p:cTn id="199" dur="1000"/>
                                        <p:tgtEl>
                                          <p:spTgt spid="53"/>
                                        </p:tgtEl>
                                      </p:cBhvr>
                                    </p:animEffect>
                                    <p:anim calcmode="lin" valueType="num">
                                      <p:cBhvr>
                                        <p:cTn id="200" dur="1000" fill="hold"/>
                                        <p:tgtEl>
                                          <p:spTgt spid="53"/>
                                        </p:tgtEl>
                                        <p:attrNameLst>
                                          <p:attrName>ppt_x</p:attrName>
                                        </p:attrNameLst>
                                      </p:cBhvr>
                                      <p:tavLst>
                                        <p:tav tm="0">
                                          <p:val>
                                            <p:strVal val="#ppt_x"/>
                                          </p:val>
                                        </p:tav>
                                        <p:tav tm="100000">
                                          <p:val>
                                            <p:strVal val="#ppt_x"/>
                                          </p:val>
                                        </p:tav>
                                      </p:tavLst>
                                    </p:anim>
                                    <p:anim calcmode="lin" valueType="num">
                                      <p:cBhvr>
                                        <p:cTn id="201" dur="1000" fill="hold"/>
                                        <p:tgtEl>
                                          <p:spTgt spid="53"/>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55"/>
                                        </p:tgtEl>
                                        <p:attrNameLst>
                                          <p:attrName>style.visibility</p:attrName>
                                        </p:attrNameLst>
                                      </p:cBhvr>
                                      <p:to>
                                        <p:strVal val="visible"/>
                                      </p:to>
                                    </p:set>
                                    <p:animEffect transition="in" filter="fade">
                                      <p:cBhvr>
                                        <p:cTn id="204" dur="1000"/>
                                        <p:tgtEl>
                                          <p:spTgt spid="55"/>
                                        </p:tgtEl>
                                      </p:cBhvr>
                                    </p:animEffect>
                                    <p:anim calcmode="lin" valueType="num">
                                      <p:cBhvr>
                                        <p:cTn id="205" dur="1000" fill="hold"/>
                                        <p:tgtEl>
                                          <p:spTgt spid="55"/>
                                        </p:tgtEl>
                                        <p:attrNameLst>
                                          <p:attrName>ppt_x</p:attrName>
                                        </p:attrNameLst>
                                      </p:cBhvr>
                                      <p:tavLst>
                                        <p:tav tm="0">
                                          <p:val>
                                            <p:strVal val="#ppt_x"/>
                                          </p:val>
                                        </p:tav>
                                        <p:tav tm="100000">
                                          <p:val>
                                            <p:strVal val="#ppt_x"/>
                                          </p:val>
                                        </p:tav>
                                      </p:tavLst>
                                    </p:anim>
                                    <p:anim calcmode="lin" valueType="num">
                                      <p:cBhvr>
                                        <p:cTn id="206" dur="1000" fill="hold"/>
                                        <p:tgtEl>
                                          <p:spTgt spid="55"/>
                                        </p:tgtEl>
                                        <p:attrNameLst>
                                          <p:attrName>ppt_y</p:attrName>
                                        </p:attrNameLst>
                                      </p:cBhvr>
                                      <p:tavLst>
                                        <p:tav tm="0">
                                          <p:val>
                                            <p:strVal val="#ppt_y+.1"/>
                                          </p:val>
                                        </p:tav>
                                        <p:tav tm="100000">
                                          <p:val>
                                            <p:strVal val="#ppt_y"/>
                                          </p:val>
                                        </p:tav>
                                      </p:tavLst>
                                    </p:anim>
                                  </p:childTnLst>
                                </p:cTn>
                              </p:par>
                              <p:par>
                                <p:cTn id="207" presetID="42" presetClass="entr" presetSubtype="0" fill="hold" nodeType="withEffect">
                                  <p:stCondLst>
                                    <p:cond delay="0"/>
                                  </p:stCondLst>
                                  <p:childTnLst>
                                    <p:set>
                                      <p:cBhvr>
                                        <p:cTn id="208" dur="1" fill="hold">
                                          <p:stCondLst>
                                            <p:cond delay="0"/>
                                          </p:stCondLst>
                                        </p:cTn>
                                        <p:tgtEl>
                                          <p:spTgt spid="40"/>
                                        </p:tgtEl>
                                        <p:attrNameLst>
                                          <p:attrName>style.visibility</p:attrName>
                                        </p:attrNameLst>
                                      </p:cBhvr>
                                      <p:to>
                                        <p:strVal val="visible"/>
                                      </p:to>
                                    </p:set>
                                    <p:animEffect transition="in" filter="fade">
                                      <p:cBhvr>
                                        <p:cTn id="209" dur="1000"/>
                                        <p:tgtEl>
                                          <p:spTgt spid="40"/>
                                        </p:tgtEl>
                                      </p:cBhvr>
                                    </p:animEffect>
                                    <p:anim calcmode="lin" valueType="num">
                                      <p:cBhvr>
                                        <p:cTn id="210" dur="1000" fill="hold"/>
                                        <p:tgtEl>
                                          <p:spTgt spid="40"/>
                                        </p:tgtEl>
                                        <p:attrNameLst>
                                          <p:attrName>ppt_x</p:attrName>
                                        </p:attrNameLst>
                                      </p:cBhvr>
                                      <p:tavLst>
                                        <p:tav tm="0">
                                          <p:val>
                                            <p:strVal val="#ppt_x"/>
                                          </p:val>
                                        </p:tav>
                                        <p:tav tm="100000">
                                          <p:val>
                                            <p:strVal val="#ppt_x"/>
                                          </p:val>
                                        </p:tav>
                                      </p:tavLst>
                                    </p:anim>
                                    <p:anim calcmode="lin" valueType="num">
                                      <p:cBhvr>
                                        <p:cTn id="211" dur="1000" fill="hold"/>
                                        <p:tgtEl>
                                          <p:spTgt spid="40"/>
                                        </p:tgtEl>
                                        <p:attrNameLst>
                                          <p:attrName>ppt_y</p:attrName>
                                        </p:attrNameLst>
                                      </p:cBhvr>
                                      <p:tavLst>
                                        <p:tav tm="0">
                                          <p:val>
                                            <p:strVal val="#ppt_y+.1"/>
                                          </p:val>
                                        </p:tav>
                                        <p:tav tm="100000">
                                          <p:val>
                                            <p:strVal val="#ppt_y"/>
                                          </p:val>
                                        </p:tav>
                                      </p:tavLst>
                                    </p:anim>
                                  </p:childTnLst>
                                </p:cTn>
                              </p:par>
                              <p:par>
                                <p:cTn id="212" presetID="42" presetClass="entr" presetSubtype="0" fill="hold" nodeType="withEffect">
                                  <p:stCondLst>
                                    <p:cond delay="0"/>
                                  </p:stCondLst>
                                  <p:childTnLst>
                                    <p:set>
                                      <p:cBhvr>
                                        <p:cTn id="213" dur="1" fill="hold">
                                          <p:stCondLst>
                                            <p:cond delay="0"/>
                                          </p:stCondLst>
                                        </p:cTn>
                                        <p:tgtEl>
                                          <p:spTgt spid="41"/>
                                        </p:tgtEl>
                                        <p:attrNameLst>
                                          <p:attrName>style.visibility</p:attrName>
                                        </p:attrNameLst>
                                      </p:cBhvr>
                                      <p:to>
                                        <p:strVal val="visible"/>
                                      </p:to>
                                    </p:set>
                                    <p:animEffect transition="in" filter="fade">
                                      <p:cBhvr>
                                        <p:cTn id="214" dur="1000"/>
                                        <p:tgtEl>
                                          <p:spTgt spid="41"/>
                                        </p:tgtEl>
                                      </p:cBhvr>
                                    </p:animEffect>
                                    <p:anim calcmode="lin" valueType="num">
                                      <p:cBhvr>
                                        <p:cTn id="215" dur="1000" fill="hold"/>
                                        <p:tgtEl>
                                          <p:spTgt spid="41"/>
                                        </p:tgtEl>
                                        <p:attrNameLst>
                                          <p:attrName>ppt_x</p:attrName>
                                        </p:attrNameLst>
                                      </p:cBhvr>
                                      <p:tavLst>
                                        <p:tav tm="0">
                                          <p:val>
                                            <p:strVal val="#ppt_x"/>
                                          </p:val>
                                        </p:tav>
                                        <p:tav tm="100000">
                                          <p:val>
                                            <p:strVal val="#ppt_x"/>
                                          </p:val>
                                        </p:tav>
                                      </p:tavLst>
                                    </p:anim>
                                    <p:anim calcmode="lin" valueType="num">
                                      <p:cBhvr>
                                        <p:cTn id="216" dur="1000" fill="hold"/>
                                        <p:tgtEl>
                                          <p:spTgt spid="41"/>
                                        </p:tgtEl>
                                        <p:attrNameLst>
                                          <p:attrName>ppt_y</p:attrName>
                                        </p:attrNameLst>
                                      </p:cBhvr>
                                      <p:tavLst>
                                        <p:tav tm="0">
                                          <p:val>
                                            <p:strVal val="#ppt_y+.1"/>
                                          </p:val>
                                        </p:tav>
                                        <p:tav tm="100000">
                                          <p:val>
                                            <p:strVal val="#ppt_y"/>
                                          </p:val>
                                        </p:tav>
                                      </p:tavLst>
                                    </p:anim>
                                  </p:childTnLst>
                                </p:cTn>
                              </p:par>
                              <p:par>
                                <p:cTn id="217" presetID="42" presetClass="entr" presetSubtype="0" fill="hold" nodeType="withEffect">
                                  <p:stCondLst>
                                    <p:cond delay="0"/>
                                  </p:stCondLst>
                                  <p:childTnLst>
                                    <p:set>
                                      <p:cBhvr>
                                        <p:cTn id="218" dur="1" fill="hold">
                                          <p:stCondLst>
                                            <p:cond delay="0"/>
                                          </p:stCondLst>
                                        </p:cTn>
                                        <p:tgtEl>
                                          <p:spTgt spid="49"/>
                                        </p:tgtEl>
                                        <p:attrNameLst>
                                          <p:attrName>style.visibility</p:attrName>
                                        </p:attrNameLst>
                                      </p:cBhvr>
                                      <p:to>
                                        <p:strVal val="visible"/>
                                      </p:to>
                                    </p:set>
                                    <p:animEffect transition="in" filter="fade">
                                      <p:cBhvr>
                                        <p:cTn id="219" dur="1000"/>
                                        <p:tgtEl>
                                          <p:spTgt spid="49"/>
                                        </p:tgtEl>
                                      </p:cBhvr>
                                    </p:animEffect>
                                    <p:anim calcmode="lin" valueType="num">
                                      <p:cBhvr>
                                        <p:cTn id="220" dur="1000" fill="hold"/>
                                        <p:tgtEl>
                                          <p:spTgt spid="49"/>
                                        </p:tgtEl>
                                        <p:attrNameLst>
                                          <p:attrName>ppt_x</p:attrName>
                                        </p:attrNameLst>
                                      </p:cBhvr>
                                      <p:tavLst>
                                        <p:tav tm="0">
                                          <p:val>
                                            <p:strVal val="#ppt_x"/>
                                          </p:val>
                                        </p:tav>
                                        <p:tav tm="100000">
                                          <p:val>
                                            <p:strVal val="#ppt_x"/>
                                          </p:val>
                                        </p:tav>
                                      </p:tavLst>
                                    </p:anim>
                                    <p:anim calcmode="lin" valueType="num">
                                      <p:cBhvr>
                                        <p:cTn id="221" dur="1000" fill="hold"/>
                                        <p:tgtEl>
                                          <p:spTgt spid="49"/>
                                        </p:tgtEl>
                                        <p:attrNameLst>
                                          <p:attrName>ppt_y</p:attrName>
                                        </p:attrNameLst>
                                      </p:cBhvr>
                                      <p:tavLst>
                                        <p:tav tm="0">
                                          <p:val>
                                            <p:strVal val="#ppt_y+.1"/>
                                          </p:val>
                                        </p:tav>
                                        <p:tav tm="100000">
                                          <p:val>
                                            <p:strVal val="#ppt_y"/>
                                          </p:val>
                                        </p:tav>
                                      </p:tavLst>
                                    </p:anim>
                                  </p:childTnLst>
                                </p:cTn>
                              </p:par>
                              <p:par>
                                <p:cTn id="222" presetID="42" presetClass="entr" presetSubtype="0" fill="hold" nodeType="withEffect">
                                  <p:stCondLst>
                                    <p:cond delay="0"/>
                                  </p:stCondLst>
                                  <p:childTnLst>
                                    <p:set>
                                      <p:cBhvr>
                                        <p:cTn id="223" dur="1" fill="hold">
                                          <p:stCondLst>
                                            <p:cond delay="0"/>
                                          </p:stCondLst>
                                        </p:cTn>
                                        <p:tgtEl>
                                          <p:spTgt spid="50"/>
                                        </p:tgtEl>
                                        <p:attrNameLst>
                                          <p:attrName>style.visibility</p:attrName>
                                        </p:attrNameLst>
                                      </p:cBhvr>
                                      <p:to>
                                        <p:strVal val="visible"/>
                                      </p:to>
                                    </p:set>
                                    <p:animEffect transition="in" filter="fade">
                                      <p:cBhvr>
                                        <p:cTn id="224" dur="1000"/>
                                        <p:tgtEl>
                                          <p:spTgt spid="50"/>
                                        </p:tgtEl>
                                      </p:cBhvr>
                                    </p:animEffect>
                                    <p:anim calcmode="lin" valueType="num">
                                      <p:cBhvr>
                                        <p:cTn id="225" dur="1000" fill="hold"/>
                                        <p:tgtEl>
                                          <p:spTgt spid="50"/>
                                        </p:tgtEl>
                                        <p:attrNameLst>
                                          <p:attrName>ppt_x</p:attrName>
                                        </p:attrNameLst>
                                      </p:cBhvr>
                                      <p:tavLst>
                                        <p:tav tm="0">
                                          <p:val>
                                            <p:strVal val="#ppt_x"/>
                                          </p:val>
                                        </p:tav>
                                        <p:tav tm="100000">
                                          <p:val>
                                            <p:strVal val="#ppt_x"/>
                                          </p:val>
                                        </p:tav>
                                      </p:tavLst>
                                    </p:anim>
                                    <p:anim calcmode="lin" valueType="num">
                                      <p:cBhvr>
                                        <p:cTn id="226"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p:bldP spid="13" grpId="0"/>
      <p:bldP spid="15" grpId="0"/>
      <p:bldP spid="17" grpId="0"/>
      <p:bldP spid="19" grpId="0"/>
      <p:bldP spid="21" grpId="0"/>
      <p:bldP spid="23" grpId="0"/>
      <p:bldP spid="25" grpId="0"/>
      <p:bldP spid="27" grpId="0"/>
      <p:bldP spid="29" grpId="0"/>
      <p:bldP spid="31" grpId="0"/>
      <p:bldP spid="7" grpId="0"/>
      <p:bldP spid="33" grpId="0"/>
      <p:bldP spid="35" grpId="0"/>
      <p:bldP spid="37" grpId="0"/>
      <p:bldP spid="48" grpId="0"/>
      <p:bldP spid="5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646331"/>
          </a:xfrm>
          <a:prstGeom prst="rect">
            <a:avLst/>
          </a:prstGeom>
          <a:noFill/>
        </p:spPr>
        <p:txBody>
          <a:bodyPr wrap="square" rtlCol="0">
            <a:spAutoFit/>
          </a:bodyPr>
          <a:lstStyle/>
          <a:p>
            <a:pPr>
              <a:lnSpc>
                <a:spcPct val="150000"/>
              </a:lnSpc>
            </a:pPr>
            <a:r>
              <a:rPr lang="en-US" altLang="zh-CN" sz="2400" b="1" dirty="0">
                <a:latin typeface="Times New Roman" pitchFamily="18" charset="0"/>
                <a:ea typeface="宋体" pitchFamily="2" charset="-122"/>
                <a:cs typeface="Times New Roman" pitchFamily="18" charset="0"/>
              </a:rPr>
              <a:t>        2</a:t>
            </a:r>
            <a:r>
              <a:rPr lang="zh-CN" altLang="en-US" sz="2400" b="1" dirty="0">
                <a:latin typeface="Times New Roman" pitchFamily="18" charset="0"/>
                <a:ea typeface="宋体" pitchFamily="2" charset="-122"/>
                <a:cs typeface="Times New Roman" pitchFamily="18" charset="0"/>
              </a:rPr>
              <a:t>、异节拍异步距流水施工（一般的成倍节拍流水施工）</a:t>
            </a:r>
          </a:p>
        </p:txBody>
      </p:sp>
      <p:sp>
        <p:nvSpPr>
          <p:cNvPr id="5" name="TextBox 4"/>
          <p:cNvSpPr txBox="1"/>
          <p:nvPr/>
        </p:nvSpPr>
        <p:spPr>
          <a:xfrm>
            <a:off x="1043608" y="3474070"/>
            <a:ext cx="7992888" cy="1015663"/>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）概念：</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同一施工过程各个施工段上的流水节拍相等</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不同施工过程之间的流水节拍和步距不相等</a:t>
            </a:r>
            <a:r>
              <a:rPr lang="zh-CN" altLang="en-US" sz="2000" b="1" dirty="0">
                <a:latin typeface="Times New Roman" pitchFamily="18" charset="0"/>
                <a:ea typeface="宋体" pitchFamily="2" charset="-122"/>
                <a:cs typeface="Times New Roman" pitchFamily="18" charset="0"/>
              </a:rPr>
              <a:t>的流水施工方式。</a:t>
            </a:r>
          </a:p>
        </p:txBody>
      </p:sp>
      <p:pic>
        <p:nvPicPr>
          <p:cNvPr id="6" name="图片 5"/>
          <p:cNvPicPr/>
          <p:nvPr/>
        </p:nvPicPr>
        <p:blipFill>
          <a:blip r:embed="rId2">
            <a:extLst>
              <a:ext uri="{28A0092B-C50C-407E-A947-70E740481C1C}">
                <a14:useLocalDpi xmlns:a14="http://schemas.microsoft.com/office/drawing/2010/main" val="0"/>
              </a:ext>
            </a:extLst>
          </a:blip>
          <a:stretch>
            <a:fillRect/>
          </a:stretch>
        </p:blipFill>
        <p:spPr>
          <a:xfrm>
            <a:off x="1475656" y="1015295"/>
            <a:ext cx="6192688" cy="2448272"/>
          </a:xfrm>
          <a:prstGeom prst="rect">
            <a:avLst/>
          </a:prstGeom>
        </p:spPr>
      </p:pic>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）基本特征：</a:t>
            </a:r>
          </a:p>
        </p:txBody>
      </p:sp>
      <p:graphicFrame>
        <p:nvGraphicFramePr>
          <p:cNvPr id="5" name="图示 4"/>
          <p:cNvGraphicFramePr/>
          <p:nvPr>
            <p:extLst>
              <p:ext uri="{D42A27DB-BD31-4B8C-83A1-F6EECF244321}">
                <p14:modId xmlns:p14="http://schemas.microsoft.com/office/powerpoint/2010/main" val="1071957025"/>
              </p:ext>
            </p:extLst>
          </p:nvPr>
        </p:nvGraphicFramePr>
        <p:xfrm>
          <a:off x="1043608" y="922962"/>
          <a:ext cx="7920880" cy="4128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）主要参数的确定：</a:t>
            </a:r>
          </a:p>
        </p:txBody>
      </p:sp>
      <p:sp>
        <p:nvSpPr>
          <p:cNvPr id="5" name="TextBox 4"/>
          <p:cNvSpPr txBox="1"/>
          <p:nvPr/>
        </p:nvSpPr>
        <p:spPr>
          <a:xfrm>
            <a:off x="107504" y="922962"/>
            <a:ext cx="8928992" cy="495585"/>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1</a:t>
            </a:r>
            <a:r>
              <a:rPr lang="zh-CN" altLang="en-US" sz="2000" b="1" dirty="0">
                <a:latin typeface="Times New Roman" pitchFamily="18" charset="0"/>
                <a:ea typeface="宋体" pitchFamily="2" charset="-122"/>
                <a:cs typeface="Times New Roman" pitchFamily="18" charset="0"/>
              </a:rPr>
              <a:t>）一般情况下，施工过程</a:t>
            </a:r>
            <a:r>
              <a:rPr lang="en-US" altLang="zh-CN" sz="2000" b="1" dirty="0">
                <a:latin typeface="Times New Roman" pitchFamily="18" charset="0"/>
                <a:ea typeface="宋体" pitchFamily="2" charset="-122"/>
                <a:cs typeface="Times New Roman" pitchFamily="18" charset="0"/>
              </a:rPr>
              <a:t>n</a:t>
            </a:r>
            <a:r>
              <a:rPr lang="zh-CN" altLang="en-US" sz="2000" b="1" dirty="0">
                <a:latin typeface="Times New Roman" pitchFamily="18" charset="0"/>
                <a:ea typeface="宋体" pitchFamily="2" charset="-122"/>
                <a:cs typeface="Times New Roman" pitchFamily="18" charset="0"/>
              </a:rPr>
              <a:t>和施工段</a:t>
            </a:r>
            <a:r>
              <a:rPr lang="en-US" altLang="zh-CN" sz="2000" b="1" dirty="0">
                <a:latin typeface="Times New Roman" pitchFamily="18" charset="0"/>
                <a:ea typeface="宋体" pitchFamily="2" charset="-122"/>
                <a:cs typeface="Times New Roman" pitchFamily="18" charset="0"/>
              </a:rPr>
              <a:t>m</a:t>
            </a:r>
            <a:r>
              <a:rPr lang="zh-CN" altLang="en-US" sz="2000" b="1" dirty="0">
                <a:latin typeface="Times New Roman" pitchFamily="18" charset="0"/>
                <a:ea typeface="宋体" pitchFamily="2" charset="-122"/>
                <a:cs typeface="Times New Roman" pitchFamily="18" charset="0"/>
              </a:rPr>
              <a:t>已知；</a:t>
            </a:r>
          </a:p>
        </p:txBody>
      </p:sp>
      <p:sp>
        <p:nvSpPr>
          <p:cNvPr id="6" name="TextBox 5"/>
          <p:cNvSpPr txBox="1"/>
          <p:nvPr/>
        </p:nvSpPr>
        <p:spPr>
          <a:xfrm>
            <a:off x="107504" y="1418546"/>
            <a:ext cx="8928992" cy="495585"/>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2</a:t>
            </a:r>
            <a:r>
              <a:rPr lang="zh-CN" altLang="en-US" sz="2000" b="1" dirty="0">
                <a:latin typeface="Times New Roman" pitchFamily="18" charset="0"/>
                <a:ea typeface="宋体" pitchFamily="2" charset="-122"/>
                <a:cs typeface="Times New Roman" pitchFamily="18" charset="0"/>
              </a:rPr>
              <a:t>）流水步距的确定</a:t>
            </a:r>
            <a:r>
              <a:rPr lang="en-US" altLang="zh-CN" sz="2000" b="1" dirty="0">
                <a:latin typeface="Times New Roman" pitchFamily="18" charset="0"/>
                <a:ea typeface="宋体" pitchFamily="2" charset="-122"/>
                <a:cs typeface="Times New Roman" pitchFamily="18" charset="0"/>
              </a:rPr>
              <a:t>——</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累加数列法</a:t>
            </a:r>
            <a:r>
              <a:rPr lang="zh-CN" altLang="en-US" sz="2000" b="1" dirty="0">
                <a:latin typeface="Times New Roman" pitchFamily="18" charset="0"/>
                <a:ea typeface="宋体" pitchFamily="2" charset="-122"/>
                <a:cs typeface="Times New Roman" pitchFamily="18" charset="0"/>
              </a:rPr>
              <a:t>”</a:t>
            </a:r>
          </a:p>
        </p:txBody>
      </p:sp>
      <p:graphicFrame>
        <p:nvGraphicFramePr>
          <p:cNvPr id="7" name="图示 6"/>
          <p:cNvGraphicFramePr/>
          <p:nvPr>
            <p:extLst>
              <p:ext uri="{D42A27DB-BD31-4B8C-83A1-F6EECF244321}">
                <p14:modId xmlns:p14="http://schemas.microsoft.com/office/powerpoint/2010/main" val="761635060"/>
              </p:ext>
            </p:extLst>
          </p:nvPr>
        </p:nvGraphicFramePr>
        <p:xfrm>
          <a:off x="1043608" y="1995686"/>
          <a:ext cx="7920880" cy="29228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627534"/>
            <a:ext cx="8928992" cy="1323439"/>
          </a:xfrm>
          <a:prstGeom prst="rect">
            <a:avLst/>
          </a:prstGeom>
          <a:noFill/>
        </p:spPr>
        <p:txBody>
          <a:bodyPr wrap="square" rtlCol="0">
            <a:spAutoFit/>
          </a:bodyPr>
          <a:lstStyle/>
          <a:p>
            <a:pPr>
              <a:lnSpc>
                <a:spcPct val="200000"/>
              </a:lnSpc>
            </a:pPr>
            <a:r>
              <a:rPr lang="en-US" altLang="zh-CN" sz="2000" b="1" dirty="0">
                <a:latin typeface="Times New Roman" pitchFamily="18" charset="0"/>
                <a:ea typeface="宋体" pitchFamily="2" charset="-122"/>
                <a:cs typeface="Times New Roman" pitchFamily="18" charset="0"/>
              </a:rPr>
              <a:t>        3</a:t>
            </a:r>
            <a:r>
              <a:rPr lang="zh-CN" altLang="en-US" sz="2000" b="1" dirty="0">
                <a:latin typeface="Times New Roman" pitchFamily="18" charset="0"/>
                <a:ea typeface="宋体" pitchFamily="2" charset="-122"/>
                <a:cs typeface="Times New Roman" pitchFamily="18" charset="0"/>
              </a:rPr>
              <a:t>）流水工期（不分层施工）：</a:t>
            </a:r>
            <a:endParaRPr lang="en-US" altLang="zh-CN" sz="2000" b="1" dirty="0">
              <a:latin typeface="Times New Roman" pitchFamily="18" charset="0"/>
              <a:ea typeface="宋体" pitchFamily="2" charset="-122"/>
              <a:cs typeface="Times New Roman" pitchFamily="18" charset="0"/>
            </a:endParaRPr>
          </a:p>
          <a:p>
            <a:pPr algn="ctr">
              <a:lnSpc>
                <a:spcPct val="200000"/>
              </a:lnSpc>
            </a:pPr>
            <a:r>
              <a:rPr lang="en-US" altLang="zh-CN" sz="2000" b="1" dirty="0">
                <a:latin typeface="Times New Roman" pitchFamily="18" charset="0"/>
                <a:ea typeface="宋体" pitchFamily="2" charset="-122"/>
                <a:cs typeface="Times New Roman" pitchFamily="18" charset="0"/>
              </a:rPr>
              <a:t>T=</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K + D</a:t>
            </a:r>
            <a:r>
              <a:rPr lang="en-US" altLang="zh-CN" sz="2000" b="1" baseline="-25000" dirty="0">
                <a:latin typeface="Times New Roman" pitchFamily="18" charset="0"/>
                <a:ea typeface="宋体" pitchFamily="2" charset="-122"/>
                <a:cs typeface="Times New Roman" pitchFamily="18" charset="0"/>
              </a:rPr>
              <a:t>h </a:t>
            </a: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J +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Z </a:t>
            </a:r>
            <a:r>
              <a:rPr lang="zh-CN" altLang="en-US" sz="2000" b="1" dirty="0">
                <a:latin typeface="Times New Roman" pitchFamily="18" charset="0"/>
                <a:ea typeface="宋体" pitchFamily="2" charset="-122"/>
                <a:cs typeface="Times New Roman" pitchFamily="18" charset="0"/>
              </a:rPr>
              <a:t>－ ∑</a:t>
            </a:r>
            <a:r>
              <a:rPr lang="en-US" altLang="zh-CN" sz="2000" b="1" dirty="0">
                <a:latin typeface="Times New Roman" pitchFamily="18" charset="0"/>
                <a:ea typeface="宋体" pitchFamily="2" charset="-122"/>
                <a:cs typeface="Times New Roman" pitchFamily="18" charset="0"/>
              </a:rPr>
              <a:t>D</a:t>
            </a:r>
            <a:endParaRPr lang="zh-CN" altLang="en-US" sz="2000" b="1" dirty="0">
              <a:latin typeface="Times New Roman" pitchFamily="18" charset="0"/>
              <a:ea typeface="宋体" pitchFamily="2" charset="-122"/>
              <a:cs typeface="Times New Roman" pitchFamily="18" charset="0"/>
            </a:endParaRPr>
          </a:p>
        </p:txBody>
      </p:sp>
      <p:sp>
        <p:nvSpPr>
          <p:cNvPr id="5" name="TextBox 4"/>
          <p:cNvSpPr txBox="1"/>
          <p:nvPr/>
        </p:nvSpPr>
        <p:spPr>
          <a:xfrm>
            <a:off x="107504" y="1950973"/>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例题：</a:t>
            </a:r>
          </a:p>
        </p:txBody>
      </p:sp>
      <p:sp>
        <p:nvSpPr>
          <p:cNvPr id="6" name="TextBox 5"/>
          <p:cNvSpPr txBox="1"/>
          <p:nvPr/>
        </p:nvSpPr>
        <p:spPr>
          <a:xfrm>
            <a:off x="971600" y="2446558"/>
            <a:ext cx="8064896" cy="1477328"/>
          </a:xfrm>
          <a:prstGeom prst="rect">
            <a:avLst/>
          </a:prstGeom>
          <a:noFill/>
        </p:spPr>
        <p:txBody>
          <a:bodyPr wrap="square" rtlCol="0">
            <a:spAutoFit/>
          </a:bodyPr>
          <a:lstStyle/>
          <a:p>
            <a:pPr>
              <a:lnSpc>
                <a:spcPct val="150000"/>
              </a:lnSpc>
            </a:pPr>
            <a:r>
              <a:rPr lang="zh-CN" altLang="en-US" sz="2000" b="1" dirty="0">
                <a:latin typeface="Times New Roman" pitchFamily="18" charset="0"/>
                <a:ea typeface="宋体" pitchFamily="2" charset="-122"/>
                <a:cs typeface="Times New Roman" pitchFamily="18" charset="0"/>
              </a:rPr>
              <a:t>        某工程有</a:t>
            </a:r>
            <a:r>
              <a:rPr lang="en-US" altLang="zh-CN" sz="2000" b="1" dirty="0">
                <a:latin typeface="Times New Roman" pitchFamily="18" charset="0"/>
                <a:ea typeface="宋体" pitchFamily="2" charset="-122"/>
                <a:cs typeface="Times New Roman" pitchFamily="18" charset="0"/>
              </a:rPr>
              <a:t>A</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B</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C</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四个施工过程，每个施工过程划分为三个施工段，各施工过程的流水节拍依次为</a:t>
            </a:r>
            <a:r>
              <a:rPr lang="en-US" altLang="zh-CN" sz="2000" b="1" dirty="0">
                <a:latin typeface="Times New Roman" pitchFamily="18" charset="0"/>
                <a:ea typeface="宋体" pitchFamily="2" charset="-122"/>
                <a:cs typeface="Times New Roman" pitchFamily="18" charset="0"/>
              </a:rPr>
              <a:t>2d</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3d</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4d</a:t>
            </a:r>
            <a:r>
              <a:rPr lang="zh-CN" altLang="en-US" sz="2000" b="1" dirty="0">
                <a:latin typeface="Times New Roman" pitchFamily="18" charset="0"/>
                <a:ea typeface="宋体" pitchFamily="2" charset="-122"/>
                <a:cs typeface="Times New Roman" pitchFamily="18" charset="0"/>
              </a:rPr>
              <a:t>和</a:t>
            </a:r>
            <a:r>
              <a:rPr lang="en-US" altLang="zh-CN" sz="2000" b="1" dirty="0">
                <a:latin typeface="Times New Roman" pitchFamily="18" charset="0"/>
                <a:ea typeface="宋体" pitchFamily="2" charset="-122"/>
                <a:cs typeface="Times New Roman" pitchFamily="18" charset="0"/>
              </a:rPr>
              <a:t>2d</a:t>
            </a:r>
            <a:r>
              <a:rPr lang="zh-CN" altLang="en-US" sz="2000" b="1" dirty="0">
                <a:latin typeface="Times New Roman" pitchFamily="18" charset="0"/>
                <a:ea typeface="宋体" pitchFamily="2" charset="-122"/>
                <a:cs typeface="Times New Roman" pitchFamily="18" charset="0"/>
              </a:rPr>
              <a:t>，试组织一般的成倍节拍流水施工，确定流水步距并绘制进度表。</a:t>
            </a: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解：</a:t>
            </a:r>
          </a:p>
        </p:txBody>
      </p:sp>
      <p:sp>
        <p:nvSpPr>
          <p:cNvPr id="5" name="TextBox 4"/>
          <p:cNvSpPr txBox="1"/>
          <p:nvPr/>
        </p:nvSpPr>
        <p:spPr>
          <a:xfrm>
            <a:off x="107504" y="864549"/>
            <a:ext cx="8928992" cy="495585"/>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）已知：施工过程</a:t>
            </a:r>
            <a:r>
              <a:rPr lang="en-US" altLang="zh-CN" sz="2000" b="1" dirty="0">
                <a:latin typeface="Times New Roman" pitchFamily="18" charset="0"/>
                <a:ea typeface="宋体" pitchFamily="2" charset="-122"/>
                <a:cs typeface="Times New Roman" pitchFamily="18" charset="0"/>
              </a:rPr>
              <a:t>n=4</a:t>
            </a:r>
            <a:r>
              <a:rPr lang="zh-CN" altLang="en-US" sz="2000" b="1" dirty="0">
                <a:latin typeface="Times New Roman" pitchFamily="18" charset="0"/>
                <a:ea typeface="宋体" pitchFamily="2" charset="-122"/>
                <a:cs typeface="Times New Roman" pitchFamily="18" charset="0"/>
              </a:rPr>
              <a:t>，施工段</a:t>
            </a:r>
            <a:r>
              <a:rPr lang="en-US" altLang="zh-CN" sz="2000" b="1" dirty="0">
                <a:latin typeface="Times New Roman" pitchFamily="18" charset="0"/>
                <a:ea typeface="宋体" pitchFamily="2" charset="-122"/>
                <a:cs typeface="Times New Roman" pitchFamily="18" charset="0"/>
              </a:rPr>
              <a:t>m=3</a:t>
            </a:r>
            <a:r>
              <a:rPr lang="zh-CN" altLang="en-US" sz="2000" b="1" dirty="0">
                <a:latin typeface="Times New Roman" pitchFamily="18" charset="0"/>
                <a:ea typeface="宋体" pitchFamily="2" charset="-122"/>
                <a:cs typeface="Times New Roman" pitchFamily="18" charset="0"/>
              </a:rPr>
              <a:t>；</a:t>
            </a:r>
          </a:p>
        </p:txBody>
      </p:sp>
      <p:sp>
        <p:nvSpPr>
          <p:cNvPr id="6" name="TextBox 5"/>
          <p:cNvSpPr txBox="1"/>
          <p:nvPr/>
        </p:nvSpPr>
        <p:spPr>
          <a:xfrm>
            <a:off x="107504" y="136013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）确定流水步距：“累加数列法”</a:t>
            </a:r>
          </a:p>
        </p:txBody>
      </p:sp>
      <p:sp>
        <p:nvSpPr>
          <p:cNvPr id="7" name="TextBox 6"/>
          <p:cNvSpPr txBox="1"/>
          <p:nvPr/>
        </p:nvSpPr>
        <p:spPr>
          <a:xfrm>
            <a:off x="2159732" y="1914131"/>
            <a:ext cx="4824536" cy="1323439"/>
          </a:xfrm>
          <a:prstGeom prst="rect">
            <a:avLst/>
          </a:prstGeom>
          <a:noFill/>
        </p:spPr>
        <p:txBody>
          <a:bodyPr wrap="square" rtlCol="0">
            <a:spAutoFit/>
          </a:bodyPr>
          <a:lstStyle/>
          <a:p>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AB</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    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a:t>
            </a:r>
          </a:p>
          <a:p>
            <a:r>
              <a:rPr lang="en-US" altLang="zh-CN" sz="2000" b="1" dirty="0">
                <a:latin typeface="Times New Roman" pitchFamily="18" charset="0"/>
                <a:ea typeface="宋体" pitchFamily="2" charset="-122"/>
                <a:cs typeface="Times New Roman" pitchFamily="18" charset="0"/>
              </a:rPr>
              <a:t>                 </a:t>
            </a:r>
            <a:r>
              <a:rPr lang="zh-CN" altLang="en-US" sz="2000" b="1" u="sng" dirty="0">
                <a:latin typeface="Times New Roman" pitchFamily="18" charset="0"/>
                <a:ea typeface="宋体" pitchFamily="2" charset="-122"/>
                <a:cs typeface="Times New Roman" pitchFamily="18" charset="0"/>
              </a:rPr>
              <a:t>－        </a:t>
            </a:r>
            <a:r>
              <a:rPr lang="en-US" altLang="zh-CN" sz="2000" b="1" u="sng" dirty="0">
                <a:latin typeface="Times New Roman" pitchFamily="18" charset="0"/>
                <a:ea typeface="宋体" pitchFamily="2" charset="-122"/>
                <a:cs typeface="Times New Roman" pitchFamily="18" charset="0"/>
              </a:rPr>
              <a:t>3</a:t>
            </a:r>
            <a:r>
              <a:rPr lang="zh-CN" altLang="en-US" sz="2000" b="1" u="sng" dirty="0">
                <a:latin typeface="Times New Roman" pitchFamily="18" charset="0"/>
                <a:ea typeface="宋体" pitchFamily="2" charset="-122"/>
                <a:cs typeface="Times New Roman" pitchFamily="18" charset="0"/>
              </a:rPr>
              <a:t>，</a:t>
            </a:r>
            <a:r>
              <a:rPr lang="en-US" altLang="zh-CN" sz="2000" b="1" u="sng" dirty="0">
                <a:latin typeface="Times New Roman" pitchFamily="18" charset="0"/>
                <a:ea typeface="宋体" pitchFamily="2" charset="-122"/>
                <a:cs typeface="Times New Roman" pitchFamily="18" charset="0"/>
              </a:rPr>
              <a:t>6</a:t>
            </a:r>
            <a:r>
              <a:rPr lang="zh-CN" altLang="en-US" sz="2000" b="1" u="sng" dirty="0">
                <a:latin typeface="Times New Roman" pitchFamily="18" charset="0"/>
                <a:ea typeface="宋体" pitchFamily="2" charset="-122"/>
                <a:cs typeface="Times New Roman" pitchFamily="18" charset="0"/>
              </a:rPr>
              <a:t>，</a:t>
            </a:r>
            <a:r>
              <a:rPr lang="en-US" altLang="zh-CN" sz="2000" b="1" u="sng" dirty="0">
                <a:latin typeface="Times New Roman" pitchFamily="18" charset="0"/>
                <a:ea typeface="宋体" pitchFamily="2" charset="-122"/>
                <a:cs typeface="Times New Roman" pitchFamily="18" charset="0"/>
              </a:rPr>
              <a:t>9</a:t>
            </a:r>
          </a:p>
          <a:p>
            <a:r>
              <a:rPr lang="en-US" altLang="zh-CN" sz="2000" b="1" dirty="0">
                <a:latin typeface="Times New Roman" pitchFamily="18" charset="0"/>
                <a:ea typeface="宋体" pitchFamily="2" charset="-122"/>
                <a:cs typeface="Times New Roman" pitchFamily="18" charset="0"/>
              </a:rPr>
              <a:t>                       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0</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-9</a:t>
            </a:r>
          </a:p>
          <a:p>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所以，</a:t>
            </a:r>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AB</a:t>
            </a:r>
            <a:r>
              <a:rPr lang="en-US" altLang="zh-CN" sz="2000" b="1" dirty="0">
                <a:latin typeface="Times New Roman" pitchFamily="18" charset="0"/>
                <a:ea typeface="宋体" pitchFamily="2" charset="-122"/>
                <a:cs typeface="Times New Roman" pitchFamily="18" charset="0"/>
              </a:rPr>
              <a:t>=max{2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0</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-9}=2d</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p:txBody>
      </p:sp>
      <p:sp>
        <p:nvSpPr>
          <p:cNvPr id="9" name="TextBox 8"/>
          <p:cNvSpPr txBox="1"/>
          <p:nvPr/>
        </p:nvSpPr>
        <p:spPr>
          <a:xfrm>
            <a:off x="2159910" y="3237570"/>
            <a:ext cx="4824536" cy="1323439"/>
          </a:xfrm>
          <a:prstGeom prst="rect">
            <a:avLst/>
          </a:prstGeom>
          <a:noFill/>
        </p:spPr>
        <p:txBody>
          <a:bodyPr wrap="square" rtlCol="0">
            <a:spAutoFit/>
          </a:bodyPr>
          <a:lstStyle/>
          <a:p>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BC</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    3</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9</a:t>
            </a:r>
          </a:p>
          <a:p>
            <a:r>
              <a:rPr lang="en-US" altLang="zh-CN" sz="2000" b="1" dirty="0">
                <a:latin typeface="Times New Roman" pitchFamily="18" charset="0"/>
                <a:ea typeface="宋体" pitchFamily="2" charset="-122"/>
                <a:cs typeface="Times New Roman" pitchFamily="18" charset="0"/>
              </a:rPr>
              <a:t>                 </a:t>
            </a:r>
            <a:r>
              <a:rPr lang="zh-CN" altLang="en-US" sz="2000" b="1" u="sng" dirty="0">
                <a:latin typeface="Times New Roman" pitchFamily="18" charset="0"/>
                <a:ea typeface="宋体" pitchFamily="2" charset="-122"/>
                <a:cs typeface="Times New Roman" pitchFamily="18" charset="0"/>
              </a:rPr>
              <a:t>－        </a:t>
            </a:r>
            <a:r>
              <a:rPr lang="en-US" altLang="zh-CN" sz="2000" b="1" u="sng" dirty="0">
                <a:latin typeface="Times New Roman" pitchFamily="18" charset="0"/>
                <a:ea typeface="宋体" pitchFamily="2" charset="-122"/>
                <a:cs typeface="Times New Roman" pitchFamily="18" charset="0"/>
              </a:rPr>
              <a:t>4</a:t>
            </a:r>
            <a:r>
              <a:rPr lang="zh-CN" altLang="en-US" sz="2000" b="1" u="sng" dirty="0">
                <a:latin typeface="Times New Roman" pitchFamily="18" charset="0"/>
                <a:ea typeface="宋体" pitchFamily="2" charset="-122"/>
                <a:cs typeface="Times New Roman" pitchFamily="18" charset="0"/>
              </a:rPr>
              <a:t>，</a:t>
            </a:r>
            <a:r>
              <a:rPr lang="en-US" altLang="zh-CN" sz="2000" b="1" u="sng" dirty="0">
                <a:latin typeface="Times New Roman" pitchFamily="18" charset="0"/>
                <a:ea typeface="宋体" pitchFamily="2" charset="-122"/>
                <a:cs typeface="Times New Roman" pitchFamily="18" charset="0"/>
              </a:rPr>
              <a:t>8</a:t>
            </a:r>
            <a:r>
              <a:rPr lang="zh-CN" altLang="en-US" sz="2000" b="1" u="sng" dirty="0">
                <a:latin typeface="Times New Roman" pitchFamily="18" charset="0"/>
                <a:ea typeface="宋体" pitchFamily="2" charset="-122"/>
                <a:cs typeface="Times New Roman" pitchFamily="18" charset="0"/>
              </a:rPr>
              <a:t>， </a:t>
            </a:r>
            <a:r>
              <a:rPr lang="en-US" altLang="zh-CN" sz="2000" b="1" u="sng" dirty="0">
                <a:latin typeface="Times New Roman" pitchFamily="18" charset="0"/>
                <a:ea typeface="宋体" pitchFamily="2" charset="-122"/>
                <a:cs typeface="Times New Roman" pitchFamily="18" charset="0"/>
              </a:rPr>
              <a:t>12</a:t>
            </a:r>
          </a:p>
          <a:p>
            <a:r>
              <a:rPr lang="en-US" altLang="zh-CN" sz="2000" b="1" dirty="0">
                <a:latin typeface="Times New Roman" pitchFamily="18" charset="0"/>
                <a:ea typeface="宋体" pitchFamily="2" charset="-122"/>
                <a:cs typeface="Times New Roman" pitchFamily="18" charset="0"/>
              </a:rPr>
              <a:t>                       3</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-12</a:t>
            </a:r>
          </a:p>
          <a:p>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所以，</a:t>
            </a:r>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BC</a:t>
            </a:r>
            <a:r>
              <a:rPr lang="en-US" altLang="zh-CN" sz="2000" b="1" dirty="0">
                <a:latin typeface="Times New Roman" pitchFamily="18" charset="0"/>
                <a:ea typeface="宋体" pitchFamily="2" charset="-122"/>
                <a:cs typeface="Times New Roman" pitchFamily="18" charset="0"/>
              </a:rPr>
              <a:t>=max{3</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-12}=3d</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2159910" y="1168752"/>
            <a:ext cx="4824536" cy="1323439"/>
          </a:xfrm>
          <a:prstGeom prst="rect">
            <a:avLst/>
          </a:prstGeom>
          <a:noFill/>
        </p:spPr>
        <p:txBody>
          <a:bodyPr wrap="square" rtlCol="0">
            <a:spAutoFit/>
          </a:bodyPr>
          <a:lstStyle/>
          <a:p>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CD</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    4</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8</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12</a:t>
            </a:r>
          </a:p>
          <a:p>
            <a:r>
              <a:rPr lang="en-US" altLang="zh-CN" sz="2000" b="1" dirty="0">
                <a:latin typeface="Times New Roman" pitchFamily="18" charset="0"/>
                <a:ea typeface="宋体" pitchFamily="2" charset="-122"/>
                <a:cs typeface="Times New Roman" pitchFamily="18" charset="0"/>
              </a:rPr>
              <a:t>                 </a:t>
            </a:r>
            <a:r>
              <a:rPr lang="zh-CN" altLang="en-US" sz="2000" b="1" u="sng" dirty="0">
                <a:latin typeface="Times New Roman" pitchFamily="18" charset="0"/>
                <a:ea typeface="宋体" pitchFamily="2" charset="-122"/>
                <a:cs typeface="Times New Roman" pitchFamily="18" charset="0"/>
              </a:rPr>
              <a:t>－        </a:t>
            </a:r>
            <a:r>
              <a:rPr lang="en-US" altLang="zh-CN" sz="2000" b="1" u="sng" dirty="0">
                <a:latin typeface="Times New Roman" pitchFamily="18" charset="0"/>
                <a:ea typeface="宋体" pitchFamily="2" charset="-122"/>
                <a:cs typeface="Times New Roman" pitchFamily="18" charset="0"/>
              </a:rPr>
              <a:t>2</a:t>
            </a:r>
            <a:r>
              <a:rPr lang="zh-CN" altLang="en-US" sz="2000" b="1" u="sng" dirty="0">
                <a:latin typeface="Times New Roman" pitchFamily="18" charset="0"/>
                <a:ea typeface="宋体" pitchFamily="2" charset="-122"/>
                <a:cs typeface="Times New Roman" pitchFamily="18" charset="0"/>
              </a:rPr>
              <a:t>，</a:t>
            </a:r>
            <a:r>
              <a:rPr lang="en-US" altLang="zh-CN" sz="2000" b="1" u="sng" dirty="0">
                <a:latin typeface="Times New Roman" pitchFamily="18" charset="0"/>
                <a:ea typeface="宋体" pitchFamily="2" charset="-122"/>
                <a:cs typeface="Times New Roman" pitchFamily="18" charset="0"/>
              </a:rPr>
              <a:t>  4</a:t>
            </a:r>
            <a:r>
              <a:rPr lang="zh-CN" altLang="en-US" sz="2000" b="1" u="sng" dirty="0">
                <a:latin typeface="Times New Roman" pitchFamily="18" charset="0"/>
                <a:ea typeface="宋体" pitchFamily="2" charset="-122"/>
                <a:cs typeface="Times New Roman" pitchFamily="18" charset="0"/>
              </a:rPr>
              <a:t>， </a:t>
            </a:r>
            <a:r>
              <a:rPr lang="en-US" altLang="zh-CN" sz="2000" b="1" u="sng" dirty="0">
                <a:latin typeface="Times New Roman" pitchFamily="18" charset="0"/>
                <a:ea typeface="宋体" pitchFamily="2" charset="-122"/>
                <a:cs typeface="Times New Roman" pitchFamily="18" charset="0"/>
              </a:rPr>
              <a:t>6</a:t>
            </a:r>
          </a:p>
          <a:p>
            <a:r>
              <a:rPr lang="en-US" altLang="zh-CN" sz="2000" b="1" dirty="0">
                <a:latin typeface="Times New Roman" pitchFamily="18" charset="0"/>
                <a:ea typeface="宋体" pitchFamily="2" charset="-122"/>
                <a:cs typeface="Times New Roman" pitchFamily="18" charset="0"/>
              </a:rPr>
              <a:t>                       4</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a:t>
            </a:r>
            <a:r>
              <a:rPr lang="zh-CN" altLang="en-US" sz="2000" b="1" dirty="0">
                <a:latin typeface="Times New Roman" pitchFamily="18" charset="0"/>
                <a:ea typeface="宋体" pitchFamily="2" charset="-122"/>
                <a:cs typeface="Times New Roman" pitchFamily="18" charset="0"/>
              </a:rPr>
              <a:t>，  </a:t>
            </a:r>
            <a:r>
              <a:rPr lang="en-US" altLang="zh-CN" sz="2000" b="1" dirty="0">
                <a:latin typeface="Times New Roman" pitchFamily="18" charset="0"/>
                <a:ea typeface="宋体" pitchFamily="2" charset="-122"/>
                <a:cs typeface="Times New Roman" pitchFamily="18" charset="0"/>
              </a:rPr>
              <a:t>8</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a:t>
            </a:r>
          </a:p>
          <a:p>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所以，</a:t>
            </a:r>
            <a:r>
              <a:rPr lang="en-US" altLang="zh-CN" sz="2000" b="1" dirty="0">
                <a:latin typeface="Times New Roman" pitchFamily="18" charset="0"/>
                <a:ea typeface="宋体" pitchFamily="2" charset="-122"/>
                <a:cs typeface="Times New Roman" pitchFamily="18" charset="0"/>
              </a:rPr>
              <a:t> K</a:t>
            </a:r>
            <a:r>
              <a:rPr lang="en-US" altLang="zh-CN" sz="2000" b="1" baseline="-25000" dirty="0">
                <a:latin typeface="Times New Roman" pitchFamily="18" charset="0"/>
                <a:ea typeface="宋体" pitchFamily="2" charset="-122"/>
                <a:cs typeface="Times New Roman" pitchFamily="18" charset="0"/>
              </a:rPr>
              <a:t>CD</a:t>
            </a:r>
            <a:r>
              <a:rPr lang="en-US" altLang="zh-CN" sz="2000" b="1" dirty="0">
                <a:latin typeface="Times New Roman" pitchFamily="18" charset="0"/>
                <a:ea typeface="宋体" pitchFamily="2" charset="-122"/>
                <a:cs typeface="Times New Roman" pitchFamily="18" charset="0"/>
              </a:rPr>
              <a:t>=max{4</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a:t>
            </a:r>
            <a:r>
              <a:rPr lang="zh-CN" altLang="en-US" sz="2000" b="1" dirty="0">
                <a:latin typeface="Times New Roman" pitchFamily="18" charset="0"/>
                <a:ea typeface="宋体" pitchFamily="2" charset="-122"/>
                <a:cs typeface="Times New Roman" pitchFamily="18" charset="0"/>
              </a:rPr>
              <a:t>，  </a:t>
            </a:r>
            <a:r>
              <a:rPr lang="en-US" altLang="zh-CN" sz="2000" b="1" dirty="0">
                <a:latin typeface="Times New Roman" pitchFamily="18" charset="0"/>
                <a:ea typeface="宋体" pitchFamily="2" charset="-122"/>
                <a:cs typeface="Times New Roman" pitchFamily="18" charset="0"/>
              </a:rPr>
              <a:t>8</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-6}=8d</a:t>
            </a:r>
            <a:r>
              <a:rPr lang="zh-CN" altLang="en-US" sz="2000" b="1" dirty="0">
                <a:latin typeface="Times New Roman" pitchFamily="18" charset="0"/>
                <a:ea typeface="宋体" pitchFamily="2" charset="-122"/>
                <a:cs typeface="Times New Roman" pitchFamily="18" charset="0"/>
              </a:rPr>
              <a:t>；</a:t>
            </a:r>
            <a:endParaRPr lang="en-US" altLang="zh-CN" sz="2000" b="1" dirty="0">
              <a:latin typeface="Times New Roman" pitchFamily="18" charset="0"/>
              <a:ea typeface="宋体" pitchFamily="2" charset="-122"/>
              <a:cs typeface="Times New Roman" pitchFamily="18" charset="0"/>
            </a:endParaRPr>
          </a:p>
        </p:txBody>
      </p:sp>
      <p:sp>
        <p:nvSpPr>
          <p:cNvPr id="5" name="TextBox 4"/>
          <p:cNvSpPr txBox="1"/>
          <p:nvPr/>
        </p:nvSpPr>
        <p:spPr>
          <a:xfrm>
            <a:off x="107682" y="2492191"/>
            <a:ext cx="8928992" cy="1015663"/>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）计算工期：</a:t>
            </a:r>
            <a:endParaRPr lang="en-US" altLang="zh-CN" sz="2000" b="1" dirty="0">
              <a:latin typeface="Times New Roman" pitchFamily="18" charset="0"/>
              <a:ea typeface="宋体" pitchFamily="2" charset="-122"/>
              <a:cs typeface="Times New Roman" pitchFamily="18" charset="0"/>
            </a:endParaRPr>
          </a:p>
          <a:p>
            <a:pPr>
              <a:lnSpc>
                <a:spcPct val="150000"/>
              </a:lnSpc>
            </a:pPr>
            <a:r>
              <a:rPr lang="en-US" altLang="zh-CN" sz="2000" b="1" dirty="0">
                <a:latin typeface="Times New Roman" pitchFamily="18" charset="0"/>
                <a:ea typeface="宋体" pitchFamily="2" charset="-122"/>
                <a:cs typeface="Times New Roman" pitchFamily="18" charset="0"/>
              </a:rPr>
              <a:t>        T=∑K + D</a:t>
            </a:r>
            <a:r>
              <a:rPr lang="en-US" altLang="zh-CN" sz="2000" b="1" baseline="-25000" dirty="0">
                <a:latin typeface="Times New Roman" pitchFamily="18" charset="0"/>
                <a:ea typeface="宋体" pitchFamily="2" charset="-122"/>
                <a:cs typeface="Times New Roman" pitchFamily="18" charset="0"/>
              </a:rPr>
              <a:t>h</a:t>
            </a:r>
            <a:r>
              <a:rPr lang="en-US" altLang="zh-CN" sz="2000" b="1" dirty="0">
                <a:latin typeface="Times New Roman" pitchFamily="18" charset="0"/>
                <a:ea typeface="宋体" pitchFamily="2" charset="-122"/>
                <a:cs typeface="Times New Roman" pitchFamily="18" charset="0"/>
              </a:rPr>
              <a:t> + ∑J + ∑Z </a:t>
            </a:r>
            <a:r>
              <a:rPr lang="zh-CN" altLang="en-US" sz="2000" b="1" dirty="0">
                <a:latin typeface="Times New Roman" pitchFamily="18" charset="0"/>
                <a:ea typeface="宋体" pitchFamily="2" charset="-122"/>
                <a:cs typeface="Times New Roman" pitchFamily="18" charset="0"/>
              </a:rPr>
              <a:t>－ ∑</a:t>
            </a:r>
            <a:r>
              <a:rPr lang="en-US" altLang="zh-CN" sz="2000" b="1" dirty="0">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2+3+8</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2+2+2</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+0=19d</a:t>
            </a:r>
            <a:r>
              <a:rPr lang="zh-CN" altLang="en-US" sz="2000" b="1" dirty="0">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）绘制流水施工进度表：</a:t>
            </a:r>
          </a:p>
        </p:txBody>
      </p:sp>
      <p:graphicFrame>
        <p:nvGraphicFramePr>
          <p:cNvPr id="2" name="表格 1"/>
          <p:cNvGraphicFramePr>
            <a:graphicFrameLocks noGrp="1"/>
          </p:cNvGraphicFramePr>
          <p:nvPr>
            <p:extLst>
              <p:ext uri="{D42A27DB-BD31-4B8C-83A1-F6EECF244321}">
                <p14:modId xmlns:p14="http://schemas.microsoft.com/office/powerpoint/2010/main" val="1699661125"/>
              </p:ext>
            </p:extLst>
          </p:nvPr>
        </p:nvGraphicFramePr>
        <p:xfrm>
          <a:off x="1043607" y="922963"/>
          <a:ext cx="7920884" cy="3016939"/>
        </p:xfrm>
        <a:graphic>
          <a:graphicData uri="http://schemas.openxmlformats.org/drawingml/2006/table">
            <a:tbl>
              <a:tblPr firstRow="1" firstCol="1" bandRow="1">
                <a:tableStyleId>{5940675A-B579-460E-94D1-54222C63F5DA}</a:tableStyleId>
              </a:tblPr>
              <a:tblGrid>
                <a:gridCol w="521429">
                  <a:extLst>
                    <a:ext uri="{9D8B030D-6E8A-4147-A177-3AD203B41FA5}">
                      <a16:colId xmlns:a16="http://schemas.microsoft.com/office/drawing/2014/main" val="20000"/>
                    </a:ext>
                  </a:extLst>
                </a:gridCol>
                <a:gridCol w="389445">
                  <a:extLst>
                    <a:ext uri="{9D8B030D-6E8A-4147-A177-3AD203B41FA5}">
                      <a16:colId xmlns:a16="http://schemas.microsoft.com/office/drawing/2014/main" val="20001"/>
                    </a:ext>
                  </a:extLst>
                </a:gridCol>
                <a:gridCol w="389445">
                  <a:extLst>
                    <a:ext uri="{9D8B030D-6E8A-4147-A177-3AD203B41FA5}">
                      <a16:colId xmlns:a16="http://schemas.microsoft.com/office/drawing/2014/main" val="20002"/>
                    </a:ext>
                  </a:extLst>
                </a:gridCol>
                <a:gridCol w="389445">
                  <a:extLst>
                    <a:ext uri="{9D8B030D-6E8A-4147-A177-3AD203B41FA5}">
                      <a16:colId xmlns:a16="http://schemas.microsoft.com/office/drawing/2014/main" val="20003"/>
                    </a:ext>
                  </a:extLst>
                </a:gridCol>
                <a:gridCol w="389445">
                  <a:extLst>
                    <a:ext uri="{9D8B030D-6E8A-4147-A177-3AD203B41FA5}">
                      <a16:colId xmlns:a16="http://schemas.microsoft.com/office/drawing/2014/main" val="20004"/>
                    </a:ext>
                  </a:extLst>
                </a:gridCol>
                <a:gridCol w="389445">
                  <a:extLst>
                    <a:ext uri="{9D8B030D-6E8A-4147-A177-3AD203B41FA5}">
                      <a16:colId xmlns:a16="http://schemas.microsoft.com/office/drawing/2014/main" val="20005"/>
                    </a:ext>
                  </a:extLst>
                </a:gridCol>
                <a:gridCol w="389445">
                  <a:extLst>
                    <a:ext uri="{9D8B030D-6E8A-4147-A177-3AD203B41FA5}">
                      <a16:colId xmlns:a16="http://schemas.microsoft.com/office/drawing/2014/main" val="20006"/>
                    </a:ext>
                  </a:extLst>
                </a:gridCol>
                <a:gridCol w="389445">
                  <a:extLst>
                    <a:ext uri="{9D8B030D-6E8A-4147-A177-3AD203B41FA5}">
                      <a16:colId xmlns:a16="http://schemas.microsoft.com/office/drawing/2014/main" val="20007"/>
                    </a:ext>
                  </a:extLst>
                </a:gridCol>
                <a:gridCol w="389445">
                  <a:extLst>
                    <a:ext uri="{9D8B030D-6E8A-4147-A177-3AD203B41FA5}">
                      <a16:colId xmlns:a16="http://schemas.microsoft.com/office/drawing/2014/main" val="20008"/>
                    </a:ext>
                  </a:extLst>
                </a:gridCol>
                <a:gridCol w="389445">
                  <a:extLst>
                    <a:ext uri="{9D8B030D-6E8A-4147-A177-3AD203B41FA5}">
                      <a16:colId xmlns:a16="http://schemas.microsoft.com/office/drawing/2014/main" val="20009"/>
                    </a:ext>
                  </a:extLst>
                </a:gridCol>
                <a:gridCol w="389445">
                  <a:extLst>
                    <a:ext uri="{9D8B030D-6E8A-4147-A177-3AD203B41FA5}">
                      <a16:colId xmlns:a16="http://schemas.microsoft.com/office/drawing/2014/main" val="20010"/>
                    </a:ext>
                  </a:extLst>
                </a:gridCol>
                <a:gridCol w="389445">
                  <a:extLst>
                    <a:ext uri="{9D8B030D-6E8A-4147-A177-3AD203B41FA5}">
                      <a16:colId xmlns:a16="http://schemas.microsoft.com/office/drawing/2014/main" val="20011"/>
                    </a:ext>
                  </a:extLst>
                </a:gridCol>
                <a:gridCol w="389445">
                  <a:extLst>
                    <a:ext uri="{9D8B030D-6E8A-4147-A177-3AD203B41FA5}">
                      <a16:colId xmlns:a16="http://schemas.microsoft.com/office/drawing/2014/main" val="20012"/>
                    </a:ext>
                  </a:extLst>
                </a:gridCol>
                <a:gridCol w="389445">
                  <a:extLst>
                    <a:ext uri="{9D8B030D-6E8A-4147-A177-3AD203B41FA5}">
                      <a16:colId xmlns:a16="http://schemas.microsoft.com/office/drawing/2014/main" val="20013"/>
                    </a:ext>
                  </a:extLst>
                </a:gridCol>
                <a:gridCol w="389445">
                  <a:extLst>
                    <a:ext uri="{9D8B030D-6E8A-4147-A177-3AD203B41FA5}">
                      <a16:colId xmlns:a16="http://schemas.microsoft.com/office/drawing/2014/main" val="20014"/>
                    </a:ext>
                  </a:extLst>
                </a:gridCol>
                <a:gridCol w="389445">
                  <a:extLst>
                    <a:ext uri="{9D8B030D-6E8A-4147-A177-3AD203B41FA5}">
                      <a16:colId xmlns:a16="http://schemas.microsoft.com/office/drawing/2014/main" val="20015"/>
                    </a:ext>
                  </a:extLst>
                </a:gridCol>
                <a:gridCol w="389445">
                  <a:extLst>
                    <a:ext uri="{9D8B030D-6E8A-4147-A177-3AD203B41FA5}">
                      <a16:colId xmlns:a16="http://schemas.microsoft.com/office/drawing/2014/main" val="20016"/>
                    </a:ext>
                  </a:extLst>
                </a:gridCol>
                <a:gridCol w="389445">
                  <a:extLst>
                    <a:ext uri="{9D8B030D-6E8A-4147-A177-3AD203B41FA5}">
                      <a16:colId xmlns:a16="http://schemas.microsoft.com/office/drawing/2014/main" val="20017"/>
                    </a:ext>
                  </a:extLst>
                </a:gridCol>
                <a:gridCol w="389445">
                  <a:extLst>
                    <a:ext uri="{9D8B030D-6E8A-4147-A177-3AD203B41FA5}">
                      <a16:colId xmlns:a16="http://schemas.microsoft.com/office/drawing/2014/main" val="20018"/>
                    </a:ext>
                  </a:extLst>
                </a:gridCol>
                <a:gridCol w="389445">
                  <a:extLst>
                    <a:ext uri="{9D8B030D-6E8A-4147-A177-3AD203B41FA5}">
                      <a16:colId xmlns:a16="http://schemas.microsoft.com/office/drawing/2014/main" val="20019"/>
                    </a:ext>
                  </a:extLst>
                </a:gridCol>
              </a:tblGrid>
              <a:tr h="492971">
                <a:tc rowSpan="2">
                  <a:txBody>
                    <a:bodyPr/>
                    <a:lstStyle/>
                    <a:p>
                      <a:pPr algn="ctr">
                        <a:spcAft>
                          <a:spcPts val="0"/>
                        </a:spcAft>
                      </a:pPr>
                      <a:r>
                        <a:rPr lang="zh-CN" sz="1400" b="1" kern="100" dirty="0">
                          <a:effectLst/>
                          <a:latin typeface="Times New Roman" pitchFamily="18" charset="0"/>
                          <a:ea typeface="宋体" pitchFamily="2" charset="-122"/>
                          <a:cs typeface="Times New Roman" pitchFamily="18" charset="0"/>
                        </a:rPr>
                        <a:t>施工</a:t>
                      </a:r>
                    </a:p>
                    <a:p>
                      <a:pPr algn="ctr">
                        <a:spcAft>
                          <a:spcPts val="0"/>
                        </a:spcAft>
                      </a:pPr>
                      <a:r>
                        <a:rPr lang="zh-CN" sz="1400" b="1" kern="100" dirty="0">
                          <a:effectLst/>
                          <a:latin typeface="Times New Roman" pitchFamily="18" charset="0"/>
                          <a:ea typeface="宋体" pitchFamily="2" charset="-122"/>
                          <a:cs typeface="Times New Roman" pitchFamily="18" charset="0"/>
                        </a:rPr>
                        <a:t>过程</a:t>
                      </a:r>
                    </a:p>
                  </a:txBody>
                  <a:tcPr marL="68580" marR="68580" marT="0" marB="0" anchor="ctr"/>
                </a:tc>
                <a:tc gridSpan="19">
                  <a:txBody>
                    <a:bodyPr/>
                    <a:lstStyle/>
                    <a:p>
                      <a:pPr algn="ctr">
                        <a:spcAft>
                          <a:spcPts val="0"/>
                        </a:spcAft>
                      </a:pPr>
                      <a:r>
                        <a:rPr lang="zh-CN" sz="1400" b="1" kern="100" dirty="0">
                          <a:effectLst/>
                          <a:latin typeface="Times New Roman" pitchFamily="18" charset="0"/>
                          <a:ea typeface="宋体" pitchFamily="2" charset="-122"/>
                          <a:cs typeface="Times New Roman" pitchFamily="18" charset="0"/>
                        </a:rPr>
                        <a:t>施工进度（天）</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2084">
                <a:tc vMerge="1">
                  <a:txBody>
                    <a:bodyPr/>
                    <a:lstStyle/>
                    <a:p>
                      <a:endParaRPr lang="zh-CN" altLang="en-US"/>
                    </a:p>
                  </a:txBody>
                  <a:tcP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2</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3</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4</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5</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6</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7</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8</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9</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10</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11</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12</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13</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14</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15</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16</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17</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18</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just">
                        <a:spcAft>
                          <a:spcPts val="0"/>
                        </a:spcAft>
                      </a:pPr>
                      <a:r>
                        <a:rPr lang="en-US" sz="1400" b="1" kern="100">
                          <a:effectLst/>
                          <a:latin typeface="Times New Roman" pitchFamily="18" charset="0"/>
                          <a:ea typeface="宋体" pitchFamily="2" charset="-122"/>
                          <a:cs typeface="Times New Roman" pitchFamily="18" charset="0"/>
                        </a:rPr>
                        <a:t>19</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1"/>
                  </a:ext>
                </a:extLst>
              </a:tr>
              <a:tr h="492971">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A</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ea typeface="宋体" pitchFamily="2" charset="-122"/>
                          <a:cs typeface="Times New Roman" pitchFamily="18" charset="0"/>
                        </a:rPr>
                        <a:t> </a:t>
                      </a:r>
                      <a:endParaRPr lang="zh-CN" sz="14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2"/>
                  </a:ext>
                </a:extLst>
              </a:tr>
              <a:tr h="492971">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B</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ea typeface="宋体" pitchFamily="2" charset="-122"/>
                          <a:cs typeface="Times New Roman" pitchFamily="18" charset="0"/>
                        </a:rPr>
                        <a:t> </a:t>
                      </a:r>
                      <a:endParaRPr lang="zh-CN" sz="14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ea typeface="宋体" pitchFamily="2" charset="-122"/>
                          <a:cs typeface="Times New Roman" pitchFamily="18" charset="0"/>
                        </a:rPr>
                        <a:t> </a:t>
                      </a:r>
                      <a:endParaRPr lang="zh-CN" sz="14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3"/>
                  </a:ext>
                </a:extLst>
              </a:tr>
              <a:tr h="492971">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C</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4"/>
                  </a:ext>
                </a:extLst>
              </a:tr>
              <a:tr h="492971">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D</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dirty="0">
                          <a:effectLst/>
                          <a:latin typeface="Times New Roman" pitchFamily="18" charset="0"/>
                          <a:ea typeface="宋体" pitchFamily="2" charset="-122"/>
                          <a:cs typeface="Times New Roman" pitchFamily="18" charset="0"/>
                        </a:rPr>
                        <a:t> </a:t>
                      </a:r>
                      <a:endParaRPr lang="zh-CN" sz="14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a:effectLst/>
                          <a:latin typeface="Times New Roman" pitchFamily="18" charset="0"/>
                          <a:ea typeface="宋体" pitchFamily="2" charset="-122"/>
                          <a:cs typeface="Times New Roman" pitchFamily="18" charset="0"/>
                        </a:rPr>
                        <a:t> </a:t>
                      </a:r>
                      <a:endParaRPr lang="zh-CN" sz="1400" b="1" kern="100">
                        <a:effectLst/>
                        <a:latin typeface="Times New Roman" pitchFamily="18" charset="0"/>
                        <a:ea typeface="宋体" pitchFamily="2" charset="-122"/>
                        <a:cs typeface="Times New Roman" pitchFamily="18" charset="0"/>
                      </a:endParaRPr>
                    </a:p>
                  </a:txBody>
                  <a:tcPr marL="68580" marR="68580" marT="0" marB="0"/>
                </a:tc>
                <a:tc>
                  <a:txBody>
                    <a:bodyPr/>
                    <a:lstStyle/>
                    <a:p>
                      <a:pPr algn="ctr">
                        <a:spcAft>
                          <a:spcPts val="0"/>
                        </a:spcAft>
                      </a:pPr>
                      <a:r>
                        <a:rPr lang="en-US" sz="1400" b="1" kern="100" dirty="0">
                          <a:effectLst/>
                          <a:latin typeface="Times New Roman" pitchFamily="18" charset="0"/>
                          <a:ea typeface="宋体" pitchFamily="2" charset="-122"/>
                          <a:cs typeface="Times New Roman" pitchFamily="18" charset="0"/>
                        </a:rPr>
                        <a:t> </a:t>
                      </a:r>
                      <a:endParaRPr lang="zh-CN" sz="1400" b="1" kern="100" dirty="0">
                        <a:effectLst/>
                        <a:latin typeface="Times New Roman" pitchFamily="18" charset="0"/>
                        <a:ea typeface="宋体" pitchFamily="2" charset="-122"/>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p:cxnSp>
        <p:nvCxnSpPr>
          <p:cNvPr id="6" name="直接连接符 5"/>
          <p:cNvCxnSpPr/>
          <p:nvPr/>
        </p:nvCxnSpPr>
        <p:spPr>
          <a:xfrm>
            <a:off x="1547664" y="2283718"/>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339752" y="2211710"/>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131840" y="2283718"/>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78612" y="1993061"/>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10" name="TextBox 9"/>
          <p:cNvSpPr txBox="1"/>
          <p:nvPr/>
        </p:nvSpPr>
        <p:spPr>
          <a:xfrm>
            <a:off x="2555776" y="1921053"/>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11" name="TextBox 10"/>
          <p:cNvSpPr txBox="1"/>
          <p:nvPr/>
        </p:nvSpPr>
        <p:spPr>
          <a:xfrm>
            <a:off x="3347864" y="1993060"/>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12" name="直接连接符 11"/>
          <p:cNvCxnSpPr/>
          <p:nvPr/>
        </p:nvCxnSpPr>
        <p:spPr>
          <a:xfrm>
            <a:off x="2339752" y="2787774"/>
            <a:ext cx="118813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71800" y="2497117"/>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cxnSp>
        <p:nvCxnSpPr>
          <p:cNvPr id="15" name="直接连接符 14"/>
          <p:cNvCxnSpPr/>
          <p:nvPr/>
        </p:nvCxnSpPr>
        <p:spPr>
          <a:xfrm>
            <a:off x="3527884" y="2715766"/>
            <a:ext cx="118813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680012" y="2787774"/>
            <a:ext cx="118813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923928" y="2425109"/>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18" name="TextBox 17"/>
          <p:cNvSpPr txBox="1"/>
          <p:nvPr/>
        </p:nvSpPr>
        <p:spPr>
          <a:xfrm>
            <a:off x="5076056" y="2497117"/>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19" name="直接连接符 18"/>
          <p:cNvCxnSpPr/>
          <p:nvPr/>
        </p:nvCxnSpPr>
        <p:spPr>
          <a:xfrm>
            <a:off x="3491880" y="3291830"/>
            <a:ext cx="15841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139952" y="3001173"/>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cxnSp>
        <p:nvCxnSpPr>
          <p:cNvPr id="22" name="直接连接符 21"/>
          <p:cNvCxnSpPr/>
          <p:nvPr/>
        </p:nvCxnSpPr>
        <p:spPr>
          <a:xfrm>
            <a:off x="5076056" y="3219822"/>
            <a:ext cx="15841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588224" y="3291830"/>
            <a:ext cx="15841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688124" y="2922513"/>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25" name="TextBox 24"/>
          <p:cNvSpPr txBox="1"/>
          <p:nvPr/>
        </p:nvSpPr>
        <p:spPr>
          <a:xfrm>
            <a:off x="7194916" y="3001172"/>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26" name="直接连接符 25"/>
          <p:cNvCxnSpPr/>
          <p:nvPr/>
        </p:nvCxnSpPr>
        <p:spPr>
          <a:xfrm>
            <a:off x="6588224" y="3795886"/>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380312" y="3723878"/>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172400" y="3795886"/>
            <a:ext cx="7920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819172" y="3505229"/>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30" name="TextBox 29"/>
          <p:cNvSpPr txBox="1"/>
          <p:nvPr/>
        </p:nvSpPr>
        <p:spPr>
          <a:xfrm>
            <a:off x="7596336" y="3433221"/>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31" name="TextBox 30"/>
          <p:cNvSpPr txBox="1"/>
          <p:nvPr/>
        </p:nvSpPr>
        <p:spPr>
          <a:xfrm>
            <a:off x="8388424" y="3505228"/>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32" name="直接箭头连接符 31"/>
          <p:cNvCxnSpPr/>
          <p:nvPr/>
        </p:nvCxnSpPr>
        <p:spPr>
          <a:xfrm>
            <a:off x="1562468" y="2642287"/>
            <a:ext cx="777284"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763688" y="2642287"/>
            <a:ext cx="446971" cy="28950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r>
              <a:rPr lang="en-US" altLang="zh-CN" baseline="-25000" dirty="0"/>
              <a:t>AB</a:t>
            </a:r>
            <a:endParaRPr lang="zh-CN" altLang="en-US" dirty="0"/>
          </a:p>
        </p:txBody>
      </p:sp>
      <p:cxnSp>
        <p:nvCxnSpPr>
          <p:cNvPr id="35" name="直接箭头连接符 34"/>
          <p:cNvCxnSpPr/>
          <p:nvPr/>
        </p:nvCxnSpPr>
        <p:spPr>
          <a:xfrm>
            <a:off x="2354556" y="3147814"/>
            <a:ext cx="1137324"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756877" y="3147814"/>
            <a:ext cx="446971" cy="28950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r>
              <a:rPr lang="en-US" altLang="zh-CN" baseline="-25000" dirty="0"/>
              <a:t>BC</a:t>
            </a:r>
            <a:endParaRPr lang="zh-CN" altLang="en-US" dirty="0"/>
          </a:p>
        </p:txBody>
      </p:sp>
      <p:cxnSp>
        <p:nvCxnSpPr>
          <p:cNvPr id="38" name="直接箭头连接符 37"/>
          <p:cNvCxnSpPr/>
          <p:nvPr/>
        </p:nvCxnSpPr>
        <p:spPr>
          <a:xfrm>
            <a:off x="3491880" y="3650556"/>
            <a:ext cx="3168352"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5061133" y="3650556"/>
            <a:ext cx="446971" cy="28950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r>
              <a:rPr lang="en-US" altLang="zh-CN" baseline="-25000" dirty="0"/>
              <a:t>CD</a:t>
            </a:r>
            <a:endParaRPr lang="zh-CN" altLang="en-US" dirty="0"/>
          </a:p>
        </p:txBody>
      </p:sp>
      <p:cxnSp>
        <p:nvCxnSpPr>
          <p:cNvPr id="41" name="直接箭头连接符 40"/>
          <p:cNvCxnSpPr/>
          <p:nvPr/>
        </p:nvCxnSpPr>
        <p:spPr>
          <a:xfrm>
            <a:off x="1547664" y="4126464"/>
            <a:ext cx="5112568"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516346" y="4126464"/>
            <a:ext cx="1631718" cy="344518"/>
          </a:xfrm>
          <a:prstGeom prst="rect">
            <a:avLst/>
          </a:prstGeom>
          <a:noFill/>
        </p:spPr>
        <p:txBody>
          <a:bodyPr wrap="square" rtlCol="0">
            <a:spAutoFit/>
          </a:bodyPr>
          <a:lstStyle/>
          <a:p>
            <a:pPr>
              <a:lnSpc>
                <a:spcPct val="130000"/>
              </a:lnSpc>
            </a:pP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K=2+3+8=13</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43" name="直接连接符 42"/>
          <p:cNvCxnSpPr/>
          <p:nvPr/>
        </p:nvCxnSpPr>
        <p:spPr>
          <a:xfrm>
            <a:off x="1547664" y="3928406"/>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652948" y="3928406"/>
            <a:ext cx="0" cy="4230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660232" y="4135447"/>
            <a:ext cx="2233825" cy="8983"/>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399498" y="4144430"/>
            <a:ext cx="1204950" cy="344966"/>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D</a:t>
            </a:r>
            <a:r>
              <a:rPr lang="en-US" altLang="zh-CN" sz="1400" b="1" baseline="-25000" dirty="0">
                <a:latin typeface="Times New Roman" pitchFamily="18" charset="0"/>
                <a:ea typeface="微软雅黑" panose="020B0503020204020204" pitchFamily="34" charset="-122"/>
                <a:cs typeface="Times New Roman" pitchFamily="18" charset="0"/>
              </a:rPr>
              <a:t>h</a:t>
            </a:r>
            <a:r>
              <a:rPr lang="en-US" altLang="zh-CN" sz="1400" b="1" dirty="0">
                <a:latin typeface="Times New Roman" pitchFamily="18" charset="0"/>
                <a:ea typeface="微软雅黑" panose="020B0503020204020204" pitchFamily="34" charset="-122"/>
                <a:cs typeface="Times New Roman" pitchFamily="18" charset="0"/>
              </a:rPr>
              <a:t>=3×2=6</a:t>
            </a:r>
            <a:endParaRPr lang="zh-CN" altLang="en-US" sz="1400" b="1" dirty="0">
              <a:latin typeface="Times New Roman" pitchFamily="18" charset="0"/>
              <a:ea typeface="微软雅黑" panose="020B0503020204020204" pitchFamily="34" charset="-122"/>
              <a:cs typeface="Times New Roman" pitchFamily="18" charset="0"/>
            </a:endParaRPr>
          </a:p>
        </p:txBody>
      </p:sp>
      <p:cxnSp>
        <p:nvCxnSpPr>
          <p:cNvPr id="47" name="直接连接符 46"/>
          <p:cNvCxnSpPr/>
          <p:nvPr/>
        </p:nvCxnSpPr>
        <p:spPr>
          <a:xfrm>
            <a:off x="6660232" y="3946372"/>
            <a:ext cx="0" cy="459141"/>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962911" y="3939902"/>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1547664" y="4502121"/>
            <a:ext cx="7415247" cy="13175"/>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067944" y="4515295"/>
            <a:ext cx="2703866" cy="372410"/>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T=</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2+3+8</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2+2+2</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=19d</a:t>
            </a:r>
            <a:endParaRPr lang="zh-CN" altLang="en-US" sz="1400" b="1" dirty="0">
              <a:latin typeface="Times New Roman" pitchFamily="18" charset="0"/>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anim calcmode="lin" valueType="num">
                                      <p:cBhvr>
                                        <p:cTn id="67" dur="1000" fill="hold"/>
                                        <p:tgtEl>
                                          <p:spTgt spid="16"/>
                                        </p:tgtEl>
                                        <p:attrNameLst>
                                          <p:attrName>ppt_x</p:attrName>
                                        </p:attrNameLst>
                                      </p:cBhvr>
                                      <p:tavLst>
                                        <p:tav tm="0">
                                          <p:val>
                                            <p:strVal val="#ppt_x"/>
                                          </p:val>
                                        </p:tav>
                                        <p:tav tm="100000">
                                          <p:val>
                                            <p:strVal val="#ppt_x"/>
                                          </p:val>
                                        </p:tav>
                                      </p:tavLst>
                                    </p:anim>
                                    <p:anim calcmode="lin" valueType="num">
                                      <p:cBhvr>
                                        <p:cTn id="68" dur="1000" fill="hold"/>
                                        <p:tgtEl>
                                          <p:spTgt spid="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1000"/>
                                        <p:tgtEl>
                                          <p:spTgt spid="17"/>
                                        </p:tgtEl>
                                      </p:cBhvr>
                                    </p:animEffect>
                                    <p:anim calcmode="lin" valueType="num">
                                      <p:cBhvr>
                                        <p:cTn id="72" dur="1000" fill="hold"/>
                                        <p:tgtEl>
                                          <p:spTgt spid="17"/>
                                        </p:tgtEl>
                                        <p:attrNameLst>
                                          <p:attrName>ppt_x</p:attrName>
                                        </p:attrNameLst>
                                      </p:cBhvr>
                                      <p:tavLst>
                                        <p:tav tm="0">
                                          <p:val>
                                            <p:strVal val="#ppt_x"/>
                                          </p:val>
                                        </p:tav>
                                        <p:tav tm="100000">
                                          <p:val>
                                            <p:strVal val="#ppt_x"/>
                                          </p:val>
                                        </p:tav>
                                      </p:tavLst>
                                    </p:anim>
                                    <p:anim calcmode="lin" valueType="num">
                                      <p:cBhvr>
                                        <p:cTn id="73" dur="1000" fill="hold"/>
                                        <p:tgtEl>
                                          <p:spTgt spid="1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1000"/>
                                        <p:tgtEl>
                                          <p:spTgt spid="18"/>
                                        </p:tgtEl>
                                      </p:cBhvr>
                                    </p:animEffect>
                                    <p:anim calcmode="lin" valueType="num">
                                      <p:cBhvr>
                                        <p:cTn id="77" dur="1000" fill="hold"/>
                                        <p:tgtEl>
                                          <p:spTgt spid="18"/>
                                        </p:tgtEl>
                                        <p:attrNameLst>
                                          <p:attrName>ppt_x</p:attrName>
                                        </p:attrNameLst>
                                      </p:cBhvr>
                                      <p:tavLst>
                                        <p:tav tm="0">
                                          <p:val>
                                            <p:strVal val="#ppt_x"/>
                                          </p:val>
                                        </p:tav>
                                        <p:tav tm="100000">
                                          <p:val>
                                            <p:strVal val="#ppt_x"/>
                                          </p:val>
                                        </p:tav>
                                      </p:tavLst>
                                    </p:anim>
                                    <p:anim calcmode="lin" valueType="num">
                                      <p:cBhvr>
                                        <p:cTn id="7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1000"/>
                                        <p:tgtEl>
                                          <p:spTgt spid="19"/>
                                        </p:tgtEl>
                                      </p:cBhvr>
                                    </p:animEffect>
                                    <p:anim calcmode="lin" valueType="num">
                                      <p:cBhvr>
                                        <p:cTn id="84" dur="1000" fill="hold"/>
                                        <p:tgtEl>
                                          <p:spTgt spid="19"/>
                                        </p:tgtEl>
                                        <p:attrNameLst>
                                          <p:attrName>ppt_x</p:attrName>
                                        </p:attrNameLst>
                                      </p:cBhvr>
                                      <p:tavLst>
                                        <p:tav tm="0">
                                          <p:val>
                                            <p:strVal val="#ppt_x"/>
                                          </p:val>
                                        </p:tav>
                                        <p:tav tm="100000">
                                          <p:val>
                                            <p:strVal val="#ppt_x"/>
                                          </p:val>
                                        </p:tav>
                                      </p:tavLst>
                                    </p:anim>
                                    <p:anim calcmode="lin" valueType="num">
                                      <p:cBhvr>
                                        <p:cTn id="85" dur="1000" fill="hold"/>
                                        <p:tgtEl>
                                          <p:spTgt spid="19"/>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1000"/>
                                        <p:tgtEl>
                                          <p:spTgt spid="20"/>
                                        </p:tgtEl>
                                      </p:cBhvr>
                                    </p:animEffect>
                                    <p:anim calcmode="lin" valueType="num">
                                      <p:cBhvr>
                                        <p:cTn id="89" dur="1000" fill="hold"/>
                                        <p:tgtEl>
                                          <p:spTgt spid="20"/>
                                        </p:tgtEl>
                                        <p:attrNameLst>
                                          <p:attrName>ppt_x</p:attrName>
                                        </p:attrNameLst>
                                      </p:cBhvr>
                                      <p:tavLst>
                                        <p:tav tm="0">
                                          <p:val>
                                            <p:strVal val="#ppt_x"/>
                                          </p:val>
                                        </p:tav>
                                        <p:tav tm="100000">
                                          <p:val>
                                            <p:strVal val="#ppt_x"/>
                                          </p:val>
                                        </p:tav>
                                      </p:tavLst>
                                    </p:anim>
                                    <p:anim calcmode="lin" valueType="num">
                                      <p:cBhvr>
                                        <p:cTn id="90" dur="1000" fill="hold"/>
                                        <p:tgtEl>
                                          <p:spTgt spid="20"/>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1000"/>
                                        <p:tgtEl>
                                          <p:spTgt spid="22"/>
                                        </p:tgtEl>
                                      </p:cBhvr>
                                    </p:animEffect>
                                    <p:anim calcmode="lin" valueType="num">
                                      <p:cBhvr>
                                        <p:cTn id="94" dur="1000" fill="hold"/>
                                        <p:tgtEl>
                                          <p:spTgt spid="22"/>
                                        </p:tgtEl>
                                        <p:attrNameLst>
                                          <p:attrName>ppt_x</p:attrName>
                                        </p:attrNameLst>
                                      </p:cBhvr>
                                      <p:tavLst>
                                        <p:tav tm="0">
                                          <p:val>
                                            <p:strVal val="#ppt_x"/>
                                          </p:val>
                                        </p:tav>
                                        <p:tav tm="100000">
                                          <p:val>
                                            <p:strVal val="#ppt_x"/>
                                          </p:val>
                                        </p:tav>
                                      </p:tavLst>
                                    </p:anim>
                                    <p:anim calcmode="lin" valueType="num">
                                      <p:cBhvr>
                                        <p:cTn id="95" dur="1000" fill="hold"/>
                                        <p:tgtEl>
                                          <p:spTgt spid="22"/>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1000"/>
                                        <p:tgtEl>
                                          <p:spTgt spid="23"/>
                                        </p:tgtEl>
                                      </p:cBhvr>
                                    </p:animEffect>
                                    <p:anim calcmode="lin" valueType="num">
                                      <p:cBhvr>
                                        <p:cTn id="99" dur="1000" fill="hold"/>
                                        <p:tgtEl>
                                          <p:spTgt spid="23"/>
                                        </p:tgtEl>
                                        <p:attrNameLst>
                                          <p:attrName>ppt_x</p:attrName>
                                        </p:attrNameLst>
                                      </p:cBhvr>
                                      <p:tavLst>
                                        <p:tav tm="0">
                                          <p:val>
                                            <p:strVal val="#ppt_x"/>
                                          </p:val>
                                        </p:tav>
                                        <p:tav tm="100000">
                                          <p:val>
                                            <p:strVal val="#ppt_x"/>
                                          </p:val>
                                        </p:tav>
                                      </p:tavLst>
                                    </p:anim>
                                    <p:anim calcmode="lin" valueType="num">
                                      <p:cBhvr>
                                        <p:cTn id="100" dur="1000" fill="hold"/>
                                        <p:tgtEl>
                                          <p:spTgt spid="23"/>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1000"/>
                                        <p:tgtEl>
                                          <p:spTgt spid="24"/>
                                        </p:tgtEl>
                                      </p:cBhvr>
                                    </p:animEffect>
                                    <p:anim calcmode="lin" valueType="num">
                                      <p:cBhvr>
                                        <p:cTn id="104" dur="1000" fill="hold"/>
                                        <p:tgtEl>
                                          <p:spTgt spid="24"/>
                                        </p:tgtEl>
                                        <p:attrNameLst>
                                          <p:attrName>ppt_x</p:attrName>
                                        </p:attrNameLst>
                                      </p:cBhvr>
                                      <p:tavLst>
                                        <p:tav tm="0">
                                          <p:val>
                                            <p:strVal val="#ppt_x"/>
                                          </p:val>
                                        </p:tav>
                                        <p:tav tm="100000">
                                          <p:val>
                                            <p:strVal val="#ppt_x"/>
                                          </p:val>
                                        </p:tav>
                                      </p:tavLst>
                                    </p:anim>
                                    <p:anim calcmode="lin" valueType="num">
                                      <p:cBhvr>
                                        <p:cTn id="105" dur="1000" fill="hold"/>
                                        <p:tgtEl>
                                          <p:spTgt spid="24"/>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1000"/>
                                        <p:tgtEl>
                                          <p:spTgt spid="25"/>
                                        </p:tgtEl>
                                      </p:cBhvr>
                                    </p:animEffect>
                                    <p:anim calcmode="lin" valueType="num">
                                      <p:cBhvr>
                                        <p:cTn id="109" dur="1000" fill="hold"/>
                                        <p:tgtEl>
                                          <p:spTgt spid="25"/>
                                        </p:tgtEl>
                                        <p:attrNameLst>
                                          <p:attrName>ppt_x</p:attrName>
                                        </p:attrNameLst>
                                      </p:cBhvr>
                                      <p:tavLst>
                                        <p:tav tm="0">
                                          <p:val>
                                            <p:strVal val="#ppt_x"/>
                                          </p:val>
                                        </p:tav>
                                        <p:tav tm="100000">
                                          <p:val>
                                            <p:strVal val="#ppt_x"/>
                                          </p:val>
                                        </p:tav>
                                      </p:tavLst>
                                    </p:anim>
                                    <p:anim calcmode="lin" valueType="num">
                                      <p:cBhvr>
                                        <p:cTn id="11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1000"/>
                                        <p:tgtEl>
                                          <p:spTgt spid="26"/>
                                        </p:tgtEl>
                                      </p:cBhvr>
                                    </p:animEffect>
                                    <p:anim calcmode="lin" valueType="num">
                                      <p:cBhvr>
                                        <p:cTn id="116" dur="1000" fill="hold"/>
                                        <p:tgtEl>
                                          <p:spTgt spid="26"/>
                                        </p:tgtEl>
                                        <p:attrNameLst>
                                          <p:attrName>ppt_x</p:attrName>
                                        </p:attrNameLst>
                                      </p:cBhvr>
                                      <p:tavLst>
                                        <p:tav tm="0">
                                          <p:val>
                                            <p:strVal val="#ppt_x"/>
                                          </p:val>
                                        </p:tav>
                                        <p:tav tm="100000">
                                          <p:val>
                                            <p:strVal val="#ppt_x"/>
                                          </p:val>
                                        </p:tav>
                                      </p:tavLst>
                                    </p:anim>
                                    <p:anim calcmode="lin" valueType="num">
                                      <p:cBhvr>
                                        <p:cTn id="117" dur="10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1000"/>
                                        <p:tgtEl>
                                          <p:spTgt spid="27"/>
                                        </p:tgtEl>
                                      </p:cBhvr>
                                    </p:animEffect>
                                    <p:anim calcmode="lin" valueType="num">
                                      <p:cBhvr>
                                        <p:cTn id="121" dur="1000" fill="hold"/>
                                        <p:tgtEl>
                                          <p:spTgt spid="27"/>
                                        </p:tgtEl>
                                        <p:attrNameLst>
                                          <p:attrName>ppt_x</p:attrName>
                                        </p:attrNameLst>
                                      </p:cBhvr>
                                      <p:tavLst>
                                        <p:tav tm="0">
                                          <p:val>
                                            <p:strVal val="#ppt_x"/>
                                          </p:val>
                                        </p:tav>
                                        <p:tav tm="100000">
                                          <p:val>
                                            <p:strVal val="#ppt_x"/>
                                          </p:val>
                                        </p:tav>
                                      </p:tavLst>
                                    </p:anim>
                                    <p:anim calcmode="lin" valueType="num">
                                      <p:cBhvr>
                                        <p:cTn id="122" dur="10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1000"/>
                                        <p:tgtEl>
                                          <p:spTgt spid="28"/>
                                        </p:tgtEl>
                                      </p:cBhvr>
                                    </p:animEffect>
                                    <p:anim calcmode="lin" valueType="num">
                                      <p:cBhvr>
                                        <p:cTn id="126" dur="1000" fill="hold"/>
                                        <p:tgtEl>
                                          <p:spTgt spid="28"/>
                                        </p:tgtEl>
                                        <p:attrNameLst>
                                          <p:attrName>ppt_x</p:attrName>
                                        </p:attrNameLst>
                                      </p:cBhvr>
                                      <p:tavLst>
                                        <p:tav tm="0">
                                          <p:val>
                                            <p:strVal val="#ppt_x"/>
                                          </p:val>
                                        </p:tav>
                                        <p:tav tm="100000">
                                          <p:val>
                                            <p:strVal val="#ppt_x"/>
                                          </p:val>
                                        </p:tav>
                                      </p:tavLst>
                                    </p:anim>
                                    <p:anim calcmode="lin" valueType="num">
                                      <p:cBhvr>
                                        <p:cTn id="127" dur="10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1000"/>
                                        <p:tgtEl>
                                          <p:spTgt spid="29"/>
                                        </p:tgtEl>
                                      </p:cBhvr>
                                    </p:animEffect>
                                    <p:anim calcmode="lin" valueType="num">
                                      <p:cBhvr>
                                        <p:cTn id="131" dur="1000" fill="hold"/>
                                        <p:tgtEl>
                                          <p:spTgt spid="29"/>
                                        </p:tgtEl>
                                        <p:attrNameLst>
                                          <p:attrName>ppt_x</p:attrName>
                                        </p:attrNameLst>
                                      </p:cBhvr>
                                      <p:tavLst>
                                        <p:tav tm="0">
                                          <p:val>
                                            <p:strVal val="#ppt_x"/>
                                          </p:val>
                                        </p:tav>
                                        <p:tav tm="100000">
                                          <p:val>
                                            <p:strVal val="#ppt_x"/>
                                          </p:val>
                                        </p:tav>
                                      </p:tavLst>
                                    </p:anim>
                                    <p:anim calcmode="lin" valueType="num">
                                      <p:cBhvr>
                                        <p:cTn id="132" dur="10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1000"/>
                                        <p:tgtEl>
                                          <p:spTgt spid="30"/>
                                        </p:tgtEl>
                                      </p:cBhvr>
                                    </p:animEffect>
                                    <p:anim calcmode="lin" valueType="num">
                                      <p:cBhvr>
                                        <p:cTn id="136" dur="1000" fill="hold"/>
                                        <p:tgtEl>
                                          <p:spTgt spid="30"/>
                                        </p:tgtEl>
                                        <p:attrNameLst>
                                          <p:attrName>ppt_x</p:attrName>
                                        </p:attrNameLst>
                                      </p:cBhvr>
                                      <p:tavLst>
                                        <p:tav tm="0">
                                          <p:val>
                                            <p:strVal val="#ppt_x"/>
                                          </p:val>
                                        </p:tav>
                                        <p:tav tm="100000">
                                          <p:val>
                                            <p:strVal val="#ppt_x"/>
                                          </p:val>
                                        </p:tav>
                                      </p:tavLst>
                                    </p:anim>
                                    <p:anim calcmode="lin" valueType="num">
                                      <p:cBhvr>
                                        <p:cTn id="137" dur="10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1000"/>
                                        <p:tgtEl>
                                          <p:spTgt spid="31"/>
                                        </p:tgtEl>
                                      </p:cBhvr>
                                    </p:animEffect>
                                    <p:anim calcmode="lin" valueType="num">
                                      <p:cBhvr>
                                        <p:cTn id="141" dur="1000" fill="hold"/>
                                        <p:tgtEl>
                                          <p:spTgt spid="31"/>
                                        </p:tgtEl>
                                        <p:attrNameLst>
                                          <p:attrName>ppt_x</p:attrName>
                                        </p:attrNameLst>
                                      </p:cBhvr>
                                      <p:tavLst>
                                        <p:tav tm="0">
                                          <p:val>
                                            <p:strVal val="#ppt_x"/>
                                          </p:val>
                                        </p:tav>
                                        <p:tav tm="100000">
                                          <p:val>
                                            <p:strVal val="#ppt_x"/>
                                          </p:val>
                                        </p:tav>
                                      </p:tavLst>
                                    </p:anim>
                                    <p:anim calcmode="lin" valueType="num">
                                      <p:cBhvr>
                                        <p:cTn id="14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1000"/>
                                        <p:tgtEl>
                                          <p:spTgt spid="33"/>
                                        </p:tgtEl>
                                      </p:cBhvr>
                                    </p:animEffect>
                                    <p:anim calcmode="lin" valueType="num">
                                      <p:cBhvr>
                                        <p:cTn id="148" dur="1000" fill="hold"/>
                                        <p:tgtEl>
                                          <p:spTgt spid="33"/>
                                        </p:tgtEl>
                                        <p:attrNameLst>
                                          <p:attrName>ppt_x</p:attrName>
                                        </p:attrNameLst>
                                      </p:cBhvr>
                                      <p:tavLst>
                                        <p:tav tm="0">
                                          <p:val>
                                            <p:strVal val="#ppt_x"/>
                                          </p:val>
                                        </p:tav>
                                        <p:tav tm="100000">
                                          <p:val>
                                            <p:strVal val="#ppt_x"/>
                                          </p:val>
                                        </p:tav>
                                      </p:tavLst>
                                    </p:anim>
                                    <p:anim calcmode="lin" valueType="num">
                                      <p:cBhvr>
                                        <p:cTn id="149" dur="1000" fill="hold"/>
                                        <p:tgtEl>
                                          <p:spTgt spid="33"/>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1000"/>
                                        <p:tgtEl>
                                          <p:spTgt spid="32"/>
                                        </p:tgtEl>
                                      </p:cBhvr>
                                    </p:animEffect>
                                    <p:anim calcmode="lin" valueType="num">
                                      <p:cBhvr>
                                        <p:cTn id="153" dur="1000" fill="hold"/>
                                        <p:tgtEl>
                                          <p:spTgt spid="32"/>
                                        </p:tgtEl>
                                        <p:attrNameLst>
                                          <p:attrName>ppt_x</p:attrName>
                                        </p:attrNameLst>
                                      </p:cBhvr>
                                      <p:tavLst>
                                        <p:tav tm="0">
                                          <p:val>
                                            <p:strVal val="#ppt_x"/>
                                          </p:val>
                                        </p:tav>
                                        <p:tav tm="100000">
                                          <p:val>
                                            <p:strVal val="#ppt_x"/>
                                          </p:val>
                                        </p:tav>
                                      </p:tavLst>
                                    </p:anim>
                                    <p:anim calcmode="lin" valueType="num">
                                      <p:cBhvr>
                                        <p:cTn id="154" dur="10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animEffect transition="in" filter="fade">
                                      <p:cBhvr>
                                        <p:cTn id="157" dur="1000"/>
                                        <p:tgtEl>
                                          <p:spTgt spid="35"/>
                                        </p:tgtEl>
                                      </p:cBhvr>
                                    </p:animEffect>
                                    <p:anim calcmode="lin" valueType="num">
                                      <p:cBhvr>
                                        <p:cTn id="158" dur="1000" fill="hold"/>
                                        <p:tgtEl>
                                          <p:spTgt spid="35"/>
                                        </p:tgtEl>
                                        <p:attrNameLst>
                                          <p:attrName>ppt_x</p:attrName>
                                        </p:attrNameLst>
                                      </p:cBhvr>
                                      <p:tavLst>
                                        <p:tav tm="0">
                                          <p:val>
                                            <p:strVal val="#ppt_x"/>
                                          </p:val>
                                        </p:tav>
                                        <p:tav tm="100000">
                                          <p:val>
                                            <p:strVal val="#ppt_x"/>
                                          </p:val>
                                        </p:tav>
                                      </p:tavLst>
                                    </p:anim>
                                    <p:anim calcmode="lin" valueType="num">
                                      <p:cBhvr>
                                        <p:cTn id="159" dur="1000" fill="hold"/>
                                        <p:tgtEl>
                                          <p:spTgt spid="35"/>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1000"/>
                                        <p:tgtEl>
                                          <p:spTgt spid="36"/>
                                        </p:tgtEl>
                                      </p:cBhvr>
                                    </p:animEffect>
                                    <p:anim calcmode="lin" valueType="num">
                                      <p:cBhvr>
                                        <p:cTn id="163" dur="1000" fill="hold"/>
                                        <p:tgtEl>
                                          <p:spTgt spid="36"/>
                                        </p:tgtEl>
                                        <p:attrNameLst>
                                          <p:attrName>ppt_x</p:attrName>
                                        </p:attrNameLst>
                                      </p:cBhvr>
                                      <p:tavLst>
                                        <p:tav tm="0">
                                          <p:val>
                                            <p:strVal val="#ppt_x"/>
                                          </p:val>
                                        </p:tav>
                                        <p:tav tm="100000">
                                          <p:val>
                                            <p:strVal val="#ppt_x"/>
                                          </p:val>
                                        </p:tav>
                                      </p:tavLst>
                                    </p:anim>
                                    <p:anim calcmode="lin" valueType="num">
                                      <p:cBhvr>
                                        <p:cTn id="164" dur="1000" fill="hold"/>
                                        <p:tgtEl>
                                          <p:spTgt spid="36"/>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38"/>
                                        </p:tgtEl>
                                        <p:attrNameLst>
                                          <p:attrName>style.visibility</p:attrName>
                                        </p:attrNameLst>
                                      </p:cBhvr>
                                      <p:to>
                                        <p:strVal val="visible"/>
                                      </p:to>
                                    </p:set>
                                    <p:animEffect transition="in" filter="fade">
                                      <p:cBhvr>
                                        <p:cTn id="167" dur="1000"/>
                                        <p:tgtEl>
                                          <p:spTgt spid="38"/>
                                        </p:tgtEl>
                                      </p:cBhvr>
                                    </p:animEffect>
                                    <p:anim calcmode="lin" valueType="num">
                                      <p:cBhvr>
                                        <p:cTn id="168" dur="1000" fill="hold"/>
                                        <p:tgtEl>
                                          <p:spTgt spid="38"/>
                                        </p:tgtEl>
                                        <p:attrNameLst>
                                          <p:attrName>ppt_x</p:attrName>
                                        </p:attrNameLst>
                                      </p:cBhvr>
                                      <p:tavLst>
                                        <p:tav tm="0">
                                          <p:val>
                                            <p:strVal val="#ppt_x"/>
                                          </p:val>
                                        </p:tav>
                                        <p:tav tm="100000">
                                          <p:val>
                                            <p:strVal val="#ppt_x"/>
                                          </p:val>
                                        </p:tav>
                                      </p:tavLst>
                                    </p:anim>
                                    <p:anim calcmode="lin" valueType="num">
                                      <p:cBhvr>
                                        <p:cTn id="169" dur="1000" fill="hold"/>
                                        <p:tgtEl>
                                          <p:spTgt spid="38"/>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1000"/>
                                        <p:tgtEl>
                                          <p:spTgt spid="39"/>
                                        </p:tgtEl>
                                      </p:cBhvr>
                                    </p:animEffect>
                                    <p:anim calcmode="lin" valueType="num">
                                      <p:cBhvr>
                                        <p:cTn id="173" dur="1000" fill="hold"/>
                                        <p:tgtEl>
                                          <p:spTgt spid="39"/>
                                        </p:tgtEl>
                                        <p:attrNameLst>
                                          <p:attrName>ppt_x</p:attrName>
                                        </p:attrNameLst>
                                      </p:cBhvr>
                                      <p:tavLst>
                                        <p:tav tm="0">
                                          <p:val>
                                            <p:strVal val="#ppt_x"/>
                                          </p:val>
                                        </p:tav>
                                        <p:tav tm="100000">
                                          <p:val>
                                            <p:strVal val="#ppt_x"/>
                                          </p:val>
                                        </p:tav>
                                      </p:tavLst>
                                    </p:anim>
                                    <p:anim calcmode="lin" valueType="num">
                                      <p:cBhvr>
                                        <p:cTn id="17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42" presetClass="entr" presetSubtype="0" fill="hold" nodeType="clickEffect">
                                  <p:stCondLst>
                                    <p:cond delay="0"/>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1000"/>
                                        <p:tgtEl>
                                          <p:spTgt spid="41"/>
                                        </p:tgtEl>
                                      </p:cBhvr>
                                    </p:animEffect>
                                    <p:anim calcmode="lin" valueType="num">
                                      <p:cBhvr>
                                        <p:cTn id="180" dur="1000" fill="hold"/>
                                        <p:tgtEl>
                                          <p:spTgt spid="41"/>
                                        </p:tgtEl>
                                        <p:attrNameLst>
                                          <p:attrName>ppt_x</p:attrName>
                                        </p:attrNameLst>
                                      </p:cBhvr>
                                      <p:tavLst>
                                        <p:tav tm="0">
                                          <p:val>
                                            <p:strVal val="#ppt_x"/>
                                          </p:val>
                                        </p:tav>
                                        <p:tav tm="100000">
                                          <p:val>
                                            <p:strVal val="#ppt_x"/>
                                          </p:val>
                                        </p:tav>
                                      </p:tavLst>
                                    </p:anim>
                                    <p:anim calcmode="lin" valueType="num">
                                      <p:cBhvr>
                                        <p:cTn id="181" dur="1000" fill="hold"/>
                                        <p:tgtEl>
                                          <p:spTgt spid="41"/>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2"/>
                                        </p:tgtEl>
                                        <p:attrNameLst>
                                          <p:attrName>style.visibility</p:attrName>
                                        </p:attrNameLst>
                                      </p:cBhvr>
                                      <p:to>
                                        <p:strVal val="visible"/>
                                      </p:to>
                                    </p:set>
                                    <p:animEffect transition="in" filter="fade">
                                      <p:cBhvr>
                                        <p:cTn id="184" dur="1000"/>
                                        <p:tgtEl>
                                          <p:spTgt spid="42"/>
                                        </p:tgtEl>
                                      </p:cBhvr>
                                    </p:animEffect>
                                    <p:anim calcmode="lin" valueType="num">
                                      <p:cBhvr>
                                        <p:cTn id="185" dur="1000" fill="hold"/>
                                        <p:tgtEl>
                                          <p:spTgt spid="42"/>
                                        </p:tgtEl>
                                        <p:attrNameLst>
                                          <p:attrName>ppt_x</p:attrName>
                                        </p:attrNameLst>
                                      </p:cBhvr>
                                      <p:tavLst>
                                        <p:tav tm="0">
                                          <p:val>
                                            <p:strVal val="#ppt_x"/>
                                          </p:val>
                                        </p:tav>
                                        <p:tav tm="100000">
                                          <p:val>
                                            <p:strVal val="#ppt_x"/>
                                          </p:val>
                                        </p:tav>
                                      </p:tavLst>
                                    </p:anim>
                                    <p:anim calcmode="lin" valueType="num">
                                      <p:cBhvr>
                                        <p:cTn id="186" dur="1000" fill="hold"/>
                                        <p:tgtEl>
                                          <p:spTgt spid="42"/>
                                        </p:tgtEl>
                                        <p:attrNameLst>
                                          <p:attrName>ppt_y</p:attrName>
                                        </p:attrNameLst>
                                      </p:cBhvr>
                                      <p:tavLst>
                                        <p:tav tm="0">
                                          <p:val>
                                            <p:strVal val="#ppt_y+.1"/>
                                          </p:val>
                                        </p:tav>
                                        <p:tav tm="100000">
                                          <p:val>
                                            <p:strVal val="#ppt_y"/>
                                          </p:val>
                                        </p:tav>
                                      </p:tavLst>
                                    </p:anim>
                                  </p:childTnLst>
                                </p:cTn>
                              </p:par>
                              <p:par>
                                <p:cTn id="187" presetID="42" presetClass="entr" presetSubtype="0" fill="hold" nodeType="withEffect">
                                  <p:stCondLst>
                                    <p:cond delay="0"/>
                                  </p:stCondLst>
                                  <p:childTnLst>
                                    <p:set>
                                      <p:cBhvr>
                                        <p:cTn id="188" dur="1" fill="hold">
                                          <p:stCondLst>
                                            <p:cond delay="0"/>
                                          </p:stCondLst>
                                        </p:cTn>
                                        <p:tgtEl>
                                          <p:spTgt spid="45"/>
                                        </p:tgtEl>
                                        <p:attrNameLst>
                                          <p:attrName>style.visibility</p:attrName>
                                        </p:attrNameLst>
                                      </p:cBhvr>
                                      <p:to>
                                        <p:strVal val="visible"/>
                                      </p:to>
                                    </p:set>
                                    <p:animEffect transition="in" filter="fade">
                                      <p:cBhvr>
                                        <p:cTn id="189" dur="1000"/>
                                        <p:tgtEl>
                                          <p:spTgt spid="45"/>
                                        </p:tgtEl>
                                      </p:cBhvr>
                                    </p:animEffect>
                                    <p:anim calcmode="lin" valueType="num">
                                      <p:cBhvr>
                                        <p:cTn id="190" dur="1000" fill="hold"/>
                                        <p:tgtEl>
                                          <p:spTgt spid="45"/>
                                        </p:tgtEl>
                                        <p:attrNameLst>
                                          <p:attrName>ppt_x</p:attrName>
                                        </p:attrNameLst>
                                      </p:cBhvr>
                                      <p:tavLst>
                                        <p:tav tm="0">
                                          <p:val>
                                            <p:strVal val="#ppt_x"/>
                                          </p:val>
                                        </p:tav>
                                        <p:tav tm="100000">
                                          <p:val>
                                            <p:strVal val="#ppt_x"/>
                                          </p:val>
                                        </p:tav>
                                      </p:tavLst>
                                    </p:anim>
                                    <p:anim calcmode="lin" valueType="num">
                                      <p:cBhvr>
                                        <p:cTn id="191" dur="1000" fill="hold"/>
                                        <p:tgtEl>
                                          <p:spTgt spid="45"/>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6"/>
                                        </p:tgtEl>
                                        <p:attrNameLst>
                                          <p:attrName>style.visibility</p:attrName>
                                        </p:attrNameLst>
                                      </p:cBhvr>
                                      <p:to>
                                        <p:strVal val="visible"/>
                                      </p:to>
                                    </p:set>
                                    <p:animEffect transition="in" filter="fade">
                                      <p:cBhvr>
                                        <p:cTn id="194" dur="1000"/>
                                        <p:tgtEl>
                                          <p:spTgt spid="46"/>
                                        </p:tgtEl>
                                      </p:cBhvr>
                                    </p:animEffect>
                                    <p:anim calcmode="lin" valueType="num">
                                      <p:cBhvr>
                                        <p:cTn id="195" dur="1000" fill="hold"/>
                                        <p:tgtEl>
                                          <p:spTgt spid="46"/>
                                        </p:tgtEl>
                                        <p:attrNameLst>
                                          <p:attrName>ppt_x</p:attrName>
                                        </p:attrNameLst>
                                      </p:cBhvr>
                                      <p:tavLst>
                                        <p:tav tm="0">
                                          <p:val>
                                            <p:strVal val="#ppt_x"/>
                                          </p:val>
                                        </p:tav>
                                        <p:tav tm="100000">
                                          <p:val>
                                            <p:strVal val="#ppt_x"/>
                                          </p:val>
                                        </p:tav>
                                      </p:tavLst>
                                    </p:anim>
                                    <p:anim calcmode="lin" valueType="num">
                                      <p:cBhvr>
                                        <p:cTn id="196" dur="1000" fill="hold"/>
                                        <p:tgtEl>
                                          <p:spTgt spid="46"/>
                                        </p:tgtEl>
                                        <p:attrNameLst>
                                          <p:attrName>ppt_y</p:attrName>
                                        </p:attrNameLst>
                                      </p:cBhvr>
                                      <p:tavLst>
                                        <p:tav tm="0">
                                          <p:val>
                                            <p:strVal val="#ppt_y+.1"/>
                                          </p:val>
                                        </p:tav>
                                        <p:tav tm="100000">
                                          <p:val>
                                            <p:strVal val="#ppt_y"/>
                                          </p:val>
                                        </p:tav>
                                      </p:tavLst>
                                    </p:anim>
                                  </p:childTnLst>
                                </p:cTn>
                              </p:par>
                              <p:par>
                                <p:cTn id="197" presetID="42" presetClass="entr" presetSubtype="0" fill="hold" nodeType="withEffect">
                                  <p:stCondLst>
                                    <p:cond delay="0"/>
                                  </p:stCondLst>
                                  <p:childTnLst>
                                    <p:set>
                                      <p:cBhvr>
                                        <p:cTn id="198" dur="1" fill="hold">
                                          <p:stCondLst>
                                            <p:cond delay="0"/>
                                          </p:stCondLst>
                                        </p:cTn>
                                        <p:tgtEl>
                                          <p:spTgt spid="49"/>
                                        </p:tgtEl>
                                        <p:attrNameLst>
                                          <p:attrName>style.visibility</p:attrName>
                                        </p:attrNameLst>
                                      </p:cBhvr>
                                      <p:to>
                                        <p:strVal val="visible"/>
                                      </p:to>
                                    </p:set>
                                    <p:animEffect transition="in" filter="fade">
                                      <p:cBhvr>
                                        <p:cTn id="199" dur="1000"/>
                                        <p:tgtEl>
                                          <p:spTgt spid="49"/>
                                        </p:tgtEl>
                                      </p:cBhvr>
                                    </p:animEffect>
                                    <p:anim calcmode="lin" valueType="num">
                                      <p:cBhvr>
                                        <p:cTn id="200" dur="1000" fill="hold"/>
                                        <p:tgtEl>
                                          <p:spTgt spid="49"/>
                                        </p:tgtEl>
                                        <p:attrNameLst>
                                          <p:attrName>ppt_x</p:attrName>
                                        </p:attrNameLst>
                                      </p:cBhvr>
                                      <p:tavLst>
                                        <p:tav tm="0">
                                          <p:val>
                                            <p:strVal val="#ppt_x"/>
                                          </p:val>
                                        </p:tav>
                                        <p:tav tm="100000">
                                          <p:val>
                                            <p:strVal val="#ppt_x"/>
                                          </p:val>
                                        </p:tav>
                                      </p:tavLst>
                                    </p:anim>
                                    <p:anim calcmode="lin" valueType="num">
                                      <p:cBhvr>
                                        <p:cTn id="201" dur="1000" fill="hold"/>
                                        <p:tgtEl>
                                          <p:spTgt spid="49"/>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50"/>
                                        </p:tgtEl>
                                        <p:attrNameLst>
                                          <p:attrName>style.visibility</p:attrName>
                                        </p:attrNameLst>
                                      </p:cBhvr>
                                      <p:to>
                                        <p:strVal val="visible"/>
                                      </p:to>
                                    </p:set>
                                    <p:animEffect transition="in" filter="fade">
                                      <p:cBhvr>
                                        <p:cTn id="204" dur="1000"/>
                                        <p:tgtEl>
                                          <p:spTgt spid="50"/>
                                        </p:tgtEl>
                                      </p:cBhvr>
                                    </p:animEffect>
                                    <p:anim calcmode="lin" valueType="num">
                                      <p:cBhvr>
                                        <p:cTn id="205" dur="1000" fill="hold"/>
                                        <p:tgtEl>
                                          <p:spTgt spid="50"/>
                                        </p:tgtEl>
                                        <p:attrNameLst>
                                          <p:attrName>ppt_x</p:attrName>
                                        </p:attrNameLst>
                                      </p:cBhvr>
                                      <p:tavLst>
                                        <p:tav tm="0">
                                          <p:val>
                                            <p:strVal val="#ppt_x"/>
                                          </p:val>
                                        </p:tav>
                                        <p:tav tm="100000">
                                          <p:val>
                                            <p:strVal val="#ppt_x"/>
                                          </p:val>
                                        </p:tav>
                                      </p:tavLst>
                                    </p:anim>
                                    <p:anim calcmode="lin" valueType="num">
                                      <p:cBhvr>
                                        <p:cTn id="206" dur="1000" fill="hold"/>
                                        <p:tgtEl>
                                          <p:spTgt spid="50"/>
                                        </p:tgtEl>
                                        <p:attrNameLst>
                                          <p:attrName>ppt_y</p:attrName>
                                        </p:attrNameLst>
                                      </p:cBhvr>
                                      <p:tavLst>
                                        <p:tav tm="0">
                                          <p:val>
                                            <p:strVal val="#ppt_y+.1"/>
                                          </p:val>
                                        </p:tav>
                                        <p:tav tm="100000">
                                          <p:val>
                                            <p:strVal val="#ppt_y"/>
                                          </p:val>
                                        </p:tav>
                                      </p:tavLst>
                                    </p:anim>
                                  </p:childTnLst>
                                </p:cTn>
                              </p:par>
                              <p:par>
                                <p:cTn id="207" presetID="42" presetClass="entr" presetSubtype="0" fill="hold" nodeType="withEffect">
                                  <p:stCondLst>
                                    <p:cond delay="0"/>
                                  </p:stCondLst>
                                  <p:childTnLst>
                                    <p:set>
                                      <p:cBhvr>
                                        <p:cTn id="208" dur="1" fill="hold">
                                          <p:stCondLst>
                                            <p:cond delay="0"/>
                                          </p:stCondLst>
                                        </p:cTn>
                                        <p:tgtEl>
                                          <p:spTgt spid="43"/>
                                        </p:tgtEl>
                                        <p:attrNameLst>
                                          <p:attrName>style.visibility</p:attrName>
                                        </p:attrNameLst>
                                      </p:cBhvr>
                                      <p:to>
                                        <p:strVal val="visible"/>
                                      </p:to>
                                    </p:set>
                                    <p:animEffect transition="in" filter="fade">
                                      <p:cBhvr>
                                        <p:cTn id="209" dur="1000"/>
                                        <p:tgtEl>
                                          <p:spTgt spid="43"/>
                                        </p:tgtEl>
                                      </p:cBhvr>
                                    </p:animEffect>
                                    <p:anim calcmode="lin" valueType="num">
                                      <p:cBhvr>
                                        <p:cTn id="210" dur="1000" fill="hold"/>
                                        <p:tgtEl>
                                          <p:spTgt spid="43"/>
                                        </p:tgtEl>
                                        <p:attrNameLst>
                                          <p:attrName>ppt_x</p:attrName>
                                        </p:attrNameLst>
                                      </p:cBhvr>
                                      <p:tavLst>
                                        <p:tav tm="0">
                                          <p:val>
                                            <p:strVal val="#ppt_x"/>
                                          </p:val>
                                        </p:tav>
                                        <p:tav tm="100000">
                                          <p:val>
                                            <p:strVal val="#ppt_x"/>
                                          </p:val>
                                        </p:tav>
                                      </p:tavLst>
                                    </p:anim>
                                    <p:anim calcmode="lin" valueType="num">
                                      <p:cBhvr>
                                        <p:cTn id="211" dur="1000" fill="hold"/>
                                        <p:tgtEl>
                                          <p:spTgt spid="43"/>
                                        </p:tgtEl>
                                        <p:attrNameLst>
                                          <p:attrName>ppt_y</p:attrName>
                                        </p:attrNameLst>
                                      </p:cBhvr>
                                      <p:tavLst>
                                        <p:tav tm="0">
                                          <p:val>
                                            <p:strVal val="#ppt_y+.1"/>
                                          </p:val>
                                        </p:tav>
                                        <p:tav tm="100000">
                                          <p:val>
                                            <p:strVal val="#ppt_y"/>
                                          </p:val>
                                        </p:tav>
                                      </p:tavLst>
                                    </p:anim>
                                  </p:childTnLst>
                                </p:cTn>
                              </p:par>
                              <p:par>
                                <p:cTn id="212" presetID="42" presetClass="entr" presetSubtype="0" fill="hold" nodeType="withEffect">
                                  <p:stCondLst>
                                    <p:cond delay="0"/>
                                  </p:stCondLst>
                                  <p:childTnLst>
                                    <p:set>
                                      <p:cBhvr>
                                        <p:cTn id="213" dur="1" fill="hold">
                                          <p:stCondLst>
                                            <p:cond delay="0"/>
                                          </p:stCondLst>
                                        </p:cTn>
                                        <p:tgtEl>
                                          <p:spTgt spid="44"/>
                                        </p:tgtEl>
                                        <p:attrNameLst>
                                          <p:attrName>style.visibility</p:attrName>
                                        </p:attrNameLst>
                                      </p:cBhvr>
                                      <p:to>
                                        <p:strVal val="visible"/>
                                      </p:to>
                                    </p:set>
                                    <p:animEffect transition="in" filter="fade">
                                      <p:cBhvr>
                                        <p:cTn id="214" dur="1000"/>
                                        <p:tgtEl>
                                          <p:spTgt spid="44"/>
                                        </p:tgtEl>
                                      </p:cBhvr>
                                    </p:animEffect>
                                    <p:anim calcmode="lin" valueType="num">
                                      <p:cBhvr>
                                        <p:cTn id="215" dur="1000" fill="hold"/>
                                        <p:tgtEl>
                                          <p:spTgt spid="44"/>
                                        </p:tgtEl>
                                        <p:attrNameLst>
                                          <p:attrName>ppt_x</p:attrName>
                                        </p:attrNameLst>
                                      </p:cBhvr>
                                      <p:tavLst>
                                        <p:tav tm="0">
                                          <p:val>
                                            <p:strVal val="#ppt_x"/>
                                          </p:val>
                                        </p:tav>
                                        <p:tav tm="100000">
                                          <p:val>
                                            <p:strVal val="#ppt_x"/>
                                          </p:val>
                                        </p:tav>
                                      </p:tavLst>
                                    </p:anim>
                                    <p:anim calcmode="lin" valueType="num">
                                      <p:cBhvr>
                                        <p:cTn id="216" dur="1000" fill="hold"/>
                                        <p:tgtEl>
                                          <p:spTgt spid="44"/>
                                        </p:tgtEl>
                                        <p:attrNameLst>
                                          <p:attrName>ppt_y</p:attrName>
                                        </p:attrNameLst>
                                      </p:cBhvr>
                                      <p:tavLst>
                                        <p:tav tm="0">
                                          <p:val>
                                            <p:strVal val="#ppt_y+.1"/>
                                          </p:val>
                                        </p:tav>
                                        <p:tav tm="100000">
                                          <p:val>
                                            <p:strVal val="#ppt_y"/>
                                          </p:val>
                                        </p:tav>
                                      </p:tavLst>
                                    </p:anim>
                                  </p:childTnLst>
                                </p:cTn>
                              </p:par>
                              <p:par>
                                <p:cTn id="217" presetID="42" presetClass="entr" presetSubtype="0" fill="hold" nodeType="withEffect">
                                  <p:stCondLst>
                                    <p:cond delay="0"/>
                                  </p:stCondLst>
                                  <p:childTnLst>
                                    <p:set>
                                      <p:cBhvr>
                                        <p:cTn id="218" dur="1" fill="hold">
                                          <p:stCondLst>
                                            <p:cond delay="0"/>
                                          </p:stCondLst>
                                        </p:cTn>
                                        <p:tgtEl>
                                          <p:spTgt spid="47"/>
                                        </p:tgtEl>
                                        <p:attrNameLst>
                                          <p:attrName>style.visibility</p:attrName>
                                        </p:attrNameLst>
                                      </p:cBhvr>
                                      <p:to>
                                        <p:strVal val="visible"/>
                                      </p:to>
                                    </p:set>
                                    <p:animEffect transition="in" filter="fade">
                                      <p:cBhvr>
                                        <p:cTn id="219" dur="1000"/>
                                        <p:tgtEl>
                                          <p:spTgt spid="47"/>
                                        </p:tgtEl>
                                      </p:cBhvr>
                                    </p:animEffect>
                                    <p:anim calcmode="lin" valueType="num">
                                      <p:cBhvr>
                                        <p:cTn id="220" dur="1000" fill="hold"/>
                                        <p:tgtEl>
                                          <p:spTgt spid="47"/>
                                        </p:tgtEl>
                                        <p:attrNameLst>
                                          <p:attrName>ppt_x</p:attrName>
                                        </p:attrNameLst>
                                      </p:cBhvr>
                                      <p:tavLst>
                                        <p:tav tm="0">
                                          <p:val>
                                            <p:strVal val="#ppt_x"/>
                                          </p:val>
                                        </p:tav>
                                        <p:tav tm="100000">
                                          <p:val>
                                            <p:strVal val="#ppt_x"/>
                                          </p:val>
                                        </p:tav>
                                      </p:tavLst>
                                    </p:anim>
                                    <p:anim calcmode="lin" valueType="num">
                                      <p:cBhvr>
                                        <p:cTn id="221" dur="1000" fill="hold"/>
                                        <p:tgtEl>
                                          <p:spTgt spid="47"/>
                                        </p:tgtEl>
                                        <p:attrNameLst>
                                          <p:attrName>ppt_y</p:attrName>
                                        </p:attrNameLst>
                                      </p:cBhvr>
                                      <p:tavLst>
                                        <p:tav tm="0">
                                          <p:val>
                                            <p:strVal val="#ppt_y+.1"/>
                                          </p:val>
                                        </p:tav>
                                        <p:tav tm="100000">
                                          <p:val>
                                            <p:strVal val="#ppt_y"/>
                                          </p:val>
                                        </p:tav>
                                      </p:tavLst>
                                    </p:anim>
                                  </p:childTnLst>
                                </p:cTn>
                              </p:par>
                              <p:par>
                                <p:cTn id="222" presetID="42" presetClass="entr" presetSubtype="0" fill="hold" nodeType="withEffect">
                                  <p:stCondLst>
                                    <p:cond delay="0"/>
                                  </p:stCondLst>
                                  <p:childTnLst>
                                    <p:set>
                                      <p:cBhvr>
                                        <p:cTn id="223" dur="1" fill="hold">
                                          <p:stCondLst>
                                            <p:cond delay="0"/>
                                          </p:stCondLst>
                                        </p:cTn>
                                        <p:tgtEl>
                                          <p:spTgt spid="48"/>
                                        </p:tgtEl>
                                        <p:attrNameLst>
                                          <p:attrName>style.visibility</p:attrName>
                                        </p:attrNameLst>
                                      </p:cBhvr>
                                      <p:to>
                                        <p:strVal val="visible"/>
                                      </p:to>
                                    </p:set>
                                    <p:animEffect transition="in" filter="fade">
                                      <p:cBhvr>
                                        <p:cTn id="224" dur="1000"/>
                                        <p:tgtEl>
                                          <p:spTgt spid="48"/>
                                        </p:tgtEl>
                                      </p:cBhvr>
                                    </p:animEffect>
                                    <p:anim calcmode="lin" valueType="num">
                                      <p:cBhvr>
                                        <p:cTn id="225" dur="1000" fill="hold"/>
                                        <p:tgtEl>
                                          <p:spTgt spid="48"/>
                                        </p:tgtEl>
                                        <p:attrNameLst>
                                          <p:attrName>ppt_x</p:attrName>
                                        </p:attrNameLst>
                                      </p:cBhvr>
                                      <p:tavLst>
                                        <p:tav tm="0">
                                          <p:val>
                                            <p:strVal val="#ppt_x"/>
                                          </p:val>
                                        </p:tav>
                                        <p:tav tm="100000">
                                          <p:val>
                                            <p:strVal val="#ppt_x"/>
                                          </p:val>
                                        </p:tav>
                                      </p:tavLst>
                                    </p:anim>
                                    <p:anim calcmode="lin" valueType="num">
                                      <p:cBhvr>
                                        <p:cTn id="226"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3" grpId="0"/>
      <p:bldP spid="17" grpId="0"/>
      <p:bldP spid="18" grpId="0"/>
      <p:bldP spid="20" grpId="0"/>
      <p:bldP spid="24" grpId="0"/>
      <p:bldP spid="25" grpId="0"/>
      <p:bldP spid="29" grpId="0"/>
      <p:bldP spid="30" grpId="0"/>
      <p:bldP spid="31" grpId="0"/>
      <p:bldP spid="33" grpId="0"/>
      <p:bldP spid="36" grpId="0"/>
      <p:bldP spid="39" grpId="0"/>
      <p:bldP spid="42" grpId="0"/>
      <p:bldP spid="46" grpId="0"/>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646331"/>
          </a:xfrm>
          <a:prstGeom prst="rect">
            <a:avLst/>
          </a:prstGeom>
          <a:noFill/>
        </p:spPr>
        <p:txBody>
          <a:bodyPr wrap="square" rtlCol="0">
            <a:spAutoFit/>
          </a:bodyPr>
          <a:lstStyle/>
          <a:p>
            <a:pPr>
              <a:lnSpc>
                <a:spcPct val="150000"/>
              </a:lnSpc>
            </a:pPr>
            <a:r>
              <a:rPr lang="en-US" altLang="zh-CN" sz="2400" b="1" dirty="0">
                <a:latin typeface="Times New Roman" pitchFamily="18" charset="0"/>
                <a:ea typeface="宋体" pitchFamily="2" charset="-122"/>
                <a:cs typeface="Times New Roman" pitchFamily="18" charset="0"/>
              </a:rPr>
              <a:t>        3</a:t>
            </a:r>
            <a:r>
              <a:rPr lang="zh-CN" altLang="en-US" sz="2400" b="1" dirty="0">
                <a:latin typeface="Times New Roman" pitchFamily="18" charset="0"/>
                <a:ea typeface="宋体" pitchFamily="2" charset="-122"/>
                <a:cs typeface="Times New Roman" pitchFamily="18" charset="0"/>
              </a:rPr>
              <a:t>、异节拍等步距流水施工（加快的成倍节拍流水施工）</a:t>
            </a: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1979712" y="1015295"/>
            <a:ext cx="5328592" cy="2204527"/>
          </a:xfrm>
          <a:prstGeom prst="rect">
            <a:avLst/>
          </a:prstGeom>
        </p:spPr>
      </p:pic>
      <p:sp>
        <p:nvSpPr>
          <p:cNvPr id="6" name="TextBox 5"/>
          <p:cNvSpPr txBox="1"/>
          <p:nvPr/>
        </p:nvSpPr>
        <p:spPr>
          <a:xfrm>
            <a:off x="1043608" y="3363838"/>
            <a:ext cx="7992888" cy="1418915"/>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itchFamily="2" charset="-122"/>
                <a:cs typeface="Times New Roman" pitchFamily="18" charset="0"/>
              </a:rPr>
              <a:t>）概念：</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同一施工过程在各施工段上的流水节拍都相等</a:t>
            </a:r>
            <a:r>
              <a:rPr lang="zh-CN" altLang="en-US" sz="2000" b="1" dirty="0">
                <a:latin typeface="Times New Roman" pitchFamily="18" charset="0"/>
                <a:ea typeface="宋体" pitchFamily="2" charset="-122"/>
                <a:cs typeface="Times New Roman" pitchFamily="18" charset="0"/>
              </a:rPr>
              <a:t>，</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不同施工过程之间的流水节拍不完全相等</a:t>
            </a:r>
            <a:r>
              <a:rPr lang="zh-CN" altLang="en-US" sz="2000" b="1" dirty="0">
                <a:latin typeface="Times New Roman" pitchFamily="18" charset="0"/>
                <a:ea typeface="宋体" pitchFamily="2" charset="-122"/>
                <a:cs typeface="Times New Roman" pitchFamily="18" charset="0"/>
              </a:rPr>
              <a:t>，但各施工过程的流水节拍均为最小流水节拍的</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整数倍</a:t>
            </a:r>
            <a:r>
              <a:rPr lang="zh-CN" altLang="en-US" sz="2000" b="1" dirty="0">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2</a:t>
            </a:r>
            <a:r>
              <a:rPr lang="zh-CN" altLang="en-US" sz="2000" b="1" dirty="0">
                <a:latin typeface="Times New Roman" pitchFamily="18" charset="0"/>
                <a:ea typeface="宋体" pitchFamily="2" charset="-122"/>
                <a:cs typeface="Times New Roman" pitchFamily="18" charset="0"/>
              </a:rPr>
              <a:t>）基本特征：</a:t>
            </a:r>
          </a:p>
        </p:txBody>
      </p:sp>
      <p:graphicFrame>
        <p:nvGraphicFramePr>
          <p:cNvPr id="5" name="图示 4"/>
          <p:cNvGraphicFramePr/>
          <p:nvPr>
            <p:extLst>
              <p:ext uri="{D42A27DB-BD31-4B8C-83A1-F6EECF244321}">
                <p14:modId xmlns:p14="http://schemas.microsoft.com/office/powerpoint/2010/main" val="1980566534"/>
              </p:ext>
            </p:extLst>
          </p:nvPr>
        </p:nvGraphicFramePr>
        <p:xfrm>
          <a:off x="1043608" y="922962"/>
          <a:ext cx="7920880" cy="4128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829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368964"/>
            <a:ext cx="8928992" cy="553998"/>
          </a:xfrm>
          <a:prstGeom prst="rect">
            <a:avLst/>
          </a:prstGeom>
          <a:noFill/>
        </p:spPr>
        <p:txBody>
          <a:bodyPr wrap="square" rtlCol="0">
            <a:spAutoFit/>
          </a:bodyPr>
          <a:lstStyle/>
          <a:p>
            <a:pPr>
              <a:lnSpc>
                <a:spcPct val="150000"/>
              </a:lnSpc>
            </a:pPr>
            <a:r>
              <a:rPr lang="en-US" altLang="zh-CN" sz="2000" b="1" dirty="0">
                <a:latin typeface="Times New Roman" pitchFamily="18" charset="0"/>
                <a:ea typeface="宋体" pitchFamily="2" charset="-122"/>
                <a:cs typeface="Times New Roman" pitchFamily="18" charset="0"/>
              </a:rPr>
              <a:t>        </a:t>
            </a:r>
            <a:r>
              <a:rPr lang="zh-CN" altLang="en-US" sz="2000" b="1" dirty="0">
                <a:latin typeface="Times New Roman" pitchFamily="18" charset="0"/>
                <a:ea typeface="宋体" pitchFamily="2" charset="-122"/>
                <a:cs typeface="Times New Roman" pitchFamily="18" charset="0"/>
              </a:rPr>
              <a:t>（</a:t>
            </a:r>
            <a:r>
              <a:rPr lang="en-US" altLang="zh-CN" sz="2000" b="1" dirty="0">
                <a:latin typeface="Times New Roman" pitchFamily="18" charset="0"/>
                <a:ea typeface="宋体" pitchFamily="2" charset="-122"/>
                <a:cs typeface="Times New Roman" pitchFamily="18" charset="0"/>
              </a:rPr>
              <a:t>3</a:t>
            </a:r>
            <a:r>
              <a:rPr lang="zh-CN" altLang="en-US" sz="2000" b="1" dirty="0">
                <a:latin typeface="Times New Roman" pitchFamily="18" charset="0"/>
                <a:ea typeface="宋体" pitchFamily="2" charset="-122"/>
                <a:cs typeface="Times New Roman" pitchFamily="18" charset="0"/>
              </a:rPr>
              <a:t>）主要参数的确定：</a:t>
            </a:r>
          </a:p>
        </p:txBody>
      </p:sp>
      <p:graphicFrame>
        <p:nvGraphicFramePr>
          <p:cNvPr id="5" name="图示 4"/>
          <p:cNvGraphicFramePr/>
          <p:nvPr>
            <p:extLst>
              <p:ext uri="{D42A27DB-BD31-4B8C-83A1-F6EECF244321}">
                <p14:modId xmlns:p14="http://schemas.microsoft.com/office/powerpoint/2010/main" val="4160446298"/>
              </p:ext>
            </p:extLst>
          </p:nvPr>
        </p:nvGraphicFramePr>
        <p:xfrm>
          <a:off x="1043608" y="922962"/>
          <a:ext cx="7920880" cy="3995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06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555526"/>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例题：</a:t>
            </a:r>
          </a:p>
        </p:txBody>
      </p:sp>
      <p:sp>
        <p:nvSpPr>
          <p:cNvPr id="5" name="TextBox 4"/>
          <p:cNvSpPr txBox="1"/>
          <p:nvPr/>
        </p:nvSpPr>
        <p:spPr>
          <a:xfrm>
            <a:off x="107504" y="1051111"/>
            <a:ext cx="8928992" cy="1418915"/>
          </a:xfrm>
          <a:prstGeom prst="rect">
            <a:avLst/>
          </a:prstGeom>
          <a:noFill/>
        </p:spPr>
        <p:txBody>
          <a:bodyPr wrap="square" rtlCol="0">
            <a:spAutoFit/>
          </a:bodyPr>
          <a:lstStyle/>
          <a:p>
            <a:pPr>
              <a:lnSpc>
                <a:spcPct val="150000"/>
              </a:lnSpc>
            </a:pPr>
            <a:r>
              <a:rPr lang="zh-CN" altLang="en-US" sz="2000" b="1" dirty="0">
                <a:latin typeface="Times New Roman" pitchFamily="18" charset="0"/>
                <a:ea typeface="宋体" pitchFamily="2" charset="-122"/>
                <a:cs typeface="Times New Roman" pitchFamily="18" charset="0"/>
              </a:rPr>
              <a:t>        某住宅小区共六栋楼，每栋楼为一个施工段，施工过程划分为</a:t>
            </a:r>
            <a:r>
              <a:rPr lang="en-US" altLang="zh-CN" sz="2000" b="1" dirty="0">
                <a:latin typeface="Times New Roman" pitchFamily="18" charset="0"/>
                <a:ea typeface="宋体" pitchFamily="2" charset="-122"/>
                <a:cs typeface="Times New Roman" pitchFamily="18" charset="0"/>
              </a:rPr>
              <a:t>A</a:t>
            </a:r>
            <a:r>
              <a:rPr lang="zh-CN" altLang="en-US" sz="2000" b="1" dirty="0">
                <a:latin typeface="Times New Roman" pitchFamily="18" charset="0"/>
                <a:ea typeface="宋体" pitchFamily="2" charset="-122"/>
                <a:cs typeface="Times New Roman" pitchFamily="18" charset="0"/>
              </a:rPr>
              <a:t>基础工程、</a:t>
            </a:r>
            <a:r>
              <a:rPr lang="en-US" altLang="zh-CN" sz="2000" b="1" dirty="0">
                <a:latin typeface="Times New Roman" pitchFamily="18" charset="0"/>
                <a:ea typeface="宋体" pitchFamily="2" charset="-122"/>
                <a:cs typeface="Times New Roman" pitchFamily="18" charset="0"/>
              </a:rPr>
              <a:t>B</a:t>
            </a:r>
            <a:r>
              <a:rPr lang="zh-CN" altLang="en-US" sz="2000" b="1" dirty="0">
                <a:latin typeface="Times New Roman" pitchFamily="18" charset="0"/>
                <a:ea typeface="宋体" pitchFamily="2" charset="-122"/>
                <a:cs typeface="Times New Roman" pitchFamily="18" charset="0"/>
              </a:rPr>
              <a:t>主体工程、</a:t>
            </a:r>
            <a:r>
              <a:rPr lang="en-US" altLang="zh-CN" sz="2000" b="1" dirty="0">
                <a:latin typeface="Times New Roman" pitchFamily="18" charset="0"/>
                <a:ea typeface="宋体" pitchFamily="2" charset="-122"/>
                <a:cs typeface="Times New Roman" pitchFamily="18" charset="0"/>
              </a:rPr>
              <a:t>C</a:t>
            </a:r>
            <a:r>
              <a:rPr lang="zh-CN" altLang="en-US" sz="2000" b="1" dirty="0">
                <a:latin typeface="Times New Roman" pitchFamily="18" charset="0"/>
                <a:ea typeface="宋体" pitchFamily="2" charset="-122"/>
                <a:cs typeface="Times New Roman" pitchFamily="18" charset="0"/>
              </a:rPr>
              <a:t>装修工程和</a:t>
            </a:r>
            <a:r>
              <a:rPr lang="en-US" altLang="zh-CN" sz="2000" b="1" dirty="0">
                <a:latin typeface="Times New Roman" pitchFamily="18" charset="0"/>
                <a:ea typeface="宋体" pitchFamily="2" charset="-122"/>
                <a:cs typeface="Times New Roman" pitchFamily="18" charset="0"/>
              </a:rPr>
              <a:t>D</a:t>
            </a:r>
            <a:r>
              <a:rPr lang="zh-CN" altLang="en-US" sz="2000" b="1" dirty="0">
                <a:latin typeface="Times New Roman" pitchFamily="18" charset="0"/>
                <a:ea typeface="宋体" pitchFamily="2" charset="-122"/>
                <a:cs typeface="Times New Roman" pitchFamily="18" charset="0"/>
              </a:rPr>
              <a:t>室外工程</a:t>
            </a:r>
            <a:r>
              <a:rPr lang="en-US" altLang="zh-CN" sz="2000" b="1" dirty="0">
                <a:latin typeface="Times New Roman" pitchFamily="18" charset="0"/>
                <a:ea typeface="宋体" pitchFamily="2" charset="-122"/>
                <a:cs typeface="Times New Roman" pitchFamily="18" charset="0"/>
              </a:rPr>
              <a:t>4</a:t>
            </a:r>
            <a:r>
              <a:rPr lang="zh-CN" altLang="en-US" sz="2000" b="1" dirty="0">
                <a:latin typeface="Times New Roman" pitchFamily="18" charset="0"/>
                <a:ea typeface="宋体" pitchFamily="2" charset="-122"/>
                <a:cs typeface="Times New Roman" pitchFamily="18" charset="0"/>
              </a:rPr>
              <a:t>项，每个施工过程的流水节拍分别为</a:t>
            </a:r>
            <a:r>
              <a:rPr lang="en-US" altLang="zh-CN" sz="2000" b="1" dirty="0">
                <a:latin typeface="Times New Roman" pitchFamily="18" charset="0"/>
                <a:ea typeface="宋体" pitchFamily="2" charset="-122"/>
                <a:cs typeface="Times New Roman" pitchFamily="18" charset="0"/>
              </a:rPr>
              <a:t>20</a:t>
            </a:r>
            <a:r>
              <a:rPr lang="zh-CN" altLang="en-US" sz="2000" b="1" dirty="0">
                <a:latin typeface="Times New Roman" pitchFamily="18" charset="0"/>
                <a:ea typeface="宋体" pitchFamily="2" charset="-122"/>
                <a:cs typeface="Times New Roman" pitchFamily="18" charset="0"/>
              </a:rPr>
              <a:t>天、</a:t>
            </a:r>
            <a:r>
              <a:rPr lang="en-US" altLang="zh-CN" sz="2000" b="1" dirty="0">
                <a:latin typeface="Times New Roman" pitchFamily="18" charset="0"/>
                <a:ea typeface="宋体" pitchFamily="2" charset="-122"/>
                <a:cs typeface="Times New Roman" pitchFamily="18" charset="0"/>
              </a:rPr>
              <a:t>60</a:t>
            </a:r>
            <a:r>
              <a:rPr lang="zh-CN" altLang="en-US" sz="2000" b="1" dirty="0">
                <a:latin typeface="Times New Roman" pitchFamily="18" charset="0"/>
                <a:ea typeface="宋体" pitchFamily="2" charset="-122"/>
                <a:cs typeface="Times New Roman" pitchFamily="18" charset="0"/>
              </a:rPr>
              <a:t>天、</a:t>
            </a:r>
            <a:r>
              <a:rPr lang="en-US" altLang="zh-CN" sz="2000" b="1" dirty="0">
                <a:latin typeface="Times New Roman" pitchFamily="18" charset="0"/>
                <a:ea typeface="宋体" pitchFamily="2" charset="-122"/>
                <a:cs typeface="Times New Roman" pitchFamily="18" charset="0"/>
              </a:rPr>
              <a:t>40</a:t>
            </a:r>
            <a:r>
              <a:rPr lang="zh-CN" altLang="en-US" sz="2000" b="1" dirty="0">
                <a:latin typeface="Times New Roman" pitchFamily="18" charset="0"/>
                <a:ea typeface="宋体" pitchFamily="2" charset="-122"/>
                <a:cs typeface="Times New Roman" pitchFamily="18" charset="0"/>
              </a:rPr>
              <a:t>天、</a:t>
            </a:r>
            <a:r>
              <a:rPr lang="en-US" altLang="zh-CN" sz="2000" b="1" dirty="0">
                <a:latin typeface="Times New Roman" pitchFamily="18" charset="0"/>
                <a:ea typeface="宋体" pitchFamily="2" charset="-122"/>
                <a:cs typeface="Times New Roman" pitchFamily="18" charset="0"/>
              </a:rPr>
              <a:t>20</a:t>
            </a:r>
            <a:r>
              <a:rPr lang="zh-CN" altLang="en-US" sz="2000" b="1" dirty="0">
                <a:latin typeface="Times New Roman" pitchFamily="18" charset="0"/>
                <a:ea typeface="宋体" pitchFamily="2" charset="-122"/>
                <a:cs typeface="Times New Roman" pitchFamily="18" charset="0"/>
              </a:rPr>
              <a:t>天，试组织成倍节拍流水施工。</a:t>
            </a:r>
          </a:p>
        </p:txBody>
      </p:sp>
      <p:sp>
        <p:nvSpPr>
          <p:cNvPr id="6" name="TextBox 5"/>
          <p:cNvSpPr txBox="1"/>
          <p:nvPr/>
        </p:nvSpPr>
        <p:spPr>
          <a:xfrm>
            <a:off x="107504" y="2470026"/>
            <a:ext cx="8928992" cy="495585"/>
          </a:xfrm>
          <a:prstGeom prst="rect">
            <a:avLst/>
          </a:prstGeom>
          <a:noFill/>
        </p:spPr>
        <p:txBody>
          <a:bodyPr wrap="square" rtlCol="0">
            <a:spAutoFit/>
          </a:bodyPr>
          <a:lstStyle/>
          <a:p>
            <a:pPr>
              <a:lnSpc>
                <a:spcPct val="150000"/>
              </a:lnSpc>
            </a:pPr>
            <a:r>
              <a:rPr lang="en-US" altLang="zh-CN"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        </a:t>
            </a:r>
            <a:r>
              <a:rPr lang="zh-CN" altLang="en-US" sz="2000" b="1"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rPr>
              <a:t>解：</a:t>
            </a:r>
          </a:p>
        </p:txBody>
      </p:sp>
      <p:sp>
        <p:nvSpPr>
          <p:cNvPr id="7" name="TextBox 6"/>
          <p:cNvSpPr txBox="1"/>
          <p:nvPr/>
        </p:nvSpPr>
        <p:spPr>
          <a:xfrm>
            <a:off x="107504" y="2965611"/>
            <a:ext cx="8928992" cy="553998"/>
          </a:xfrm>
          <a:prstGeom prst="rect">
            <a:avLst/>
          </a:prstGeom>
          <a:noFill/>
        </p:spPr>
        <p:txBody>
          <a:bodyPr wrap="square" rtlCol="0">
            <a:spAutoFit/>
          </a:bodyPr>
          <a:lstStyle>
            <a:defPPr>
              <a:defRPr lang="zh-CN"/>
            </a:defPPr>
            <a:lvl1pPr>
              <a:lnSpc>
                <a:spcPct val="150000"/>
              </a:lnSpc>
              <a:defRPr sz="2000" b="1">
                <a:latin typeface="Times New Roman" pitchFamily="18" charset="0"/>
                <a:ea typeface="宋体" pitchFamily="2" charset="-122"/>
                <a:cs typeface="Times New Roman" pitchFamily="18" charset="0"/>
              </a:defRPr>
            </a:lvl1pPr>
          </a:lstStyle>
          <a:p>
            <a:r>
              <a:rPr lang="en-US" altLang="zh-CN" dirty="0"/>
              <a:t>        </a:t>
            </a:r>
            <a:r>
              <a:rPr lang="zh-CN" altLang="en-US" dirty="0"/>
              <a:t>（</a:t>
            </a:r>
            <a:r>
              <a:rPr lang="en-US" altLang="zh-CN" dirty="0"/>
              <a:t>1</a:t>
            </a:r>
            <a:r>
              <a:rPr lang="zh-CN" altLang="en-US" dirty="0"/>
              <a:t>）已知：施工过程</a:t>
            </a:r>
            <a:r>
              <a:rPr lang="en-US" altLang="zh-CN" dirty="0"/>
              <a:t>n=4</a:t>
            </a:r>
            <a:r>
              <a:rPr lang="zh-CN" altLang="en-US" dirty="0"/>
              <a:t>，施工段</a:t>
            </a:r>
            <a:r>
              <a:rPr lang="en-US" altLang="zh-CN" dirty="0"/>
              <a:t>m=6</a:t>
            </a:r>
            <a:r>
              <a:rPr lang="zh-CN" altLang="en-US" dirty="0"/>
              <a:t>；</a:t>
            </a:r>
          </a:p>
        </p:txBody>
      </p:sp>
      <p:sp>
        <p:nvSpPr>
          <p:cNvPr id="8" name="TextBox 7"/>
          <p:cNvSpPr txBox="1"/>
          <p:nvPr/>
        </p:nvSpPr>
        <p:spPr>
          <a:xfrm>
            <a:off x="1043608" y="3519609"/>
            <a:ext cx="7992888" cy="553998"/>
          </a:xfrm>
          <a:prstGeom prst="rect">
            <a:avLst/>
          </a:prstGeom>
          <a:noFill/>
        </p:spPr>
        <p:txBody>
          <a:bodyPr wrap="square" rtlCol="0">
            <a:spAutoFit/>
          </a:bodyPr>
          <a:lstStyle>
            <a:defPPr>
              <a:defRPr lang="zh-CN"/>
            </a:defPPr>
            <a:lvl1pPr>
              <a:lnSpc>
                <a:spcPct val="150000"/>
              </a:lnSpc>
              <a:defRPr sz="2000" b="1">
                <a:latin typeface="Times New Roman" pitchFamily="18" charset="0"/>
                <a:ea typeface="宋体" pitchFamily="2" charset="-122"/>
                <a:cs typeface="Times New Roman" pitchFamily="18" charset="0"/>
              </a:defRPr>
            </a:lvl1pPr>
          </a:lstStyle>
          <a:p>
            <a:r>
              <a:rPr lang="en-US" altLang="zh-CN" dirty="0"/>
              <a:t>        </a:t>
            </a:r>
            <a:r>
              <a:rPr lang="zh-CN" altLang="en-US" dirty="0"/>
              <a:t>（</a:t>
            </a:r>
            <a:r>
              <a:rPr lang="en-US" altLang="zh-CN" dirty="0"/>
              <a:t>2</a:t>
            </a:r>
            <a:r>
              <a:rPr lang="zh-CN" altLang="en-US" dirty="0"/>
              <a:t>）确定流水步距：</a:t>
            </a:r>
            <a:r>
              <a:rPr lang="en-US" altLang="zh-CN" dirty="0"/>
              <a:t>K=max</a:t>
            </a:r>
            <a:r>
              <a:rPr lang="zh-CN" altLang="en-US" baseline="-25000" dirty="0"/>
              <a:t>公约数</a:t>
            </a:r>
            <a:r>
              <a:rPr lang="en-US" altLang="zh-CN" dirty="0"/>
              <a:t>{ 20</a:t>
            </a:r>
            <a:r>
              <a:rPr lang="zh-CN" altLang="en-US" dirty="0"/>
              <a:t>，</a:t>
            </a:r>
            <a:r>
              <a:rPr lang="en-US" altLang="zh-CN" dirty="0"/>
              <a:t>60</a:t>
            </a:r>
            <a:r>
              <a:rPr lang="zh-CN" altLang="en-US" dirty="0"/>
              <a:t>，</a:t>
            </a:r>
            <a:r>
              <a:rPr lang="en-US" altLang="zh-CN" dirty="0"/>
              <a:t>40</a:t>
            </a:r>
            <a:r>
              <a:rPr lang="zh-CN" altLang="en-US" dirty="0"/>
              <a:t>，</a:t>
            </a:r>
            <a:r>
              <a:rPr lang="en-US" altLang="zh-CN" dirty="0"/>
              <a:t>20}=20d</a:t>
            </a:r>
            <a:r>
              <a:rPr lang="zh-CN" altLang="en-US" dirty="0"/>
              <a:t>；</a:t>
            </a:r>
            <a:endParaRPr lang="en-US" altLang="zh-CN" dirty="0"/>
          </a:p>
        </p:txBody>
      </p:sp>
    </p:spTree>
    <p:extLst>
      <p:ext uri="{BB962C8B-B14F-4D97-AF65-F5344CB8AC3E}">
        <p14:creationId xmlns:p14="http://schemas.microsoft.com/office/powerpoint/2010/main" val="21606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667598"/>
            <a:ext cx="8928992" cy="1938992"/>
          </a:xfrm>
          <a:prstGeom prst="rect">
            <a:avLst/>
          </a:prstGeom>
          <a:noFill/>
        </p:spPr>
        <p:txBody>
          <a:bodyPr wrap="square" rtlCol="0">
            <a:spAutoFit/>
          </a:bodyPr>
          <a:lstStyle>
            <a:defPPr>
              <a:defRPr lang="zh-CN"/>
            </a:defPPr>
            <a:lvl1pPr>
              <a:lnSpc>
                <a:spcPct val="150000"/>
              </a:lnSpc>
              <a:defRPr sz="2000" b="1">
                <a:latin typeface="Times New Roman" pitchFamily="18" charset="0"/>
                <a:ea typeface="宋体" pitchFamily="2" charset="-122"/>
                <a:cs typeface="Times New Roman" pitchFamily="18" charset="0"/>
              </a:defRPr>
            </a:lvl1pPr>
          </a:lstStyle>
          <a:p>
            <a:r>
              <a:rPr lang="en-US" altLang="zh-CN" dirty="0"/>
              <a:t>        </a:t>
            </a:r>
            <a:r>
              <a:rPr lang="zh-CN" altLang="en-US" dirty="0"/>
              <a:t>（</a:t>
            </a:r>
            <a:r>
              <a:rPr lang="en-US" altLang="zh-CN" dirty="0"/>
              <a:t>3</a:t>
            </a:r>
            <a:r>
              <a:rPr lang="zh-CN" altLang="en-US" dirty="0"/>
              <a:t>）确定专业施工队数：</a:t>
            </a:r>
            <a:r>
              <a:rPr lang="en-US" altLang="zh-CN" dirty="0"/>
              <a:t>b</a:t>
            </a:r>
            <a:r>
              <a:rPr lang="en-US" altLang="zh-CN" baseline="-25000" dirty="0"/>
              <a:t>i</a:t>
            </a:r>
            <a:r>
              <a:rPr lang="en-US" altLang="zh-CN" dirty="0"/>
              <a:t>= </a:t>
            </a:r>
            <a:r>
              <a:rPr lang="en-US" altLang="zh-CN" dirty="0" err="1"/>
              <a:t>t</a:t>
            </a:r>
            <a:r>
              <a:rPr lang="en-US" altLang="zh-CN" baseline="-25000" dirty="0" err="1"/>
              <a:t>i</a:t>
            </a:r>
            <a:r>
              <a:rPr lang="en-US" altLang="zh-CN" dirty="0"/>
              <a:t> / K</a:t>
            </a:r>
          </a:p>
          <a:p>
            <a:pPr algn="ctr"/>
            <a:r>
              <a:rPr lang="en-US" altLang="zh-CN" dirty="0"/>
              <a:t>b</a:t>
            </a:r>
            <a:r>
              <a:rPr lang="en-US" altLang="zh-CN" baseline="-25000" dirty="0"/>
              <a:t>1</a:t>
            </a:r>
            <a:r>
              <a:rPr lang="en-US" altLang="zh-CN" dirty="0"/>
              <a:t>=20/20=1</a:t>
            </a:r>
            <a:r>
              <a:rPr lang="zh-CN" altLang="en-US" dirty="0"/>
              <a:t>（个）；</a:t>
            </a:r>
            <a:r>
              <a:rPr lang="en-US" altLang="zh-CN" dirty="0"/>
              <a:t>b</a:t>
            </a:r>
            <a:r>
              <a:rPr lang="en-US" altLang="zh-CN" baseline="-25000" dirty="0"/>
              <a:t>2</a:t>
            </a:r>
            <a:r>
              <a:rPr lang="en-US" altLang="zh-CN" dirty="0"/>
              <a:t>=60/20=3</a:t>
            </a:r>
            <a:r>
              <a:rPr lang="zh-CN" altLang="en-US" dirty="0"/>
              <a:t>（个）；</a:t>
            </a:r>
            <a:endParaRPr lang="en-US" altLang="zh-CN" dirty="0"/>
          </a:p>
          <a:p>
            <a:pPr algn="ctr"/>
            <a:r>
              <a:rPr lang="en-US" altLang="zh-CN" dirty="0"/>
              <a:t>b</a:t>
            </a:r>
            <a:r>
              <a:rPr lang="en-US" altLang="zh-CN" baseline="-25000" dirty="0"/>
              <a:t>3</a:t>
            </a:r>
            <a:r>
              <a:rPr lang="en-US" altLang="zh-CN" dirty="0"/>
              <a:t>=40/20=2</a:t>
            </a:r>
            <a:r>
              <a:rPr lang="zh-CN" altLang="en-US" dirty="0"/>
              <a:t>（个）；</a:t>
            </a:r>
            <a:r>
              <a:rPr lang="en-US" altLang="zh-CN" dirty="0"/>
              <a:t>b</a:t>
            </a:r>
            <a:r>
              <a:rPr lang="en-US" altLang="zh-CN" baseline="-25000" dirty="0"/>
              <a:t>4</a:t>
            </a:r>
            <a:r>
              <a:rPr lang="en-US" altLang="zh-CN" dirty="0"/>
              <a:t>=20/20=1</a:t>
            </a:r>
            <a:r>
              <a:rPr lang="zh-CN" altLang="en-US" dirty="0"/>
              <a:t>（个）；</a:t>
            </a:r>
            <a:endParaRPr lang="en-US" altLang="zh-CN" dirty="0"/>
          </a:p>
          <a:p>
            <a:pPr algn="ctr"/>
            <a:r>
              <a:rPr lang="zh-CN" altLang="en-US" dirty="0"/>
              <a:t>专业队数总和</a:t>
            </a:r>
            <a:r>
              <a:rPr lang="en-US" altLang="zh-CN" dirty="0"/>
              <a:t>n’=∑b</a:t>
            </a:r>
            <a:r>
              <a:rPr lang="en-US" altLang="zh-CN" baseline="-25000" dirty="0"/>
              <a:t>i</a:t>
            </a:r>
            <a:r>
              <a:rPr lang="en-US" altLang="zh-CN" dirty="0"/>
              <a:t>=1+3+2+1=7</a:t>
            </a:r>
            <a:r>
              <a:rPr lang="zh-CN" altLang="en-US" dirty="0"/>
              <a:t>（个）；</a:t>
            </a:r>
            <a:endParaRPr lang="en-US" altLang="zh-CN" dirty="0"/>
          </a:p>
        </p:txBody>
      </p:sp>
      <p:sp>
        <p:nvSpPr>
          <p:cNvPr id="5" name="TextBox 4"/>
          <p:cNvSpPr txBox="1"/>
          <p:nvPr/>
        </p:nvSpPr>
        <p:spPr>
          <a:xfrm>
            <a:off x="107504" y="2606590"/>
            <a:ext cx="8928992" cy="1477328"/>
          </a:xfrm>
          <a:prstGeom prst="rect">
            <a:avLst/>
          </a:prstGeom>
          <a:noFill/>
        </p:spPr>
        <p:txBody>
          <a:bodyPr wrap="square" rtlCol="0">
            <a:spAutoFit/>
          </a:bodyPr>
          <a:lstStyle>
            <a:defPPr>
              <a:defRPr lang="zh-CN"/>
            </a:defPPr>
            <a:lvl1pPr>
              <a:lnSpc>
                <a:spcPct val="150000"/>
              </a:lnSpc>
              <a:defRPr sz="2000" b="1">
                <a:latin typeface="Times New Roman" pitchFamily="18" charset="0"/>
                <a:ea typeface="宋体" pitchFamily="2" charset="-122"/>
                <a:cs typeface="Times New Roman" pitchFamily="18" charset="0"/>
              </a:defRPr>
            </a:lvl1pPr>
          </a:lstStyle>
          <a:p>
            <a:r>
              <a:rPr lang="en-US" altLang="zh-CN" dirty="0"/>
              <a:t>        </a:t>
            </a:r>
            <a:r>
              <a:rPr lang="zh-CN" altLang="en-US" dirty="0"/>
              <a:t>（</a:t>
            </a:r>
            <a:r>
              <a:rPr lang="en-US" altLang="zh-CN" dirty="0"/>
              <a:t>4</a:t>
            </a:r>
            <a:r>
              <a:rPr lang="zh-CN" altLang="en-US" dirty="0"/>
              <a:t>）计算流水工期</a:t>
            </a:r>
            <a:r>
              <a:rPr lang="en-US" altLang="zh-CN" dirty="0"/>
              <a:t>T</a:t>
            </a:r>
            <a:r>
              <a:rPr lang="zh-CN" altLang="en-US" dirty="0"/>
              <a:t>：</a:t>
            </a:r>
            <a:endParaRPr lang="en-US" altLang="zh-CN" dirty="0"/>
          </a:p>
          <a:p>
            <a:pPr algn="ctr"/>
            <a:r>
              <a:rPr lang="en-US" altLang="zh-CN" dirty="0"/>
              <a:t>T=</a:t>
            </a:r>
            <a:r>
              <a:rPr lang="zh-CN" altLang="en-US" dirty="0"/>
              <a:t>（专业队数</a:t>
            </a:r>
            <a:r>
              <a:rPr lang="en-US" altLang="zh-CN" dirty="0"/>
              <a:t>n’+</a:t>
            </a:r>
            <a:r>
              <a:rPr lang="zh-CN" altLang="en-US" dirty="0"/>
              <a:t>施工段数</a:t>
            </a:r>
            <a:r>
              <a:rPr lang="en-US" altLang="zh-CN" dirty="0"/>
              <a:t>m</a:t>
            </a:r>
            <a:r>
              <a:rPr lang="zh-CN" altLang="en-US" dirty="0"/>
              <a:t>－</a:t>
            </a:r>
            <a:r>
              <a:rPr lang="en-US" altLang="zh-CN" dirty="0"/>
              <a:t>1</a:t>
            </a:r>
            <a:r>
              <a:rPr lang="zh-CN" altLang="en-US" dirty="0"/>
              <a:t>）</a:t>
            </a:r>
            <a:r>
              <a:rPr lang="en-US" altLang="zh-CN" dirty="0"/>
              <a:t>×</a:t>
            </a:r>
            <a:r>
              <a:rPr lang="zh-CN" altLang="en-US" dirty="0"/>
              <a:t>流水步距</a:t>
            </a:r>
            <a:r>
              <a:rPr lang="en-US" altLang="zh-CN" dirty="0"/>
              <a:t>+</a:t>
            </a:r>
            <a:r>
              <a:rPr lang="zh-CN" altLang="en-US" dirty="0"/>
              <a:t>技术间歇时间</a:t>
            </a:r>
            <a:r>
              <a:rPr lang="en-US" altLang="zh-CN" dirty="0"/>
              <a:t>J+</a:t>
            </a:r>
            <a:r>
              <a:rPr lang="zh-CN" altLang="en-US" dirty="0"/>
              <a:t>组织间歇</a:t>
            </a:r>
            <a:r>
              <a:rPr lang="en-US" altLang="zh-CN" dirty="0"/>
              <a:t>Z</a:t>
            </a:r>
            <a:r>
              <a:rPr lang="zh-CN" altLang="en-US" dirty="0"/>
              <a:t>－组织搭接时间</a:t>
            </a:r>
            <a:r>
              <a:rPr lang="en-US" altLang="zh-CN" dirty="0"/>
              <a:t>D=</a:t>
            </a:r>
            <a:r>
              <a:rPr lang="zh-CN" altLang="en-US" dirty="0"/>
              <a:t>（</a:t>
            </a:r>
            <a:r>
              <a:rPr lang="en-US" altLang="zh-CN" dirty="0"/>
              <a:t>7+6-1</a:t>
            </a:r>
            <a:r>
              <a:rPr lang="zh-CN" altLang="en-US" dirty="0"/>
              <a:t>）</a:t>
            </a:r>
            <a:r>
              <a:rPr lang="en-US" altLang="zh-CN" dirty="0"/>
              <a:t>×20+0=240d</a:t>
            </a:r>
            <a:r>
              <a:rPr lang="zh-CN" altLang="en-US" dirty="0"/>
              <a:t>；</a:t>
            </a:r>
            <a:endParaRPr lang="en-US" altLang="zh-CN" dirty="0"/>
          </a:p>
        </p:txBody>
      </p:sp>
    </p:spTree>
    <p:extLst>
      <p:ext uri="{BB962C8B-B14F-4D97-AF65-F5344CB8AC3E}">
        <p14:creationId xmlns:p14="http://schemas.microsoft.com/office/powerpoint/2010/main" val="21606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267494"/>
            <a:ext cx="8928992" cy="495585"/>
          </a:xfrm>
          <a:prstGeom prst="rect">
            <a:avLst/>
          </a:prstGeom>
          <a:noFill/>
        </p:spPr>
        <p:txBody>
          <a:bodyPr wrap="square" rtlCol="0">
            <a:spAutoFit/>
          </a:bodyPr>
          <a:lstStyle>
            <a:defPPr>
              <a:defRPr lang="zh-CN"/>
            </a:defPPr>
            <a:lvl1pPr>
              <a:lnSpc>
                <a:spcPct val="150000"/>
              </a:lnSpc>
              <a:defRPr sz="2000" b="1">
                <a:latin typeface="Times New Roman" pitchFamily="18" charset="0"/>
                <a:ea typeface="宋体" pitchFamily="2" charset="-122"/>
                <a:cs typeface="Times New Roman" pitchFamily="18" charset="0"/>
              </a:defRPr>
            </a:lvl1pPr>
          </a:lstStyle>
          <a:p>
            <a:r>
              <a:rPr lang="en-US" altLang="zh-CN" dirty="0"/>
              <a:t>        </a:t>
            </a:r>
            <a:r>
              <a:rPr lang="zh-CN" altLang="en-US" dirty="0"/>
              <a:t>（</a:t>
            </a:r>
            <a:r>
              <a:rPr lang="en-US" altLang="zh-CN" dirty="0"/>
              <a:t>5</a:t>
            </a:r>
            <a:r>
              <a:rPr lang="zh-CN" altLang="en-US" dirty="0"/>
              <a:t>）绘制流水施工进度表：</a:t>
            </a:r>
          </a:p>
        </p:txBody>
      </p:sp>
      <p:graphicFrame>
        <p:nvGraphicFramePr>
          <p:cNvPr id="5" name="表格 4"/>
          <p:cNvGraphicFramePr>
            <a:graphicFrameLocks noGrp="1"/>
          </p:cNvGraphicFramePr>
          <p:nvPr>
            <p:extLst>
              <p:ext uri="{D42A27DB-BD31-4B8C-83A1-F6EECF244321}">
                <p14:modId xmlns:p14="http://schemas.microsoft.com/office/powerpoint/2010/main" val="2977927162"/>
              </p:ext>
            </p:extLst>
          </p:nvPr>
        </p:nvGraphicFramePr>
        <p:xfrm>
          <a:off x="1043612" y="843555"/>
          <a:ext cx="7920876" cy="3528398"/>
        </p:xfrm>
        <a:graphic>
          <a:graphicData uri="http://schemas.openxmlformats.org/drawingml/2006/table">
            <a:tbl>
              <a:tblPr firstRow="1" firstCol="1" bandRow="1">
                <a:tableStyleId>{5940675A-B579-460E-94D1-54222C63F5DA}</a:tableStyleId>
              </a:tblPr>
              <a:tblGrid>
                <a:gridCol w="891597">
                  <a:extLst>
                    <a:ext uri="{9D8B030D-6E8A-4147-A177-3AD203B41FA5}">
                      <a16:colId xmlns:a16="http://schemas.microsoft.com/office/drawing/2014/main" val="20000"/>
                    </a:ext>
                  </a:extLst>
                </a:gridCol>
                <a:gridCol w="891597">
                  <a:extLst>
                    <a:ext uri="{9D8B030D-6E8A-4147-A177-3AD203B41FA5}">
                      <a16:colId xmlns:a16="http://schemas.microsoft.com/office/drawing/2014/main" val="20001"/>
                    </a:ext>
                  </a:extLst>
                </a:gridCol>
                <a:gridCol w="574938">
                  <a:extLst>
                    <a:ext uri="{9D8B030D-6E8A-4147-A177-3AD203B41FA5}">
                      <a16:colId xmlns:a16="http://schemas.microsoft.com/office/drawing/2014/main" val="20002"/>
                    </a:ext>
                  </a:extLst>
                </a:gridCol>
                <a:gridCol w="574938">
                  <a:extLst>
                    <a:ext uri="{9D8B030D-6E8A-4147-A177-3AD203B41FA5}">
                      <a16:colId xmlns:a16="http://schemas.microsoft.com/office/drawing/2014/main" val="20003"/>
                    </a:ext>
                  </a:extLst>
                </a:gridCol>
                <a:gridCol w="498869">
                  <a:extLst>
                    <a:ext uri="{9D8B030D-6E8A-4147-A177-3AD203B41FA5}">
                      <a16:colId xmlns:a16="http://schemas.microsoft.com/office/drawing/2014/main" val="20004"/>
                    </a:ext>
                  </a:extLst>
                </a:gridCol>
                <a:gridCol w="498869">
                  <a:extLst>
                    <a:ext uri="{9D8B030D-6E8A-4147-A177-3AD203B41FA5}">
                      <a16:colId xmlns:a16="http://schemas.microsoft.com/office/drawing/2014/main" val="20005"/>
                    </a:ext>
                  </a:extLst>
                </a:gridCol>
                <a:gridCol w="497985">
                  <a:extLst>
                    <a:ext uri="{9D8B030D-6E8A-4147-A177-3AD203B41FA5}">
                      <a16:colId xmlns:a16="http://schemas.microsoft.com/office/drawing/2014/main" val="20006"/>
                    </a:ext>
                  </a:extLst>
                </a:gridCol>
                <a:gridCol w="498869">
                  <a:extLst>
                    <a:ext uri="{9D8B030D-6E8A-4147-A177-3AD203B41FA5}">
                      <a16:colId xmlns:a16="http://schemas.microsoft.com/office/drawing/2014/main" val="20007"/>
                    </a:ext>
                  </a:extLst>
                </a:gridCol>
                <a:gridCol w="498869">
                  <a:extLst>
                    <a:ext uri="{9D8B030D-6E8A-4147-A177-3AD203B41FA5}">
                      <a16:colId xmlns:a16="http://schemas.microsoft.com/office/drawing/2014/main" val="20008"/>
                    </a:ext>
                  </a:extLst>
                </a:gridCol>
                <a:gridCol w="498869">
                  <a:extLst>
                    <a:ext uri="{9D8B030D-6E8A-4147-A177-3AD203B41FA5}">
                      <a16:colId xmlns:a16="http://schemas.microsoft.com/office/drawing/2014/main" val="20009"/>
                    </a:ext>
                  </a:extLst>
                </a:gridCol>
                <a:gridCol w="498869">
                  <a:extLst>
                    <a:ext uri="{9D8B030D-6E8A-4147-A177-3AD203B41FA5}">
                      <a16:colId xmlns:a16="http://schemas.microsoft.com/office/drawing/2014/main" val="20010"/>
                    </a:ext>
                  </a:extLst>
                </a:gridCol>
                <a:gridCol w="498869">
                  <a:extLst>
                    <a:ext uri="{9D8B030D-6E8A-4147-A177-3AD203B41FA5}">
                      <a16:colId xmlns:a16="http://schemas.microsoft.com/office/drawing/2014/main" val="20011"/>
                    </a:ext>
                  </a:extLst>
                </a:gridCol>
                <a:gridCol w="498869">
                  <a:extLst>
                    <a:ext uri="{9D8B030D-6E8A-4147-A177-3AD203B41FA5}">
                      <a16:colId xmlns:a16="http://schemas.microsoft.com/office/drawing/2014/main" val="20012"/>
                    </a:ext>
                  </a:extLst>
                </a:gridCol>
                <a:gridCol w="498869">
                  <a:extLst>
                    <a:ext uri="{9D8B030D-6E8A-4147-A177-3AD203B41FA5}">
                      <a16:colId xmlns:a16="http://schemas.microsoft.com/office/drawing/2014/main" val="20013"/>
                    </a:ext>
                  </a:extLst>
                </a:gridCol>
              </a:tblGrid>
              <a:tr h="352840">
                <a:tc rowSpan="2">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施工</a:t>
                      </a:r>
                      <a:endParaRPr lang="zh-CN" sz="1800" b="1" kern="100" dirty="0">
                        <a:effectLst/>
                        <a:latin typeface="Times New Roman" pitchFamily="18" charset="0"/>
                        <a:ea typeface="宋体" pitchFamily="2" charset="-122"/>
                        <a:cs typeface="Times New Roman" pitchFamily="18" charset="0"/>
                      </a:endParaRPr>
                    </a:p>
                    <a:p>
                      <a:pPr algn="ctr">
                        <a:spcAft>
                          <a:spcPts val="0"/>
                        </a:spcAft>
                      </a:pPr>
                      <a:r>
                        <a:rPr lang="zh-CN" sz="1600" b="1" kern="100" dirty="0">
                          <a:effectLst/>
                          <a:latin typeface="Times New Roman" pitchFamily="18" charset="0"/>
                          <a:ea typeface="宋体" pitchFamily="2" charset="-122"/>
                          <a:cs typeface="Times New Roman" pitchFamily="18" charset="0"/>
                        </a:rPr>
                        <a:t>过程</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row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专业队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gridSpan="12">
                  <a:txBody>
                    <a:bodyPr/>
                    <a:lstStyle/>
                    <a:p>
                      <a:pPr algn="ctr">
                        <a:spcAft>
                          <a:spcPts val="0"/>
                        </a:spcAft>
                      </a:pPr>
                      <a:r>
                        <a:rPr lang="zh-CN" sz="1600" b="1" kern="100">
                          <a:effectLst/>
                          <a:latin typeface="Times New Roman" pitchFamily="18" charset="0"/>
                          <a:ea typeface="宋体" pitchFamily="2" charset="-122"/>
                          <a:cs typeface="Times New Roman" pitchFamily="18" charset="0"/>
                        </a:rPr>
                        <a:t>施工进度（天）</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705678">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40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60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80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100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120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140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160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180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200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220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240</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1"/>
                  </a:ext>
                </a:extLst>
              </a:tr>
              <a:tr h="352840">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A</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2"/>
                  </a:ext>
                </a:extLst>
              </a:tr>
              <a:tr h="352840">
                <a:tc rowSpan="3">
                  <a:txBody>
                    <a:bodyPr/>
                    <a:lstStyle/>
                    <a:p>
                      <a:pPr algn="ctr">
                        <a:spcAft>
                          <a:spcPts val="0"/>
                        </a:spcAft>
                      </a:pPr>
                      <a:r>
                        <a:rPr lang="en-US" sz="1600" b="1" kern="100">
                          <a:effectLst/>
                          <a:latin typeface="Times New Roman" pitchFamily="18" charset="0"/>
                          <a:ea typeface="宋体" pitchFamily="2" charset="-122"/>
                          <a:cs typeface="Times New Roman" pitchFamily="18" charset="0"/>
                        </a:rPr>
                        <a:t>B</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3"/>
                  </a:ext>
                </a:extLst>
              </a:tr>
              <a:tr h="352840">
                <a:tc vMerge="1">
                  <a:txBody>
                    <a:bodyPr/>
                    <a:lstStyle/>
                    <a:p>
                      <a:endParaRPr lang="zh-CN" altLang="en-US"/>
                    </a:p>
                  </a:txBody>
                  <a:tcP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4"/>
                  </a:ext>
                </a:extLst>
              </a:tr>
              <a:tr h="352840">
                <a:tc vMerge="1">
                  <a:txBody>
                    <a:bodyPr/>
                    <a:lstStyle/>
                    <a:p>
                      <a:endParaRPr lang="zh-CN" altLang="en-US"/>
                    </a:p>
                  </a:txBody>
                  <a:tcP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5"/>
                  </a:ext>
                </a:extLst>
              </a:tr>
              <a:tr h="352840">
                <a:tc rowSpan="2">
                  <a:txBody>
                    <a:bodyPr/>
                    <a:lstStyle/>
                    <a:p>
                      <a:pPr algn="ctr">
                        <a:spcAft>
                          <a:spcPts val="0"/>
                        </a:spcAft>
                      </a:pPr>
                      <a:r>
                        <a:rPr lang="en-US" sz="1600" b="1" kern="100">
                          <a:effectLst/>
                          <a:latin typeface="Times New Roman" pitchFamily="18" charset="0"/>
                          <a:ea typeface="宋体" pitchFamily="2" charset="-122"/>
                          <a:cs typeface="Times New Roman" pitchFamily="18" charset="0"/>
                        </a:rPr>
                        <a:t>C</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6"/>
                  </a:ext>
                </a:extLst>
              </a:tr>
              <a:tr h="352840">
                <a:tc vMerge="1">
                  <a:txBody>
                    <a:bodyPr/>
                    <a:lstStyle/>
                    <a:p>
                      <a:endParaRPr lang="zh-CN" altLang="en-US"/>
                    </a:p>
                  </a:txBody>
                  <a:tcP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队</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7"/>
                  </a:ext>
                </a:extLst>
              </a:tr>
              <a:tr h="352840">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D</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队</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 </a:t>
                      </a:r>
                      <a:endParaRPr lang="zh-CN" sz="1800" b="1" kern="100">
                        <a:effectLst/>
                        <a:latin typeface="Times New Roman" pitchFamily="18" charset="0"/>
                        <a:ea typeface="宋体" pitchFamily="2" charset="-122"/>
                        <a:cs typeface="Times New Roman" pitchFamily="18" charset="0"/>
                      </a:endParaRPr>
                    </a:p>
                  </a:txBody>
                  <a:tcPr marL="68580" marR="68580"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 </a:t>
                      </a:r>
                      <a:endParaRPr lang="zh-CN" sz="1800" b="1" kern="100" dirty="0">
                        <a:effectLst/>
                        <a:latin typeface="Times New Roman" pitchFamily="18" charset="0"/>
                        <a:ea typeface="宋体" pitchFamily="2" charset="-122"/>
                        <a:cs typeface="Times New Roman" pitchFamily="18" charset="0"/>
                      </a:endParaRPr>
                    </a:p>
                  </a:txBody>
                  <a:tcPr marL="68580" marR="68580" marT="0" marB="0" anchor="ctr"/>
                </a:tc>
                <a:extLst>
                  <a:ext uri="{0D108BD9-81ED-4DB2-BD59-A6C34878D82A}">
                    <a16:rowId xmlns:a16="http://schemas.microsoft.com/office/drawing/2014/main" val="10008"/>
                  </a:ext>
                </a:extLst>
              </a:tr>
            </a:tbl>
          </a:graphicData>
        </a:graphic>
      </p:graphicFrame>
      <p:cxnSp>
        <p:nvCxnSpPr>
          <p:cNvPr id="6" name="直接连接符 5"/>
          <p:cNvCxnSpPr/>
          <p:nvPr/>
        </p:nvCxnSpPr>
        <p:spPr>
          <a:xfrm>
            <a:off x="2796475" y="2139702"/>
            <a:ext cx="62339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37845" y="1849045"/>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10" name="TextBox 9"/>
          <p:cNvSpPr txBox="1"/>
          <p:nvPr/>
        </p:nvSpPr>
        <p:spPr>
          <a:xfrm>
            <a:off x="3622634" y="1777040"/>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11" name="TextBox 10"/>
          <p:cNvSpPr txBox="1"/>
          <p:nvPr/>
        </p:nvSpPr>
        <p:spPr>
          <a:xfrm>
            <a:off x="4044277" y="1849711"/>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14" name="直接连接符 13"/>
          <p:cNvCxnSpPr/>
          <p:nvPr/>
        </p:nvCxnSpPr>
        <p:spPr>
          <a:xfrm>
            <a:off x="3372539" y="2067694"/>
            <a:ext cx="62339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948603" y="2139702"/>
            <a:ext cx="5513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452658" y="2067694"/>
            <a:ext cx="551392" cy="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956712" y="2139702"/>
            <a:ext cx="551392" cy="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460768" y="2067694"/>
            <a:ext cx="551392" cy="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48334" y="1763023"/>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④</a:t>
            </a:r>
          </a:p>
        </p:txBody>
      </p:sp>
      <p:sp>
        <p:nvSpPr>
          <p:cNvPr id="26" name="TextBox 25"/>
          <p:cNvSpPr txBox="1"/>
          <p:nvPr/>
        </p:nvSpPr>
        <p:spPr>
          <a:xfrm>
            <a:off x="5052388" y="1849044"/>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⑤</a:t>
            </a:r>
          </a:p>
        </p:txBody>
      </p:sp>
      <p:sp>
        <p:nvSpPr>
          <p:cNvPr id="27" name="TextBox 26"/>
          <p:cNvSpPr txBox="1"/>
          <p:nvPr/>
        </p:nvSpPr>
        <p:spPr>
          <a:xfrm>
            <a:off x="5553201" y="1777040"/>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⑥</a:t>
            </a:r>
          </a:p>
        </p:txBody>
      </p:sp>
      <p:cxnSp>
        <p:nvCxnSpPr>
          <p:cNvPr id="28" name="直接连接符 27"/>
          <p:cNvCxnSpPr/>
          <p:nvPr/>
        </p:nvCxnSpPr>
        <p:spPr>
          <a:xfrm>
            <a:off x="3372539" y="2499742"/>
            <a:ext cx="163151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948603" y="2859782"/>
            <a:ext cx="151216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499992" y="3219822"/>
            <a:ext cx="151216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044277" y="2209085"/>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39" name="TextBox 38"/>
          <p:cNvSpPr txBox="1"/>
          <p:nvPr/>
        </p:nvSpPr>
        <p:spPr>
          <a:xfrm>
            <a:off x="4550799" y="2569125"/>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40" name="TextBox 39"/>
          <p:cNvSpPr txBox="1"/>
          <p:nvPr/>
        </p:nvSpPr>
        <p:spPr>
          <a:xfrm>
            <a:off x="5052388" y="2929165"/>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41" name="直接连接符 40"/>
          <p:cNvCxnSpPr/>
          <p:nvPr/>
        </p:nvCxnSpPr>
        <p:spPr>
          <a:xfrm>
            <a:off x="4956715" y="2430359"/>
            <a:ext cx="15383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460768" y="2790399"/>
            <a:ext cx="153583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988493" y="3150439"/>
            <a:ext cx="146382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628453" y="2139702"/>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④</a:t>
            </a:r>
          </a:p>
        </p:txBody>
      </p:sp>
      <p:sp>
        <p:nvSpPr>
          <p:cNvPr id="45" name="TextBox 44"/>
          <p:cNvSpPr txBox="1"/>
          <p:nvPr/>
        </p:nvSpPr>
        <p:spPr>
          <a:xfrm>
            <a:off x="6134975" y="2499742"/>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⑤</a:t>
            </a:r>
          </a:p>
        </p:txBody>
      </p:sp>
      <p:sp>
        <p:nvSpPr>
          <p:cNvPr id="46" name="TextBox 45"/>
          <p:cNvSpPr txBox="1"/>
          <p:nvPr/>
        </p:nvSpPr>
        <p:spPr>
          <a:xfrm>
            <a:off x="6636564" y="2859782"/>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⑥</a:t>
            </a:r>
          </a:p>
        </p:txBody>
      </p:sp>
      <p:cxnSp>
        <p:nvCxnSpPr>
          <p:cNvPr id="52" name="直接连接符 51"/>
          <p:cNvCxnSpPr/>
          <p:nvPr/>
        </p:nvCxnSpPr>
        <p:spPr>
          <a:xfrm>
            <a:off x="4956715" y="3507854"/>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5460768" y="3867894"/>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5287616" y="3217197"/>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56" name="TextBox 55"/>
          <p:cNvSpPr txBox="1"/>
          <p:nvPr/>
        </p:nvSpPr>
        <p:spPr>
          <a:xfrm>
            <a:off x="5770414" y="3577237"/>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cxnSp>
        <p:nvCxnSpPr>
          <p:cNvPr id="57" name="直接连接符 56"/>
          <p:cNvCxnSpPr/>
          <p:nvPr/>
        </p:nvCxnSpPr>
        <p:spPr>
          <a:xfrm>
            <a:off x="5940152" y="3582487"/>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444205" y="3942527"/>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271053" y="3291830"/>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sp>
        <p:nvSpPr>
          <p:cNvPr id="60" name="TextBox 59"/>
          <p:cNvSpPr txBox="1"/>
          <p:nvPr/>
        </p:nvSpPr>
        <p:spPr>
          <a:xfrm>
            <a:off x="6753851" y="3651870"/>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④</a:t>
            </a:r>
          </a:p>
        </p:txBody>
      </p:sp>
      <p:cxnSp>
        <p:nvCxnSpPr>
          <p:cNvPr id="61" name="直接连接符 60"/>
          <p:cNvCxnSpPr/>
          <p:nvPr/>
        </p:nvCxnSpPr>
        <p:spPr>
          <a:xfrm>
            <a:off x="6948264" y="3510479"/>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452317" y="3870519"/>
            <a:ext cx="103177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7279165" y="3219822"/>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⑤</a:t>
            </a:r>
          </a:p>
        </p:txBody>
      </p:sp>
      <p:sp>
        <p:nvSpPr>
          <p:cNvPr id="64" name="TextBox 63"/>
          <p:cNvSpPr txBox="1"/>
          <p:nvPr/>
        </p:nvSpPr>
        <p:spPr>
          <a:xfrm>
            <a:off x="7761963" y="3579862"/>
            <a:ext cx="360040" cy="312393"/>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⑥</a:t>
            </a:r>
          </a:p>
        </p:txBody>
      </p:sp>
      <p:cxnSp>
        <p:nvCxnSpPr>
          <p:cNvPr id="65" name="直接连接符 64"/>
          <p:cNvCxnSpPr/>
          <p:nvPr/>
        </p:nvCxnSpPr>
        <p:spPr>
          <a:xfrm flipV="1">
            <a:off x="5976657" y="4244573"/>
            <a:ext cx="514884" cy="6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6012160" y="3953916"/>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①</a:t>
            </a:r>
          </a:p>
        </p:txBody>
      </p:sp>
      <p:sp>
        <p:nvSpPr>
          <p:cNvPr id="67" name="TextBox 66"/>
          <p:cNvSpPr txBox="1"/>
          <p:nvPr/>
        </p:nvSpPr>
        <p:spPr>
          <a:xfrm>
            <a:off x="6574962" y="3881911"/>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②</a:t>
            </a:r>
          </a:p>
        </p:txBody>
      </p:sp>
      <p:sp>
        <p:nvSpPr>
          <p:cNvPr id="68" name="TextBox 67"/>
          <p:cNvSpPr txBox="1"/>
          <p:nvPr/>
        </p:nvSpPr>
        <p:spPr>
          <a:xfrm>
            <a:off x="6996605" y="3954582"/>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③</a:t>
            </a:r>
          </a:p>
        </p:txBody>
      </p:sp>
      <p:cxnSp>
        <p:nvCxnSpPr>
          <p:cNvPr id="69" name="直接连接符 68"/>
          <p:cNvCxnSpPr/>
          <p:nvPr/>
        </p:nvCxnSpPr>
        <p:spPr>
          <a:xfrm>
            <a:off x="6456041" y="4172565"/>
            <a:ext cx="515889" cy="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V="1">
            <a:off x="6996604" y="4244573"/>
            <a:ext cx="455716" cy="6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7464153" y="4172568"/>
            <a:ext cx="49222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7956378" y="4244572"/>
            <a:ext cx="504054" cy="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8460432" y="4172568"/>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7500662" y="3867894"/>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④</a:t>
            </a:r>
          </a:p>
        </p:txBody>
      </p:sp>
      <p:sp>
        <p:nvSpPr>
          <p:cNvPr id="75" name="TextBox 74"/>
          <p:cNvSpPr txBox="1"/>
          <p:nvPr/>
        </p:nvSpPr>
        <p:spPr>
          <a:xfrm>
            <a:off x="8004716" y="3953915"/>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⑤</a:t>
            </a:r>
          </a:p>
        </p:txBody>
      </p:sp>
      <p:sp>
        <p:nvSpPr>
          <p:cNvPr id="76" name="TextBox 75"/>
          <p:cNvSpPr txBox="1"/>
          <p:nvPr/>
        </p:nvSpPr>
        <p:spPr>
          <a:xfrm>
            <a:off x="8505529" y="3881911"/>
            <a:ext cx="360040" cy="290657"/>
          </a:xfrm>
          <a:prstGeom prst="rect">
            <a:avLst/>
          </a:prstGeom>
          <a:noFill/>
        </p:spPr>
        <p:txBody>
          <a:bodyPr wrap="square" rtlCol="0">
            <a:spAutoFit/>
          </a:bodyPr>
          <a:lstStyle/>
          <a:p>
            <a:pPr>
              <a:lnSpc>
                <a:spcPct val="130000"/>
              </a:lnSpc>
            </a:pPr>
            <a:r>
              <a:rPr lang="zh-CN" altLang="en-US" sz="1100" b="1" dirty="0">
                <a:latin typeface="Arial" panose="020B0604020202020204" pitchFamily="34" charset="0"/>
                <a:ea typeface="微软雅黑" panose="020B0503020204020204" pitchFamily="34" charset="-122"/>
              </a:rPr>
              <a:t>⑥</a:t>
            </a:r>
          </a:p>
        </p:txBody>
      </p:sp>
      <p:cxnSp>
        <p:nvCxnSpPr>
          <p:cNvPr id="85" name="直接箭头连接符 84"/>
          <p:cNvCxnSpPr/>
          <p:nvPr/>
        </p:nvCxnSpPr>
        <p:spPr>
          <a:xfrm>
            <a:off x="2796475" y="2362504"/>
            <a:ext cx="623397"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2987824" y="2362504"/>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88" name="直接箭头连接符 87"/>
          <p:cNvCxnSpPr/>
          <p:nvPr/>
        </p:nvCxnSpPr>
        <p:spPr>
          <a:xfrm>
            <a:off x="3372539" y="2763413"/>
            <a:ext cx="623397"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3563888" y="2763413"/>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90" name="直接箭头连接符 89"/>
          <p:cNvCxnSpPr/>
          <p:nvPr/>
        </p:nvCxnSpPr>
        <p:spPr>
          <a:xfrm>
            <a:off x="3948603" y="3147814"/>
            <a:ext cx="551389"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139952" y="3147814"/>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93" name="直接箭头连接符 92"/>
          <p:cNvCxnSpPr/>
          <p:nvPr/>
        </p:nvCxnSpPr>
        <p:spPr>
          <a:xfrm>
            <a:off x="4452659" y="3435846"/>
            <a:ext cx="551389"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4644008" y="3435846"/>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95" name="直接箭头连接符 94"/>
          <p:cNvCxnSpPr/>
          <p:nvPr/>
        </p:nvCxnSpPr>
        <p:spPr>
          <a:xfrm>
            <a:off x="4956715" y="3795886"/>
            <a:ext cx="551389"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5148064" y="3795886"/>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97" name="直接箭头连接符 96"/>
          <p:cNvCxnSpPr/>
          <p:nvPr/>
        </p:nvCxnSpPr>
        <p:spPr>
          <a:xfrm>
            <a:off x="5460771" y="4131565"/>
            <a:ext cx="551389" cy="0"/>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5652120" y="4131565"/>
            <a:ext cx="223485" cy="312393"/>
          </a:xfrm>
          <a:prstGeom prst="rect">
            <a:avLst/>
          </a:prstGeom>
          <a:noFill/>
        </p:spPr>
        <p:txBody>
          <a:bodyPr wrap="square" rtlCol="0">
            <a:spAutoFit/>
          </a:bodyPr>
          <a:lstStyle>
            <a:defPPr>
              <a:defRPr lang="zh-CN"/>
            </a:defPPr>
            <a:lvl1pPr>
              <a:lnSpc>
                <a:spcPct val="130000"/>
              </a:lnSpc>
              <a:defRPr sz="1100" b="1">
                <a:latin typeface="Arial" panose="020B0604020202020204" pitchFamily="34" charset="0"/>
                <a:ea typeface="微软雅黑" panose="020B0503020204020204" pitchFamily="34" charset="-122"/>
              </a:defRPr>
            </a:lvl1pPr>
          </a:lstStyle>
          <a:p>
            <a:r>
              <a:rPr lang="en-US" altLang="zh-CN" dirty="0"/>
              <a:t>K</a:t>
            </a:r>
            <a:endParaRPr lang="zh-CN" altLang="en-US" dirty="0"/>
          </a:p>
        </p:txBody>
      </p:sp>
      <p:cxnSp>
        <p:nvCxnSpPr>
          <p:cNvPr id="99" name="直接连接符 98"/>
          <p:cNvCxnSpPr/>
          <p:nvPr/>
        </p:nvCxnSpPr>
        <p:spPr>
          <a:xfrm>
            <a:off x="1048126" y="4019543"/>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8962911" y="4031039"/>
            <a:ext cx="1577" cy="84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flipV="1">
            <a:off x="1048126" y="4593258"/>
            <a:ext cx="7916362" cy="13176"/>
          </a:xfrm>
          <a:prstGeom prst="straightConnector1">
            <a:avLst/>
          </a:prstGeom>
          <a:ln w="28575">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3816704" y="4606432"/>
            <a:ext cx="2195456" cy="372410"/>
          </a:xfrm>
          <a:prstGeom prst="rect">
            <a:avLst/>
          </a:prstGeom>
          <a:noFill/>
        </p:spPr>
        <p:txBody>
          <a:bodyPr wrap="square" rtlCol="0">
            <a:spAutoFit/>
          </a:bodyPr>
          <a:lstStyle/>
          <a:p>
            <a:pPr>
              <a:lnSpc>
                <a:spcPct val="130000"/>
              </a:lnSpc>
            </a:pPr>
            <a:r>
              <a:rPr lang="en-US" altLang="zh-CN" sz="1400" b="1" dirty="0">
                <a:latin typeface="Times New Roman" pitchFamily="18" charset="0"/>
                <a:ea typeface="微软雅黑" panose="020B0503020204020204" pitchFamily="34" charset="-122"/>
                <a:cs typeface="Times New Roman" pitchFamily="18" charset="0"/>
              </a:rPr>
              <a:t>T=</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7+6-1</a:t>
            </a:r>
            <a:r>
              <a:rPr lang="zh-CN" altLang="en-US" sz="1400" b="1" dirty="0">
                <a:latin typeface="Times New Roman" pitchFamily="18" charset="0"/>
                <a:ea typeface="微软雅黑" panose="020B0503020204020204" pitchFamily="34" charset="-122"/>
                <a:cs typeface="Times New Roman" pitchFamily="18" charset="0"/>
              </a:rPr>
              <a:t>）</a:t>
            </a:r>
            <a:r>
              <a:rPr lang="en-US" altLang="zh-CN" sz="1400" b="1" dirty="0">
                <a:latin typeface="Times New Roman" pitchFamily="18" charset="0"/>
                <a:ea typeface="微软雅黑" panose="020B0503020204020204" pitchFamily="34" charset="-122"/>
                <a:cs typeface="Times New Roman" pitchFamily="18" charset="0"/>
              </a:rPr>
              <a:t>×20+0=240d</a:t>
            </a:r>
            <a:endParaRPr lang="zh-CN" altLang="en-US" sz="1400" b="1" dirty="0">
              <a:latin typeface="Times New Roman" pitchFamily="18" charset="0"/>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216068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000"/>
                                        <p:tgtEl>
                                          <p:spTgt spid="15"/>
                                        </p:tgtEl>
                                      </p:cBhvr>
                                    </p:animEffect>
                                    <p:anim calcmode="lin" valueType="num">
                                      <p:cBhvr>
                                        <p:cTn id="45" dur="1000" fill="hold"/>
                                        <p:tgtEl>
                                          <p:spTgt spid="15"/>
                                        </p:tgtEl>
                                        <p:attrNameLst>
                                          <p:attrName>ppt_x</p:attrName>
                                        </p:attrNameLst>
                                      </p:cBhvr>
                                      <p:tavLst>
                                        <p:tav tm="0">
                                          <p:val>
                                            <p:strVal val="#ppt_x"/>
                                          </p:val>
                                        </p:tav>
                                        <p:tav tm="100000">
                                          <p:val>
                                            <p:strVal val="#ppt_x"/>
                                          </p:val>
                                        </p:tav>
                                      </p:tavLst>
                                    </p:anim>
                                    <p:anim calcmode="lin" valueType="num">
                                      <p:cBhvr>
                                        <p:cTn id="46" dur="1000" fill="hold"/>
                                        <p:tgtEl>
                                          <p:spTgt spid="1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1000"/>
                                        <p:tgtEl>
                                          <p:spTgt spid="23"/>
                                        </p:tgtEl>
                                      </p:cBhvr>
                                    </p:animEffect>
                                    <p:anim calcmode="lin" valueType="num">
                                      <p:cBhvr>
                                        <p:cTn id="55" dur="1000" fill="hold"/>
                                        <p:tgtEl>
                                          <p:spTgt spid="23"/>
                                        </p:tgtEl>
                                        <p:attrNameLst>
                                          <p:attrName>ppt_x</p:attrName>
                                        </p:attrNameLst>
                                      </p:cBhvr>
                                      <p:tavLst>
                                        <p:tav tm="0">
                                          <p:val>
                                            <p:strVal val="#ppt_x"/>
                                          </p:val>
                                        </p:tav>
                                        <p:tav tm="100000">
                                          <p:val>
                                            <p:strVal val="#ppt_x"/>
                                          </p:val>
                                        </p:tav>
                                      </p:tavLst>
                                    </p:anim>
                                    <p:anim calcmode="lin" valueType="num">
                                      <p:cBhvr>
                                        <p:cTn id="56" dur="1000" fill="hold"/>
                                        <p:tgtEl>
                                          <p:spTgt spid="23"/>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1000" fill="hold"/>
                                        <p:tgtEl>
                                          <p:spTgt spid="2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1000"/>
                                        <p:tgtEl>
                                          <p:spTgt spid="25"/>
                                        </p:tgtEl>
                                      </p:cBhvr>
                                    </p:animEffect>
                                    <p:anim calcmode="lin" valueType="num">
                                      <p:cBhvr>
                                        <p:cTn id="65" dur="1000" fill="hold"/>
                                        <p:tgtEl>
                                          <p:spTgt spid="25"/>
                                        </p:tgtEl>
                                        <p:attrNameLst>
                                          <p:attrName>ppt_x</p:attrName>
                                        </p:attrNameLst>
                                      </p:cBhvr>
                                      <p:tavLst>
                                        <p:tav tm="0">
                                          <p:val>
                                            <p:strVal val="#ppt_x"/>
                                          </p:val>
                                        </p:tav>
                                        <p:tav tm="100000">
                                          <p:val>
                                            <p:strVal val="#ppt_x"/>
                                          </p:val>
                                        </p:tav>
                                      </p:tavLst>
                                    </p:anim>
                                    <p:anim calcmode="lin" valueType="num">
                                      <p:cBhvr>
                                        <p:cTn id="66" dur="1000" fill="hold"/>
                                        <p:tgtEl>
                                          <p:spTgt spid="2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000"/>
                                        <p:tgtEl>
                                          <p:spTgt spid="26"/>
                                        </p:tgtEl>
                                      </p:cBhvr>
                                    </p:animEffect>
                                    <p:anim calcmode="lin" valueType="num">
                                      <p:cBhvr>
                                        <p:cTn id="70" dur="1000" fill="hold"/>
                                        <p:tgtEl>
                                          <p:spTgt spid="26"/>
                                        </p:tgtEl>
                                        <p:attrNameLst>
                                          <p:attrName>ppt_x</p:attrName>
                                        </p:attrNameLst>
                                      </p:cBhvr>
                                      <p:tavLst>
                                        <p:tav tm="0">
                                          <p:val>
                                            <p:strVal val="#ppt_x"/>
                                          </p:val>
                                        </p:tav>
                                        <p:tav tm="100000">
                                          <p:val>
                                            <p:strVal val="#ppt_x"/>
                                          </p:val>
                                        </p:tav>
                                      </p:tavLst>
                                    </p:anim>
                                    <p:anim calcmode="lin" valueType="num">
                                      <p:cBhvr>
                                        <p:cTn id="71" dur="1000" fill="hold"/>
                                        <p:tgtEl>
                                          <p:spTgt spid="2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1000"/>
                                        <p:tgtEl>
                                          <p:spTgt spid="27"/>
                                        </p:tgtEl>
                                      </p:cBhvr>
                                    </p:animEffect>
                                    <p:anim calcmode="lin" valueType="num">
                                      <p:cBhvr>
                                        <p:cTn id="75" dur="1000" fill="hold"/>
                                        <p:tgtEl>
                                          <p:spTgt spid="27"/>
                                        </p:tgtEl>
                                        <p:attrNameLst>
                                          <p:attrName>ppt_x</p:attrName>
                                        </p:attrNameLst>
                                      </p:cBhvr>
                                      <p:tavLst>
                                        <p:tav tm="0">
                                          <p:val>
                                            <p:strVal val="#ppt_x"/>
                                          </p:val>
                                        </p:tav>
                                        <p:tav tm="100000">
                                          <p:val>
                                            <p:strVal val="#ppt_x"/>
                                          </p:val>
                                        </p:tav>
                                      </p:tavLst>
                                    </p:anim>
                                    <p:anim calcmode="lin" valueType="num">
                                      <p:cBhvr>
                                        <p:cTn id="7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1000"/>
                                        <p:tgtEl>
                                          <p:spTgt spid="28"/>
                                        </p:tgtEl>
                                      </p:cBhvr>
                                    </p:animEffect>
                                    <p:anim calcmode="lin" valueType="num">
                                      <p:cBhvr>
                                        <p:cTn id="82" dur="1000" fill="hold"/>
                                        <p:tgtEl>
                                          <p:spTgt spid="28"/>
                                        </p:tgtEl>
                                        <p:attrNameLst>
                                          <p:attrName>ppt_x</p:attrName>
                                        </p:attrNameLst>
                                      </p:cBhvr>
                                      <p:tavLst>
                                        <p:tav tm="0">
                                          <p:val>
                                            <p:strVal val="#ppt_x"/>
                                          </p:val>
                                        </p:tav>
                                        <p:tav tm="100000">
                                          <p:val>
                                            <p:strVal val="#ppt_x"/>
                                          </p:val>
                                        </p:tav>
                                      </p:tavLst>
                                    </p:anim>
                                    <p:anim calcmode="lin" valueType="num">
                                      <p:cBhvr>
                                        <p:cTn id="83" dur="1000" fill="hold"/>
                                        <p:tgtEl>
                                          <p:spTgt spid="28"/>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1000"/>
                                        <p:tgtEl>
                                          <p:spTgt spid="30"/>
                                        </p:tgtEl>
                                      </p:cBhvr>
                                    </p:animEffect>
                                    <p:anim calcmode="lin" valueType="num">
                                      <p:cBhvr>
                                        <p:cTn id="87" dur="1000" fill="hold"/>
                                        <p:tgtEl>
                                          <p:spTgt spid="30"/>
                                        </p:tgtEl>
                                        <p:attrNameLst>
                                          <p:attrName>ppt_x</p:attrName>
                                        </p:attrNameLst>
                                      </p:cBhvr>
                                      <p:tavLst>
                                        <p:tav tm="0">
                                          <p:val>
                                            <p:strVal val="#ppt_x"/>
                                          </p:val>
                                        </p:tav>
                                        <p:tav tm="100000">
                                          <p:val>
                                            <p:strVal val="#ppt_x"/>
                                          </p:val>
                                        </p:tav>
                                      </p:tavLst>
                                    </p:anim>
                                    <p:anim calcmode="lin" valueType="num">
                                      <p:cBhvr>
                                        <p:cTn id="88" dur="1000" fill="hold"/>
                                        <p:tgtEl>
                                          <p:spTgt spid="30"/>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1000"/>
                                        <p:tgtEl>
                                          <p:spTgt spid="38"/>
                                        </p:tgtEl>
                                      </p:cBhvr>
                                    </p:animEffect>
                                    <p:anim calcmode="lin" valueType="num">
                                      <p:cBhvr>
                                        <p:cTn id="97" dur="1000" fill="hold"/>
                                        <p:tgtEl>
                                          <p:spTgt spid="38"/>
                                        </p:tgtEl>
                                        <p:attrNameLst>
                                          <p:attrName>ppt_x</p:attrName>
                                        </p:attrNameLst>
                                      </p:cBhvr>
                                      <p:tavLst>
                                        <p:tav tm="0">
                                          <p:val>
                                            <p:strVal val="#ppt_x"/>
                                          </p:val>
                                        </p:tav>
                                        <p:tav tm="100000">
                                          <p:val>
                                            <p:strVal val="#ppt_x"/>
                                          </p:val>
                                        </p:tav>
                                      </p:tavLst>
                                    </p:anim>
                                    <p:anim calcmode="lin" valueType="num">
                                      <p:cBhvr>
                                        <p:cTn id="98" dur="1000" fill="hold"/>
                                        <p:tgtEl>
                                          <p:spTgt spid="38"/>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1000"/>
                                        <p:tgtEl>
                                          <p:spTgt spid="39"/>
                                        </p:tgtEl>
                                      </p:cBhvr>
                                    </p:animEffect>
                                    <p:anim calcmode="lin" valueType="num">
                                      <p:cBhvr>
                                        <p:cTn id="102" dur="1000" fill="hold"/>
                                        <p:tgtEl>
                                          <p:spTgt spid="39"/>
                                        </p:tgtEl>
                                        <p:attrNameLst>
                                          <p:attrName>ppt_x</p:attrName>
                                        </p:attrNameLst>
                                      </p:cBhvr>
                                      <p:tavLst>
                                        <p:tav tm="0">
                                          <p:val>
                                            <p:strVal val="#ppt_x"/>
                                          </p:val>
                                        </p:tav>
                                        <p:tav tm="100000">
                                          <p:val>
                                            <p:strVal val="#ppt_x"/>
                                          </p:val>
                                        </p:tav>
                                      </p:tavLst>
                                    </p:anim>
                                    <p:anim calcmode="lin" valueType="num">
                                      <p:cBhvr>
                                        <p:cTn id="103" dur="1000" fill="hold"/>
                                        <p:tgtEl>
                                          <p:spTgt spid="39"/>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1000"/>
                                        <p:tgtEl>
                                          <p:spTgt spid="40"/>
                                        </p:tgtEl>
                                      </p:cBhvr>
                                    </p:animEffect>
                                    <p:anim calcmode="lin" valueType="num">
                                      <p:cBhvr>
                                        <p:cTn id="107" dur="1000" fill="hold"/>
                                        <p:tgtEl>
                                          <p:spTgt spid="40"/>
                                        </p:tgtEl>
                                        <p:attrNameLst>
                                          <p:attrName>ppt_x</p:attrName>
                                        </p:attrNameLst>
                                      </p:cBhvr>
                                      <p:tavLst>
                                        <p:tav tm="0">
                                          <p:val>
                                            <p:strVal val="#ppt_x"/>
                                          </p:val>
                                        </p:tav>
                                        <p:tav tm="100000">
                                          <p:val>
                                            <p:strVal val="#ppt_x"/>
                                          </p:val>
                                        </p:tav>
                                      </p:tavLst>
                                    </p:anim>
                                    <p:anim calcmode="lin" valueType="num">
                                      <p:cBhvr>
                                        <p:cTn id="108" dur="1000" fill="hold"/>
                                        <p:tgtEl>
                                          <p:spTgt spid="40"/>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1000"/>
                                        <p:tgtEl>
                                          <p:spTgt spid="41"/>
                                        </p:tgtEl>
                                      </p:cBhvr>
                                    </p:animEffect>
                                    <p:anim calcmode="lin" valueType="num">
                                      <p:cBhvr>
                                        <p:cTn id="112" dur="1000" fill="hold"/>
                                        <p:tgtEl>
                                          <p:spTgt spid="41"/>
                                        </p:tgtEl>
                                        <p:attrNameLst>
                                          <p:attrName>ppt_x</p:attrName>
                                        </p:attrNameLst>
                                      </p:cBhvr>
                                      <p:tavLst>
                                        <p:tav tm="0">
                                          <p:val>
                                            <p:strVal val="#ppt_x"/>
                                          </p:val>
                                        </p:tav>
                                        <p:tav tm="100000">
                                          <p:val>
                                            <p:strVal val="#ppt_x"/>
                                          </p:val>
                                        </p:tav>
                                      </p:tavLst>
                                    </p:anim>
                                    <p:anim calcmode="lin" valueType="num">
                                      <p:cBhvr>
                                        <p:cTn id="113" dur="1000" fill="hold"/>
                                        <p:tgtEl>
                                          <p:spTgt spid="41"/>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1000"/>
                                        <p:tgtEl>
                                          <p:spTgt spid="42"/>
                                        </p:tgtEl>
                                      </p:cBhvr>
                                    </p:animEffect>
                                    <p:anim calcmode="lin" valueType="num">
                                      <p:cBhvr>
                                        <p:cTn id="117" dur="1000" fill="hold"/>
                                        <p:tgtEl>
                                          <p:spTgt spid="42"/>
                                        </p:tgtEl>
                                        <p:attrNameLst>
                                          <p:attrName>ppt_x</p:attrName>
                                        </p:attrNameLst>
                                      </p:cBhvr>
                                      <p:tavLst>
                                        <p:tav tm="0">
                                          <p:val>
                                            <p:strVal val="#ppt_x"/>
                                          </p:val>
                                        </p:tav>
                                        <p:tav tm="100000">
                                          <p:val>
                                            <p:strVal val="#ppt_x"/>
                                          </p:val>
                                        </p:tav>
                                      </p:tavLst>
                                    </p:anim>
                                    <p:anim calcmode="lin" valueType="num">
                                      <p:cBhvr>
                                        <p:cTn id="118" dur="1000" fill="hold"/>
                                        <p:tgtEl>
                                          <p:spTgt spid="42"/>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1000"/>
                                        <p:tgtEl>
                                          <p:spTgt spid="43"/>
                                        </p:tgtEl>
                                      </p:cBhvr>
                                    </p:animEffect>
                                    <p:anim calcmode="lin" valueType="num">
                                      <p:cBhvr>
                                        <p:cTn id="122" dur="1000" fill="hold"/>
                                        <p:tgtEl>
                                          <p:spTgt spid="43"/>
                                        </p:tgtEl>
                                        <p:attrNameLst>
                                          <p:attrName>ppt_x</p:attrName>
                                        </p:attrNameLst>
                                      </p:cBhvr>
                                      <p:tavLst>
                                        <p:tav tm="0">
                                          <p:val>
                                            <p:strVal val="#ppt_x"/>
                                          </p:val>
                                        </p:tav>
                                        <p:tav tm="100000">
                                          <p:val>
                                            <p:strVal val="#ppt_x"/>
                                          </p:val>
                                        </p:tav>
                                      </p:tavLst>
                                    </p:anim>
                                    <p:anim calcmode="lin" valueType="num">
                                      <p:cBhvr>
                                        <p:cTn id="123" dur="1000" fill="hold"/>
                                        <p:tgtEl>
                                          <p:spTgt spid="43"/>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1000"/>
                                        <p:tgtEl>
                                          <p:spTgt spid="45"/>
                                        </p:tgtEl>
                                      </p:cBhvr>
                                    </p:animEffect>
                                    <p:anim calcmode="lin" valueType="num">
                                      <p:cBhvr>
                                        <p:cTn id="127" dur="1000" fill="hold"/>
                                        <p:tgtEl>
                                          <p:spTgt spid="45"/>
                                        </p:tgtEl>
                                        <p:attrNameLst>
                                          <p:attrName>ppt_x</p:attrName>
                                        </p:attrNameLst>
                                      </p:cBhvr>
                                      <p:tavLst>
                                        <p:tav tm="0">
                                          <p:val>
                                            <p:strVal val="#ppt_x"/>
                                          </p:val>
                                        </p:tav>
                                        <p:tav tm="100000">
                                          <p:val>
                                            <p:strVal val="#ppt_x"/>
                                          </p:val>
                                        </p:tav>
                                      </p:tavLst>
                                    </p:anim>
                                    <p:anim calcmode="lin" valueType="num">
                                      <p:cBhvr>
                                        <p:cTn id="128" dur="1000" fill="hold"/>
                                        <p:tgtEl>
                                          <p:spTgt spid="45"/>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1000"/>
                                        <p:tgtEl>
                                          <p:spTgt spid="46"/>
                                        </p:tgtEl>
                                      </p:cBhvr>
                                    </p:animEffect>
                                    <p:anim calcmode="lin" valueType="num">
                                      <p:cBhvr>
                                        <p:cTn id="132" dur="1000" fill="hold"/>
                                        <p:tgtEl>
                                          <p:spTgt spid="46"/>
                                        </p:tgtEl>
                                        <p:attrNameLst>
                                          <p:attrName>ppt_x</p:attrName>
                                        </p:attrNameLst>
                                      </p:cBhvr>
                                      <p:tavLst>
                                        <p:tav tm="0">
                                          <p:val>
                                            <p:strVal val="#ppt_x"/>
                                          </p:val>
                                        </p:tav>
                                        <p:tav tm="100000">
                                          <p:val>
                                            <p:strVal val="#ppt_x"/>
                                          </p:val>
                                        </p:tav>
                                      </p:tavLst>
                                    </p:anim>
                                    <p:anim calcmode="lin" valueType="num">
                                      <p:cBhvr>
                                        <p:cTn id="133" dur="1000" fill="hold"/>
                                        <p:tgtEl>
                                          <p:spTgt spid="46"/>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44"/>
                                        </p:tgtEl>
                                        <p:attrNameLst>
                                          <p:attrName>style.visibility</p:attrName>
                                        </p:attrNameLst>
                                      </p:cBhvr>
                                      <p:to>
                                        <p:strVal val="visible"/>
                                      </p:to>
                                    </p:set>
                                    <p:animEffect transition="in" filter="fade">
                                      <p:cBhvr>
                                        <p:cTn id="136" dur="1000"/>
                                        <p:tgtEl>
                                          <p:spTgt spid="44"/>
                                        </p:tgtEl>
                                      </p:cBhvr>
                                    </p:animEffect>
                                    <p:anim calcmode="lin" valueType="num">
                                      <p:cBhvr>
                                        <p:cTn id="137" dur="1000" fill="hold"/>
                                        <p:tgtEl>
                                          <p:spTgt spid="44"/>
                                        </p:tgtEl>
                                        <p:attrNameLst>
                                          <p:attrName>ppt_x</p:attrName>
                                        </p:attrNameLst>
                                      </p:cBhvr>
                                      <p:tavLst>
                                        <p:tav tm="0">
                                          <p:val>
                                            <p:strVal val="#ppt_x"/>
                                          </p:val>
                                        </p:tav>
                                        <p:tav tm="100000">
                                          <p:val>
                                            <p:strVal val="#ppt_x"/>
                                          </p:val>
                                        </p:tav>
                                      </p:tavLst>
                                    </p:anim>
                                    <p:anim calcmode="lin" valueType="num">
                                      <p:cBhvr>
                                        <p:cTn id="13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42" presetClass="entr" presetSubtype="0" fill="hold" nodeType="click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1000"/>
                                        <p:tgtEl>
                                          <p:spTgt spid="52"/>
                                        </p:tgtEl>
                                      </p:cBhvr>
                                    </p:animEffect>
                                    <p:anim calcmode="lin" valueType="num">
                                      <p:cBhvr>
                                        <p:cTn id="144" dur="1000" fill="hold"/>
                                        <p:tgtEl>
                                          <p:spTgt spid="52"/>
                                        </p:tgtEl>
                                        <p:attrNameLst>
                                          <p:attrName>ppt_x</p:attrName>
                                        </p:attrNameLst>
                                      </p:cBhvr>
                                      <p:tavLst>
                                        <p:tav tm="0">
                                          <p:val>
                                            <p:strVal val="#ppt_x"/>
                                          </p:val>
                                        </p:tav>
                                        <p:tav tm="100000">
                                          <p:val>
                                            <p:strVal val="#ppt_x"/>
                                          </p:val>
                                        </p:tav>
                                      </p:tavLst>
                                    </p:anim>
                                    <p:anim calcmode="lin" valueType="num">
                                      <p:cBhvr>
                                        <p:cTn id="145" dur="1000" fill="hold"/>
                                        <p:tgtEl>
                                          <p:spTgt spid="52"/>
                                        </p:tgtEl>
                                        <p:attrNameLst>
                                          <p:attrName>ppt_y</p:attrName>
                                        </p:attrNameLst>
                                      </p:cBhvr>
                                      <p:tavLst>
                                        <p:tav tm="0">
                                          <p:val>
                                            <p:strVal val="#ppt_y+.1"/>
                                          </p:val>
                                        </p:tav>
                                        <p:tav tm="100000">
                                          <p:val>
                                            <p:strVal val="#ppt_y"/>
                                          </p:val>
                                        </p:tav>
                                      </p:tavLst>
                                    </p:anim>
                                  </p:childTnLst>
                                </p:cTn>
                              </p:par>
                              <p:par>
                                <p:cTn id="146" presetID="42" presetClass="entr" presetSubtype="0" fill="hold" nodeType="withEffect">
                                  <p:stCondLst>
                                    <p:cond delay="0"/>
                                  </p:stCondLst>
                                  <p:childTnLst>
                                    <p:set>
                                      <p:cBhvr>
                                        <p:cTn id="147" dur="1" fill="hold">
                                          <p:stCondLst>
                                            <p:cond delay="0"/>
                                          </p:stCondLst>
                                        </p:cTn>
                                        <p:tgtEl>
                                          <p:spTgt spid="54"/>
                                        </p:tgtEl>
                                        <p:attrNameLst>
                                          <p:attrName>style.visibility</p:attrName>
                                        </p:attrNameLst>
                                      </p:cBhvr>
                                      <p:to>
                                        <p:strVal val="visible"/>
                                      </p:to>
                                    </p:set>
                                    <p:animEffect transition="in" filter="fade">
                                      <p:cBhvr>
                                        <p:cTn id="148" dur="1000"/>
                                        <p:tgtEl>
                                          <p:spTgt spid="54"/>
                                        </p:tgtEl>
                                      </p:cBhvr>
                                    </p:animEffect>
                                    <p:anim calcmode="lin" valueType="num">
                                      <p:cBhvr>
                                        <p:cTn id="149" dur="1000" fill="hold"/>
                                        <p:tgtEl>
                                          <p:spTgt spid="54"/>
                                        </p:tgtEl>
                                        <p:attrNameLst>
                                          <p:attrName>ppt_x</p:attrName>
                                        </p:attrNameLst>
                                      </p:cBhvr>
                                      <p:tavLst>
                                        <p:tav tm="0">
                                          <p:val>
                                            <p:strVal val="#ppt_x"/>
                                          </p:val>
                                        </p:tav>
                                        <p:tav tm="100000">
                                          <p:val>
                                            <p:strVal val="#ppt_x"/>
                                          </p:val>
                                        </p:tav>
                                      </p:tavLst>
                                    </p:anim>
                                    <p:anim calcmode="lin" valueType="num">
                                      <p:cBhvr>
                                        <p:cTn id="150" dur="1000" fill="hold"/>
                                        <p:tgtEl>
                                          <p:spTgt spid="54"/>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1000"/>
                                        <p:tgtEl>
                                          <p:spTgt spid="56"/>
                                        </p:tgtEl>
                                      </p:cBhvr>
                                    </p:animEffect>
                                    <p:anim calcmode="lin" valueType="num">
                                      <p:cBhvr>
                                        <p:cTn id="154" dur="1000" fill="hold"/>
                                        <p:tgtEl>
                                          <p:spTgt spid="56"/>
                                        </p:tgtEl>
                                        <p:attrNameLst>
                                          <p:attrName>ppt_x</p:attrName>
                                        </p:attrNameLst>
                                      </p:cBhvr>
                                      <p:tavLst>
                                        <p:tav tm="0">
                                          <p:val>
                                            <p:strVal val="#ppt_x"/>
                                          </p:val>
                                        </p:tav>
                                        <p:tav tm="100000">
                                          <p:val>
                                            <p:strVal val="#ppt_x"/>
                                          </p:val>
                                        </p:tav>
                                      </p:tavLst>
                                    </p:anim>
                                    <p:anim calcmode="lin" valueType="num">
                                      <p:cBhvr>
                                        <p:cTn id="155" dur="1000" fill="hold"/>
                                        <p:tgtEl>
                                          <p:spTgt spid="56"/>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8" dur="1000"/>
                                        <p:tgtEl>
                                          <p:spTgt spid="57"/>
                                        </p:tgtEl>
                                      </p:cBhvr>
                                    </p:animEffect>
                                    <p:anim calcmode="lin" valueType="num">
                                      <p:cBhvr>
                                        <p:cTn id="159" dur="1000" fill="hold"/>
                                        <p:tgtEl>
                                          <p:spTgt spid="57"/>
                                        </p:tgtEl>
                                        <p:attrNameLst>
                                          <p:attrName>ppt_x</p:attrName>
                                        </p:attrNameLst>
                                      </p:cBhvr>
                                      <p:tavLst>
                                        <p:tav tm="0">
                                          <p:val>
                                            <p:strVal val="#ppt_x"/>
                                          </p:val>
                                        </p:tav>
                                        <p:tav tm="100000">
                                          <p:val>
                                            <p:strVal val="#ppt_x"/>
                                          </p:val>
                                        </p:tav>
                                      </p:tavLst>
                                    </p:anim>
                                    <p:anim calcmode="lin" valueType="num">
                                      <p:cBhvr>
                                        <p:cTn id="160" dur="1000" fill="hold"/>
                                        <p:tgtEl>
                                          <p:spTgt spid="57"/>
                                        </p:tgtEl>
                                        <p:attrNameLst>
                                          <p:attrName>ppt_y</p:attrName>
                                        </p:attrNameLst>
                                      </p:cBhvr>
                                      <p:tavLst>
                                        <p:tav tm="0">
                                          <p:val>
                                            <p:strVal val="#ppt_y+.1"/>
                                          </p:val>
                                        </p:tav>
                                        <p:tav tm="100000">
                                          <p:val>
                                            <p:strVal val="#ppt_y"/>
                                          </p:val>
                                        </p:tav>
                                      </p:tavLst>
                                    </p:anim>
                                  </p:childTnLst>
                                </p:cTn>
                              </p:par>
                              <p:par>
                                <p:cTn id="161" presetID="42" presetClass="entr" presetSubtype="0" fill="hold"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1000"/>
                                        <p:tgtEl>
                                          <p:spTgt spid="58"/>
                                        </p:tgtEl>
                                      </p:cBhvr>
                                    </p:animEffect>
                                    <p:anim calcmode="lin" valueType="num">
                                      <p:cBhvr>
                                        <p:cTn id="164" dur="1000" fill="hold"/>
                                        <p:tgtEl>
                                          <p:spTgt spid="58"/>
                                        </p:tgtEl>
                                        <p:attrNameLst>
                                          <p:attrName>ppt_x</p:attrName>
                                        </p:attrNameLst>
                                      </p:cBhvr>
                                      <p:tavLst>
                                        <p:tav tm="0">
                                          <p:val>
                                            <p:strVal val="#ppt_x"/>
                                          </p:val>
                                        </p:tav>
                                        <p:tav tm="100000">
                                          <p:val>
                                            <p:strVal val="#ppt_x"/>
                                          </p:val>
                                        </p:tav>
                                      </p:tavLst>
                                    </p:anim>
                                    <p:anim calcmode="lin" valueType="num">
                                      <p:cBhvr>
                                        <p:cTn id="165" dur="1000" fill="hold"/>
                                        <p:tgtEl>
                                          <p:spTgt spid="58"/>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1000"/>
                                        <p:tgtEl>
                                          <p:spTgt spid="59"/>
                                        </p:tgtEl>
                                      </p:cBhvr>
                                    </p:animEffect>
                                    <p:anim calcmode="lin" valueType="num">
                                      <p:cBhvr>
                                        <p:cTn id="169" dur="1000" fill="hold"/>
                                        <p:tgtEl>
                                          <p:spTgt spid="59"/>
                                        </p:tgtEl>
                                        <p:attrNameLst>
                                          <p:attrName>ppt_x</p:attrName>
                                        </p:attrNameLst>
                                      </p:cBhvr>
                                      <p:tavLst>
                                        <p:tav tm="0">
                                          <p:val>
                                            <p:strVal val="#ppt_x"/>
                                          </p:val>
                                        </p:tav>
                                        <p:tav tm="100000">
                                          <p:val>
                                            <p:strVal val="#ppt_x"/>
                                          </p:val>
                                        </p:tav>
                                      </p:tavLst>
                                    </p:anim>
                                    <p:anim calcmode="lin" valueType="num">
                                      <p:cBhvr>
                                        <p:cTn id="170" dur="1000" fill="hold"/>
                                        <p:tgtEl>
                                          <p:spTgt spid="59"/>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1000"/>
                                        <p:tgtEl>
                                          <p:spTgt spid="60"/>
                                        </p:tgtEl>
                                      </p:cBhvr>
                                    </p:animEffect>
                                    <p:anim calcmode="lin" valueType="num">
                                      <p:cBhvr>
                                        <p:cTn id="174" dur="1000" fill="hold"/>
                                        <p:tgtEl>
                                          <p:spTgt spid="60"/>
                                        </p:tgtEl>
                                        <p:attrNameLst>
                                          <p:attrName>ppt_x</p:attrName>
                                        </p:attrNameLst>
                                      </p:cBhvr>
                                      <p:tavLst>
                                        <p:tav tm="0">
                                          <p:val>
                                            <p:strVal val="#ppt_x"/>
                                          </p:val>
                                        </p:tav>
                                        <p:tav tm="100000">
                                          <p:val>
                                            <p:strVal val="#ppt_x"/>
                                          </p:val>
                                        </p:tav>
                                      </p:tavLst>
                                    </p:anim>
                                    <p:anim calcmode="lin" valueType="num">
                                      <p:cBhvr>
                                        <p:cTn id="175" dur="1000" fill="hold"/>
                                        <p:tgtEl>
                                          <p:spTgt spid="60"/>
                                        </p:tgtEl>
                                        <p:attrNameLst>
                                          <p:attrName>ppt_y</p:attrName>
                                        </p:attrNameLst>
                                      </p:cBhvr>
                                      <p:tavLst>
                                        <p:tav tm="0">
                                          <p:val>
                                            <p:strVal val="#ppt_y+.1"/>
                                          </p:val>
                                        </p:tav>
                                        <p:tav tm="100000">
                                          <p:val>
                                            <p:strVal val="#ppt_y"/>
                                          </p:val>
                                        </p:tav>
                                      </p:tavLst>
                                    </p:anim>
                                  </p:childTnLst>
                                </p:cTn>
                              </p:par>
                              <p:par>
                                <p:cTn id="176" presetID="42" presetClass="entr" presetSubtype="0" fill="hold"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1000"/>
                                        <p:tgtEl>
                                          <p:spTgt spid="61"/>
                                        </p:tgtEl>
                                      </p:cBhvr>
                                    </p:animEffect>
                                    <p:anim calcmode="lin" valueType="num">
                                      <p:cBhvr>
                                        <p:cTn id="179" dur="1000" fill="hold"/>
                                        <p:tgtEl>
                                          <p:spTgt spid="61"/>
                                        </p:tgtEl>
                                        <p:attrNameLst>
                                          <p:attrName>ppt_x</p:attrName>
                                        </p:attrNameLst>
                                      </p:cBhvr>
                                      <p:tavLst>
                                        <p:tav tm="0">
                                          <p:val>
                                            <p:strVal val="#ppt_x"/>
                                          </p:val>
                                        </p:tav>
                                        <p:tav tm="100000">
                                          <p:val>
                                            <p:strVal val="#ppt_x"/>
                                          </p:val>
                                        </p:tav>
                                      </p:tavLst>
                                    </p:anim>
                                    <p:anim calcmode="lin" valueType="num">
                                      <p:cBhvr>
                                        <p:cTn id="180" dur="1000" fill="hold"/>
                                        <p:tgtEl>
                                          <p:spTgt spid="61"/>
                                        </p:tgtEl>
                                        <p:attrNameLst>
                                          <p:attrName>ppt_y</p:attrName>
                                        </p:attrNameLst>
                                      </p:cBhvr>
                                      <p:tavLst>
                                        <p:tav tm="0">
                                          <p:val>
                                            <p:strVal val="#ppt_y+.1"/>
                                          </p:val>
                                        </p:tav>
                                        <p:tav tm="100000">
                                          <p:val>
                                            <p:strVal val="#ppt_y"/>
                                          </p:val>
                                        </p:tav>
                                      </p:tavLst>
                                    </p:anim>
                                  </p:childTnLst>
                                </p:cTn>
                              </p:par>
                              <p:par>
                                <p:cTn id="181" presetID="42" presetClass="entr" presetSubtype="0" fill="hold"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1000"/>
                                        <p:tgtEl>
                                          <p:spTgt spid="62"/>
                                        </p:tgtEl>
                                      </p:cBhvr>
                                    </p:animEffect>
                                    <p:anim calcmode="lin" valueType="num">
                                      <p:cBhvr>
                                        <p:cTn id="184" dur="1000" fill="hold"/>
                                        <p:tgtEl>
                                          <p:spTgt spid="62"/>
                                        </p:tgtEl>
                                        <p:attrNameLst>
                                          <p:attrName>ppt_x</p:attrName>
                                        </p:attrNameLst>
                                      </p:cBhvr>
                                      <p:tavLst>
                                        <p:tav tm="0">
                                          <p:val>
                                            <p:strVal val="#ppt_x"/>
                                          </p:val>
                                        </p:tav>
                                        <p:tav tm="100000">
                                          <p:val>
                                            <p:strVal val="#ppt_x"/>
                                          </p:val>
                                        </p:tav>
                                      </p:tavLst>
                                    </p:anim>
                                    <p:anim calcmode="lin" valueType="num">
                                      <p:cBhvr>
                                        <p:cTn id="185" dur="1000" fill="hold"/>
                                        <p:tgtEl>
                                          <p:spTgt spid="62"/>
                                        </p:tgtEl>
                                        <p:attrNameLst>
                                          <p:attrName>ppt_y</p:attrName>
                                        </p:attrNameLst>
                                      </p:cBhvr>
                                      <p:tavLst>
                                        <p:tav tm="0">
                                          <p:val>
                                            <p:strVal val="#ppt_y+.1"/>
                                          </p:val>
                                        </p:tav>
                                        <p:tav tm="100000">
                                          <p:val>
                                            <p:strVal val="#ppt_y"/>
                                          </p:val>
                                        </p:tav>
                                      </p:tavLst>
                                    </p:anim>
                                  </p:childTnLst>
                                </p:cTn>
                              </p:par>
                              <p:par>
                                <p:cTn id="186" presetID="42" presetClass="entr" presetSubtype="0" fill="hold" grpId="0" nodeType="withEffect">
                                  <p:stCondLst>
                                    <p:cond delay="0"/>
                                  </p:stCondLst>
                                  <p:childTnLst>
                                    <p:set>
                                      <p:cBhvr>
                                        <p:cTn id="187" dur="1" fill="hold">
                                          <p:stCondLst>
                                            <p:cond delay="0"/>
                                          </p:stCondLst>
                                        </p:cTn>
                                        <p:tgtEl>
                                          <p:spTgt spid="64"/>
                                        </p:tgtEl>
                                        <p:attrNameLst>
                                          <p:attrName>style.visibility</p:attrName>
                                        </p:attrNameLst>
                                      </p:cBhvr>
                                      <p:to>
                                        <p:strVal val="visible"/>
                                      </p:to>
                                    </p:set>
                                    <p:animEffect transition="in" filter="fade">
                                      <p:cBhvr>
                                        <p:cTn id="188" dur="1000"/>
                                        <p:tgtEl>
                                          <p:spTgt spid="64"/>
                                        </p:tgtEl>
                                      </p:cBhvr>
                                    </p:animEffect>
                                    <p:anim calcmode="lin" valueType="num">
                                      <p:cBhvr>
                                        <p:cTn id="189" dur="1000" fill="hold"/>
                                        <p:tgtEl>
                                          <p:spTgt spid="64"/>
                                        </p:tgtEl>
                                        <p:attrNameLst>
                                          <p:attrName>ppt_x</p:attrName>
                                        </p:attrNameLst>
                                      </p:cBhvr>
                                      <p:tavLst>
                                        <p:tav tm="0">
                                          <p:val>
                                            <p:strVal val="#ppt_x"/>
                                          </p:val>
                                        </p:tav>
                                        <p:tav tm="100000">
                                          <p:val>
                                            <p:strVal val="#ppt_x"/>
                                          </p:val>
                                        </p:tav>
                                      </p:tavLst>
                                    </p:anim>
                                    <p:anim calcmode="lin" valueType="num">
                                      <p:cBhvr>
                                        <p:cTn id="190" dur="1000" fill="hold"/>
                                        <p:tgtEl>
                                          <p:spTgt spid="64"/>
                                        </p:tgtEl>
                                        <p:attrNameLst>
                                          <p:attrName>ppt_y</p:attrName>
                                        </p:attrNameLst>
                                      </p:cBhvr>
                                      <p:tavLst>
                                        <p:tav tm="0">
                                          <p:val>
                                            <p:strVal val="#ppt_y+.1"/>
                                          </p:val>
                                        </p:tav>
                                        <p:tav tm="100000">
                                          <p:val>
                                            <p:strVal val="#ppt_y"/>
                                          </p:val>
                                        </p:tav>
                                      </p:tavLst>
                                    </p:anim>
                                  </p:childTnLst>
                                </p:cTn>
                              </p:par>
                              <p:par>
                                <p:cTn id="191" presetID="42" presetClass="entr" presetSubtype="0" fill="hold" grpId="0" nodeType="withEffect">
                                  <p:stCondLst>
                                    <p:cond delay="0"/>
                                  </p:stCondLst>
                                  <p:childTnLst>
                                    <p:set>
                                      <p:cBhvr>
                                        <p:cTn id="192" dur="1" fill="hold">
                                          <p:stCondLst>
                                            <p:cond delay="0"/>
                                          </p:stCondLst>
                                        </p:cTn>
                                        <p:tgtEl>
                                          <p:spTgt spid="55"/>
                                        </p:tgtEl>
                                        <p:attrNameLst>
                                          <p:attrName>style.visibility</p:attrName>
                                        </p:attrNameLst>
                                      </p:cBhvr>
                                      <p:to>
                                        <p:strVal val="visible"/>
                                      </p:to>
                                    </p:set>
                                    <p:animEffect transition="in" filter="fade">
                                      <p:cBhvr>
                                        <p:cTn id="193" dur="1000"/>
                                        <p:tgtEl>
                                          <p:spTgt spid="55"/>
                                        </p:tgtEl>
                                      </p:cBhvr>
                                    </p:animEffect>
                                    <p:anim calcmode="lin" valueType="num">
                                      <p:cBhvr>
                                        <p:cTn id="194" dur="1000" fill="hold"/>
                                        <p:tgtEl>
                                          <p:spTgt spid="55"/>
                                        </p:tgtEl>
                                        <p:attrNameLst>
                                          <p:attrName>ppt_x</p:attrName>
                                        </p:attrNameLst>
                                      </p:cBhvr>
                                      <p:tavLst>
                                        <p:tav tm="0">
                                          <p:val>
                                            <p:strVal val="#ppt_x"/>
                                          </p:val>
                                        </p:tav>
                                        <p:tav tm="100000">
                                          <p:val>
                                            <p:strVal val="#ppt_x"/>
                                          </p:val>
                                        </p:tav>
                                      </p:tavLst>
                                    </p:anim>
                                    <p:anim calcmode="lin" valueType="num">
                                      <p:cBhvr>
                                        <p:cTn id="195" dur="1000" fill="hold"/>
                                        <p:tgtEl>
                                          <p:spTgt spid="55"/>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0"/>
                                  </p:stCondLst>
                                  <p:childTnLst>
                                    <p:set>
                                      <p:cBhvr>
                                        <p:cTn id="197" dur="1" fill="hold">
                                          <p:stCondLst>
                                            <p:cond delay="0"/>
                                          </p:stCondLst>
                                        </p:cTn>
                                        <p:tgtEl>
                                          <p:spTgt spid="63"/>
                                        </p:tgtEl>
                                        <p:attrNameLst>
                                          <p:attrName>style.visibility</p:attrName>
                                        </p:attrNameLst>
                                      </p:cBhvr>
                                      <p:to>
                                        <p:strVal val="visible"/>
                                      </p:to>
                                    </p:set>
                                    <p:animEffect transition="in" filter="fade">
                                      <p:cBhvr>
                                        <p:cTn id="198" dur="1000"/>
                                        <p:tgtEl>
                                          <p:spTgt spid="63"/>
                                        </p:tgtEl>
                                      </p:cBhvr>
                                    </p:animEffect>
                                    <p:anim calcmode="lin" valueType="num">
                                      <p:cBhvr>
                                        <p:cTn id="199" dur="1000" fill="hold"/>
                                        <p:tgtEl>
                                          <p:spTgt spid="63"/>
                                        </p:tgtEl>
                                        <p:attrNameLst>
                                          <p:attrName>ppt_x</p:attrName>
                                        </p:attrNameLst>
                                      </p:cBhvr>
                                      <p:tavLst>
                                        <p:tav tm="0">
                                          <p:val>
                                            <p:strVal val="#ppt_x"/>
                                          </p:val>
                                        </p:tav>
                                        <p:tav tm="100000">
                                          <p:val>
                                            <p:strVal val="#ppt_x"/>
                                          </p:val>
                                        </p:tav>
                                      </p:tavLst>
                                    </p:anim>
                                    <p:anim calcmode="lin" valueType="num">
                                      <p:cBhvr>
                                        <p:cTn id="200"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42" presetClass="entr" presetSubtype="0" fill="hold" nodeType="clickEffect">
                                  <p:stCondLst>
                                    <p:cond delay="0"/>
                                  </p:stCondLst>
                                  <p:childTnLst>
                                    <p:set>
                                      <p:cBhvr>
                                        <p:cTn id="204" dur="1" fill="hold">
                                          <p:stCondLst>
                                            <p:cond delay="0"/>
                                          </p:stCondLst>
                                        </p:cTn>
                                        <p:tgtEl>
                                          <p:spTgt spid="65"/>
                                        </p:tgtEl>
                                        <p:attrNameLst>
                                          <p:attrName>style.visibility</p:attrName>
                                        </p:attrNameLst>
                                      </p:cBhvr>
                                      <p:to>
                                        <p:strVal val="visible"/>
                                      </p:to>
                                    </p:set>
                                    <p:animEffect transition="in" filter="fade">
                                      <p:cBhvr>
                                        <p:cTn id="205" dur="1000"/>
                                        <p:tgtEl>
                                          <p:spTgt spid="65"/>
                                        </p:tgtEl>
                                      </p:cBhvr>
                                    </p:animEffect>
                                    <p:anim calcmode="lin" valueType="num">
                                      <p:cBhvr>
                                        <p:cTn id="206" dur="1000" fill="hold"/>
                                        <p:tgtEl>
                                          <p:spTgt spid="65"/>
                                        </p:tgtEl>
                                        <p:attrNameLst>
                                          <p:attrName>ppt_x</p:attrName>
                                        </p:attrNameLst>
                                      </p:cBhvr>
                                      <p:tavLst>
                                        <p:tav tm="0">
                                          <p:val>
                                            <p:strVal val="#ppt_x"/>
                                          </p:val>
                                        </p:tav>
                                        <p:tav tm="100000">
                                          <p:val>
                                            <p:strVal val="#ppt_x"/>
                                          </p:val>
                                        </p:tav>
                                      </p:tavLst>
                                    </p:anim>
                                    <p:anim calcmode="lin" valueType="num">
                                      <p:cBhvr>
                                        <p:cTn id="207" dur="1000" fill="hold"/>
                                        <p:tgtEl>
                                          <p:spTgt spid="65"/>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0"/>
                                  </p:stCondLst>
                                  <p:childTnLst>
                                    <p:set>
                                      <p:cBhvr>
                                        <p:cTn id="209" dur="1" fill="hold">
                                          <p:stCondLst>
                                            <p:cond delay="0"/>
                                          </p:stCondLst>
                                        </p:cTn>
                                        <p:tgtEl>
                                          <p:spTgt spid="66"/>
                                        </p:tgtEl>
                                        <p:attrNameLst>
                                          <p:attrName>style.visibility</p:attrName>
                                        </p:attrNameLst>
                                      </p:cBhvr>
                                      <p:to>
                                        <p:strVal val="visible"/>
                                      </p:to>
                                    </p:set>
                                    <p:animEffect transition="in" filter="fade">
                                      <p:cBhvr>
                                        <p:cTn id="210" dur="1000"/>
                                        <p:tgtEl>
                                          <p:spTgt spid="66"/>
                                        </p:tgtEl>
                                      </p:cBhvr>
                                    </p:animEffect>
                                    <p:anim calcmode="lin" valueType="num">
                                      <p:cBhvr>
                                        <p:cTn id="211" dur="1000" fill="hold"/>
                                        <p:tgtEl>
                                          <p:spTgt spid="66"/>
                                        </p:tgtEl>
                                        <p:attrNameLst>
                                          <p:attrName>ppt_x</p:attrName>
                                        </p:attrNameLst>
                                      </p:cBhvr>
                                      <p:tavLst>
                                        <p:tav tm="0">
                                          <p:val>
                                            <p:strVal val="#ppt_x"/>
                                          </p:val>
                                        </p:tav>
                                        <p:tav tm="100000">
                                          <p:val>
                                            <p:strVal val="#ppt_x"/>
                                          </p:val>
                                        </p:tav>
                                      </p:tavLst>
                                    </p:anim>
                                    <p:anim calcmode="lin" valueType="num">
                                      <p:cBhvr>
                                        <p:cTn id="212" dur="1000" fill="hold"/>
                                        <p:tgtEl>
                                          <p:spTgt spid="66"/>
                                        </p:tgtEl>
                                        <p:attrNameLst>
                                          <p:attrName>ppt_y</p:attrName>
                                        </p:attrNameLst>
                                      </p:cBhvr>
                                      <p:tavLst>
                                        <p:tav tm="0">
                                          <p:val>
                                            <p:strVal val="#ppt_y+.1"/>
                                          </p:val>
                                        </p:tav>
                                        <p:tav tm="100000">
                                          <p:val>
                                            <p:strVal val="#ppt_y"/>
                                          </p:val>
                                        </p:tav>
                                      </p:tavLst>
                                    </p:anim>
                                  </p:childTnLst>
                                </p:cTn>
                              </p:par>
                              <p:par>
                                <p:cTn id="213" presetID="42" presetClass="entr" presetSubtype="0" fill="hold" grpId="0" nodeType="withEffect">
                                  <p:stCondLst>
                                    <p:cond delay="0"/>
                                  </p:stCondLst>
                                  <p:childTnLst>
                                    <p:set>
                                      <p:cBhvr>
                                        <p:cTn id="214" dur="1" fill="hold">
                                          <p:stCondLst>
                                            <p:cond delay="0"/>
                                          </p:stCondLst>
                                        </p:cTn>
                                        <p:tgtEl>
                                          <p:spTgt spid="67"/>
                                        </p:tgtEl>
                                        <p:attrNameLst>
                                          <p:attrName>style.visibility</p:attrName>
                                        </p:attrNameLst>
                                      </p:cBhvr>
                                      <p:to>
                                        <p:strVal val="visible"/>
                                      </p:to>
                                    </p:set>
                                    <p:animEffect transition="in" filter="fade">
                                      <p:cBhvr>
                                        <p:cTn id="215" dur="1000"/>
                                        <p:tgtEl>
                                          <p:spTgt spid="67"/>
                                        </p:tgtEl>
                                      </p:cBhvr>
                                    </p:animEffect>
                                    <p:anim calcmode="lin" valueType="num">
                                      <p:cBhvr>
                                        <p:cTn id="216" dur="1000" fill="hold"/>
                                        <p:tgtEl>
                                          <p:spTgt spid="67"/>
                                        </p:tgtEl>
                                        <p:attrNameLst>
                                          <p:attrName>ppt_x</p:attrName>
                                        </p:attrNameLst>
                                      </p:cBhvr>
                                      <p:tavLst>
                                        <p:tav tm="0">
                                          <p:val>
                                            <p:strVal val="#ppt_x"/>
                                          </p:val>
                                        </p:tav>
                                        <p:tav tm="100000">
                                          <p:val>
                                            <p:strVal val="#ppt_x"/>
                                          </p:val>
                                        </p:tav>
                                      </p:tavLst>
                                    </p:anim>
                                    <p:anim calcmode="lin" valueType="num">
                                      <p:cBhvr>
                                        <p:cTn id="217" dur="1000" fill="hold"/>
                                        <p:tgtEl>
                                          <p:spTgt spid="67"/>
                                        </p:tgtEl>
                                        <p:attrNameLst>
                                          <p:attrName>ppt_y</p:attrName>
                                        </p:attrNameLst>
                                      </p:cBhvr>
                                      <p:tavLst>
                                        <p:tav tm="0">
                                          <p:val>
                                            <p:strVal val="#ppt_y+.1"/>
                                          </p:val>
                                        </p:tav>
                                        <p:tav tm="100000">
                                          <p:val>
                                            <p:strVal val="#ppt_y"/>
                                          </p:val>
                                        </p:tav>
                                      </p:tavLst>
                                    </p:anim>
                                  </p:childTnLst>
                                </p:cTn>
                              </p:par>
                              <p:par>
                                <p:cTn id="218" presetID="42" presetClass="entr" presetSubtype="0" fill="hold" grpId="0" nodeType="withEffect">
                                  <p:stCondLst>
                                    <p:cond delay="0"/>
                                  </p:stCondLst>
                                  <p:childTnLst>
                                    <p:set>
                                      <p:cBhvr>
                                        <p:cTn id="219" dur="1" fill="hold">
                                          <p:stCondLst>
                                            <p:cond delay="0"/>
                                          </p:stCondLst>
                                        </p:cTn>
                                        <p:tgtEl>
                                          <p:spTgt spid="68"/>
                                        </p:tgtEl>
                                        <p:attrNameLst>
                                          <p:attrName>style.visibility</p:attrName>
                                        </p:attrNameLst>
                                      </p:cBhvr>
                                      <p:to>
                                        <p:strVal val="visible"/>
                                      </p:to>
                                    </p:set>
                                    <p:animEffect transition="in" filter="fade">
                                      <p:cBhvr>
                                        <p:cTn id="220" dur="1000"/>
                                        <p:tgtEl>
                                          <p:spTgt spid="68"/>
                                        </p:tgtEl>
                                      </p:cBhvr>
                                    </p:animEffect>
                                    <p:anim calcmode="lin" valueType="num">
                                      <p:cBhvr>
                                        <p:cTn id="221" dur="1000" fill="hold"/>
                                        <p:tgtEl>
                                          <p:spTgt spid="68"/>
                                        </p:tgtEl>
                                        <p:attrNameLst>
                                          <p:attrName>ppt_x</p:attrName>
                                        </p:attrNameLst>
                                      </p:cBhvr>
                                      <p:tavLst>
                                        <p:tav tm="0">
                                          <p:val>
                                            <p:strVal val="#ppt_x"/>
                                          </p:val>
                                        </p:tav>
                                        <p:tav tm="100000">
                                          <p:val>
                                            <p:strVal val="#ppt_x"/>
                                          </p:val>
                                        </p:tav>
                                      </p:tavLst>
                                    </p:anim>
                                    <p:anim calcmode="lin" valueType="num">
                                      <p:cBhvr>
                                        <p:cTn id="222" dur="1000" fill="hold"/>
                                        <p:tgtEl>
                                          <p:spTgt spid="68"/>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24" dur="1" fill="hold">
                                          <p:stCondLst>
                                            <p:cond delay="0"/>
                                          </p:stCondLst>
                                        </p:cTn>
                                        <p:tgtEl>
                                          <p:spTgt spid="69"/>
                                        </p:tgtEl>
                                        <p:attrNameLst>
                                          <p:attrName>style.visibility</p:attrName>
                                        </p:attrNameLst>
                                      </p:cBhvr>
                                      <p:to>
                                        <p:strVal val="visible"/>
                                      </p:to>
                                    </p:set>
                                    <p:animEffect transition="in" filter="fade">
                                      <p:cBhvr>
                                        <p:cTn id="225" dur="1000"/>
                                        <p:tgtEl>
                                          <p:spTgt spid="69"/>
                                        </p:tgtEl>
                                      </p:cBhvr>
                                    </p:animEffect>
                                    <p:anim calcmode="lin" valueType="num">
                                      <p:cBhvr>
                                        <p:cTn id="226" dur="1000" fill="hold"/>
                                        <p:tgtEl>
                                          <p:spTgt spid="69"/>
                                        </p:tgtEl>
                                        <p:attrNameLst>
                                          <p:attrName>ppt_x</p:attrName>
                                        </p:attrNameLst>
                                      </p:cBhvr>
                                      <p:tavLst>
                                        <p:tav tm="0">
                                          <p:val>
                                            <p:strVal val="#ppt_x"/>
                                          </p:val>
                                        </p:tav>
                                        <p:tav tm="100000">
                                          <p:val>
                                            <p:strVal val="#ppt_x"/>
                                          </p:val>
                                        </p:tav>
                                      </p:tavLst>
                                    </p:anim>
                                    <p:anim calcmode="lin" valueType="num">
                                      <p:cBhvr>
                                        <p:cTn id="227" dur="1000" fill="hold"/>
                                        <p:tgtEl>
                                          <p:spTgt spid="69"/>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9" dur="1" fill="hold">
                                          <p:stCondLst>
                                            <p:cond delay="0"/>
                                          </p:stCondLst>
                                        </p:cTn>
                                        <p:tgtEl>
                                          <p:spTgt spid="70"/>
                                        </p:tgtEl>
                                        <p:attrNameLst>
                                          <p:attrName>style.visibility</p:attrName>
                                        </p:attrNameLst>
                                      </p:cBhvr>
                                      <p:to>
                                        <p:strVal val="visible"/>
                                      </p:to>
                                    </p:set>
                                    <p:animEffect transition="in" filter="fade">
                                      <p:cBhvr>
                                        <p:cTn id="230" dur="1000"/>
                                        <p:tgtEl>
                                          <p:spTgt spid="70"/>
                                        </p:tgtEl>
                                      </p:cBhvr>
                                    </p:animEffect>
                                    <p:anim calcmode="lin" valueType="num">
                                      <p:cBhvr>
                                        <p:cTn id="231" dur="1000" fill="hold"/>
                                        <p:tgtEl>
                                          <p:spTgt spid="70"/>
                                        </p:tgtEl>
                                        <p:attrNameLst>
                                          <p:attrName>ppt_x</p:attrName>
                                        </p:attrNameLst>
                                      </p:cBhvr>
                                      <p:tavLst>
                                        <p:tav tm="0">
                                          <p:val>
                                            <p:strVal val="#ppt_x"/>
                                          </p:val>
                                        </p:tav>
                                        <p:tav tm="100000">
                                          <p:val>
                                            <p:strVal val="#ppt_x"/>
                                          </p:val>
                                        </p:tav>
                                      </p:tavLst>
                                    </p:anim>
                                    <p:anim calcmode="lin" valueType="num">
                                      <p:cBhvr>
                                        <p:cTn id="232" dur="1000" fill="hold"/>
                                        <p:tgtEl>
                                          <p:spTgt spid="70"/>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34" dur="1" fill="hold">
                                          <p:stCondLst>
                                            <p:cond delay="0"/>
                                          </p:stCondLst>
                                        </p:cTn>
                                        <p:tgtEl>
                                          <p:spTgt spid="71"/>
                                        </p:tgtEl>
                                        <p:attrNameLst>
                                          <p:attrName>style.visibility</p:attrName>
                                        </p:attrNameLst>
                                      </p:cBhvr>
                                      <p:to>
                                        <p:strVal val="visible"/>
                                      </p:to>
                                    </p:set>
                                    <p:animEffect transition="in" filter="fade">
                                      <p:cBhvr>
                                        <p:cTn id="235" dur="1000"/>
                                        <p:tgtEl>
                                          <p:spTgt spid="71"/>
                                        </p:tgtEl>
                                      </p:cBhvr>
                                    </p:animEffect>
                                    <p:anim calcmode="lin" valueType="num">
                                      <p:cBhvr>
                                        <p:cTn id="236" dur="1000" fill="hold"/>
                                        <p:tgtEl>
                                          <p:spTgt spid="71"/>
                                        </p:tgtEl>
                                        <p:attrNameLst>
                                          <p:attrName>ppt_x</p:attrName>
                                        </p:attrNameLst>
                                      </p:cBhvr>
                                      <p:tavLst>
                                        <p:tav tm="0">
                                          <p:val>
                                            <p:strVal val="#ppt_x"/>
                                          </p:val>
                                        </p:tav>
                                        <p:tav tm="100000">
                                          <p:val>
                                            <p:strVal val="#ppt_x"/>
                                          </p:val>
                                        </p:tav>
                                      </p:tavLst>
                                    </p:anim>
                                    <p:anim calcmode="lin" valueType="num">
                                      <p:cBhvr>
                                        <p:cTn id="237" dur="1000" fill="hold"/>
                                        <p:tgtEl>
                                          <p:spTgt spid="71"/>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9" dur="1" fill="hold">
                                          <p:stCondLst>
                                            <p:cond delay="0"/>
                                          </p:stCondLst>
                                        </p:cTn>
                                        <p:tgtEl>
                                          <p:spTgt spid="72"/>
                                        </p:tgtEl>
                                        <p:attrNameLst>
                                          <p:attrName>style.visibility</p:attrName>
                                        </p:attrNameLst>
                                      </p:cBhvr>
                                      <p:to>
                                        <p:strVal val="visible"/>
                                      </p:to>
                                    </p:set>
                                    <p:animEffect transition="in" filter="fade">
                                      <p:cBhvr>
                                        <p:cTn id="240" dur="1000"/>
                                        <p:tgtEl>
                                          <p:spTgt spid="72"/>
                                        </p:tgtEl>
                                      </p:cBhvr>
                                    </p:animEffect>
                                    <p:anim calcmode="lin" valueType="num">
                                      <p:cBhvr>
                                        <p:cTn id="241" dur="1000" fill="hold"/>
                                        <p:tgtEl>
                                          <p:spTgt spid="72"/>
                                        </p:tgtEl>
                                        <p:attrNameLst>
                                          <p:attrName>ppt_x</p:attrName>
                                        </p:attrNameLst>
                                      </p:cBhvr>
                                      <p:tavLst>
                                        <p:tav tm="0">
                                          <p:val>
                                            <p:strVal val="#ppt_x"/>
                                          </p:val>
                                        </p:tav>
                                        <p:tav tm="100000">
                                          <p:val>
                                            <p:strVal val="#ppt_x"/>
                                          </p:val>
                                        </p:tav>
                                      </p:tavLst>
                                    </p:anim>
                                    <p:anim calcmode="lin" valueType="num">
                                      <p:cBhvr>
                                        <p:cTn id="242" dur="1000" fill="hold"/>
                                        <p:tgtEl>
                                          <p:spTgt spid="72"/>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44" dur="1" fill="hold">
                                          <p:stCondLst>
                                            <p:cond delay="0"/>
                                          </p:stCondLst>
                                        </p:cTn>
                                        <p:tgtEl>
                                          <p:spTgt spid="73"/>
                                        </p:tgtEl>
                                        <p:attrNameLst>
                                          <p:attrName>style.visibility</p:attrName>
                                        </p:attrNameLst>
                                      </p:cBhvr>
                                      <p:to>
                                        <p:strVal val="visible"/>
                                      </p:to>
                                    </p:set>
                                    <p:animEffect transition="in" filter="fade">
                                      <p:cBhvr>
                                        <p:cTn id="245" dur="1000"/>
                                        <p:tgtEl>
                                          <p:spTgt spid="73"/>
                                        </p:tgtEl>
                                      </p:cBhvr>
                                    </p:animEffect>
                                    <p:anim calcmode="lin" valueType="num">
                                      <p:cBhvr>
                                        <p:cTn id="246" dur="1000" fill="hold"/>
                                        <p:tgtEl>
                                          <p:spTgt spid="73"/>
                                        </p:tgtEl>
                                        <p:attrNameLst>
                                          <p:attrName>ppt_x</p:attrName>
                                        </p:attrNameLst>
                                      </p:cBhvr>
                                      <p:tavLst>
                                        <p:tav tm="0">
                                          <p:val>
                                            <p:strVal val="#ppt_x"/>
                                          </p:val>
                                        </p:tav>
                                        <p:tav tm="100000">
                                          <p:val>
                                            <p:strVal val="#ppt_x"/>
                                          </p:val>
                                        </p:tav>
                                      </p:tavLst>
                                    </p:anim>
                                    <p:anim calcmode="lin" valueType="num">
                                      <p:cBhvr>
                                        <p:cTn id="247" dur="1000" fill="hold"/>
                                        <p:tgtEl>
                                          <p:spTgt spid="73"/>
                                        </p:tgtEl>
                                        <p:attrNameLst>
                                          <p:attrName>ppt_y</p:attrName>
                                        </p:attrNameLst>
                                      </p:cBhvr>
                                      <p:tavLst>
                                        <p:tav tm="0">
                                          <p:val>
                                            <p:strVal val="#ppt_y+.1"/>
                                          </p:val>
                                        </p:tav>
                                        <p:tav tm="100000">
                                          <p:val>
                                            <p:strVal val="#ppt_y"/>
                                          </p:val>
                                        </p:tav>
                                      </p:tavLst>
                                    </p:anim>
                                  </p:childTnLst>
                                </p:cTn>
                              </p:par>
                              <p:par>
                                <p:cTn id="248" presetID="42" presetClass="entr" presetSubtype="0" fill="hold" grpId="0" nodeType="withEffect">
                                  <p:stCondLst>
                                    <p:cond delay="0"/>
                                  </p:stCondLst>
                                  <p:childTnLst>
                                    <p:set>
                                      <p:cBhvr>
                                        <p:cTn id="249" dur="1" fill="hold">
                                          <p:stCondLst>
                                            <p:cond delay="0"/>
                                          </p:stCondLst>
                                        </p:cTn>
                                        <p:tgtEl>
                                          <p:spTgt spid="74"/>
                                        </p:tgtEl>
                                        <p:attrNameLst>
                                          <p:attrName>style.visibility</p:attrName>
                                        </p:attrNameLst>
                                      </p:cBhvr>
                                      <p:to>
                                        <p:strVal val="visible"/>
                                      </p:to>
                                    </p:set>
                                    <p:animEffect transition="in" filter="fade">
                                      <p:cBhvr>
                                        <p:cTn id="250" dur="1000"/>
                                        <p:tgtEl>
                                          <p:spTgt spid="74"/>
                                        </p:tgtEl>
                                      </p:cBhvr>
                                    </p:animEffect>
                                    <p:anim calcmode="lin" valueType="num">
                                      <p:cBhvr>
                                        <p:cTn id="251" dur="1000" fill="hold"/>
                                        <p:tgtEl>
                                          <p:spTgt spid="74"/>
                                        </p:tgtEl>
                                        <p:attrNameLst>
                                          <p:attrName>ppt_x</p:attrName>
                                        </p:attrNameLst>
                                      </p:cBhvr>
                                      <p:tavLst>
                                        <p:tav tm="0">
                                          <p:val>
                                            <p:strVal val="#ppt_x"/>
                                          </p:val>
                                        </p:tav>
                                        <p:tav tm="100000">
                                          <p:val>
                                            <p:strVal val="#ppt_x"/>
                                          </p:val>
                                        </p:tav>
                                      </p:tavLst>
                                    </p:anim>
                                    <p:anim calcmode="lin" valueType="num">
                                      <p:cBhvr>
                                        <p:cTn id="252" dur="1000" fill="hold"/>
                                        <p:tgtEl>
                                          <p:spTgt spid="74"/>
                                        </p:tgtEl>
                                        <p:attrNameLst>
                                          <p:attrName>ppt_y</p:attrName>
                                        </p:attrNameLst>
                                      </p:cBhvr>
                                      <p:tavLst>
                                        <p:tav tm="0">
                                          <p:val>
                                            <p:strVal val="#ppt_y+.1"/>
                                          </p:val>
                                        </p:tav>
                                        <p:tav tm="100000">
                                          <p:val>
                                            <p:strVal val="#ppt_y"/>
                                          </p:val>
                                        </p:tav>
                                      </p:tavLst>
                                    </p:anim>
                                  </p:childTnLst>
                                </p:cTn>
                              </p:par>
                              <p:par>
                                <p:cTn id="253" presetID="42" presetClass="entr" presetSubtype="0" fill="hold" grpId="0" nodeType="withEffect">
                                  <p:stCondLst>
                                    <p:cond delay="0"/>
                                  </p:stCondLst>
                                  <p:childTnLst>
                                    <p:set>
                                      <p:cBhvr>
                                        <p:cTn id="254" dur="1" fill="hold">
                                          <p:stCondLst>
                                            <p:cond delay="0"/>
                                          </p:stCondLst>
                                        </p:cTn>
                                        <p:tgtEl>
                                          <p:spTgt spid="75"/>
                                        </p:tgtEl>
                                        <p:attrNameLst>
                                          <p:attrName>style.visibility</p:attrName>
                                        </p:attrNameLst>
                                      </p:cBhvr>
                                      <p:to>
                                        <p:strVal val="visible"/>
                                      </p:to>
                                    </p:set>
                                    <p:animEffect transition="in" filter="fade">
                                      <p:cBhvr>
                                        <p:cTn id="255" dur="1000"/>
                                        <p:tgtEl>
                                          <p:spTgt spid="75"/>
                                        </p:tgtEl>
                                      </p:cBhvr>
                                    </p:animEffect>
                                    <p:anim calcmode="lin" valueType="num">
                                      <p:cBhvr>
                                        <p:cTn id="256" dur="1000" fill="hold"/>
                                        <p:tgtEl>
                                          <p:spTgt spid="75"/>
                                        </p:tgtEl>
                                        <p:attrNameLst>
                                          <p:attrName>ppt_x</p:attrName>
                                        </p:attrNameLst>
                                      </p:cBhvr>
                                      <p:tavLst>
                                        <p:tav tm="0">
                                          <p:val>
                                            <p:strVal val="#ppt_x"/>
                                          </p:val>
                                        </p:tav>
                                        <p:tav tm="100000">
                                          <p:val>
                                            <p:strVal val="#ppt_x"/>
                                          </p:val>
                                        </p:tav>
                                      </p:tavLst>
                                    </p:anim>
                                    <p:anim calcmode="lin" valueType="num">
                                      <p:cBhvr>
                                        <p:cTn id="257" dur="1000" fill="hold"/>
                                        <p:tgtEl>
                                          <p:spTgt spid="75"/>
                                        </p:tgtEl>
                                        <p:attrNameLst>
                                          <p:attrName>ppt_y</p:attrName>
                                        </p:attrNameLst>
                                      </p:cBhvr>
                                      <p:tavLst>
                                        <p:tav tm="0">
                                          <p:val>
                                            <p:strVal val="#ppt_y+.1"/>
                                          </p:val>
                                        </p:tav>
                                        <p:tav tm="100000">
                                          <p:val>
                                            <p:strVal val="#ppt_y"/>
                                          </p:val>
                                        </p:tav>
                                      </p:tavLst>
                                    </p:anim>
                                  </p:childTnLst>
                                </p:cTn>
                              </p:par>
                              <p:par>
                                <p:cTn id="258" presetID="42" presetClass="entr" presetSubtype="0" fill="hold" grpId="0" nodeType="withEffect">
                                  <p:stCondLst>
                                    <p:cond delay="0"/>
                                  </p:stCondLst>
                                  <p:childTnLst>
                                    <p:set>
                                      <p:cBhvr>
                                        <p:cTn id="259" dur="1" fill="hold">
                                          <p:stCondLst>
                                            <p:cond delay="0"/>
                                          </p:stCondLst>
                                        </p:cTn>
                                        <p:tgtEl>
                                          <p:spTgt spid="76"/>
                                        </p:tgtEl>
                                        <p:attrNameLst>
                                          <p:attrName>style.visibility</p:attrName>
                                        </p:attrNameLst>
                                      </p:cBhvr>
                                      <p:to>
                                        <p:strVal val="visible"/>
                                      </p:to>
                                    </p:set>
                                    <p:animEffect transition="in" filter="fade">
                                      <p:cBhvr>
                                        <p:cTn id="260" dur="1000"/>
                                        <p:tgtEl>
                                          <p:spTgt spid="76"/>
                                        </p:tgtEl>
                                      </p:cBhvr>
                                    </p:animEffect>
                                    <p:anim calcmode="lin" valueType="num">
                                      <p:cBhvr>
                                        <p:cTn id="261" dur="1000" fill="hold"/>
                                        <p:tgtEl>
                                          <p:spTgt spid="76"/>
                                        </p:tgtEl>
                                        <p:attrNameLst>
                                          <p:attrName>ppt_x</p:attrName>
                                        </p:attrNameLst>
                                      </p:cBhvr>
                                      <p:tavLst>
                                        <p:tav tm="0">
                                          <p:val>
                                            <p:strVal val="#ppt_x"/>
                                          </p:val>
                                        </p:tav>
                                        <p:tav tm="100000">
                                          <p:val>
                                            <p:strVal val="#ppt_x"/>
                                          </p:val>
                                        </p:tav>
                                      </p:tavLst>
                                    </p:anim>
                                    <p:anim calcmode="lin" valueType="num">
                                      <p:cBhvr>
                                        <p:cTn id="262"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263" fill="hold">
                      <p:stCondLst>
                        <p:cond delay="indefinite"/>
                      </p:stCondLst>
                      <p:childTnLst>
                        <p:par>
                          <p:cTn id="264" fill="hold">
                            <p:stCondLst>
                              <p:cond delay="0"/>
                            </p:stCondLst>
                            <p:childTnLst>
                              <p:par>
                                <p:cTn id="265" presetID="42" presetClass="entr" presetSubtype="0" fill="hold" nodeType="clickEffect">
                                  <p:stCondLst>
                                    <p:cond delay="0"/>
                                  </p:stCondLst>
                                  <p:childTnLst>
                                    <p:set>
                                      <p:cBhvr>
                                        <p:cTn id="266" dur="1" fill="hold">
                                          <p:stCondLst>
                                            <p:cond delay="0"/>
                                          </p:stCondLst>
                                        </p:cTn>
                                        <p:tgtEl>
                                          <p:spTgt spid="85"/>
                                        </p:tgtEl>
                                        <p:attrNameLst>
                                          <p:attrName>style.visibility</p:attrName>
                                        </p:attrNameLst>
                                      </p:cBhvr>
                                      <p:to>
                                        <p:strVal val="visible"/>
                                      </p:to>
                                    </p:set>
                                    <p:animEffect transition="in" filter="fade">
                                      <p:cBhvr>
                                        <p:cTn id="267" dur="1000"/>
                                        <p:tgtEl>
                                          <p:spTgt spid="85"/>
                                        </p:tgtEl>
                                      </p:cBhvr>
                                    </p:animEffect>
                                    <p:anim calcmode="lin" valueType="num">
                                      <p:cBhvr>
                                        <p:cTn id="268" dur="1000" fill="hold"/>
                                        <p:tgtEl>
                                          <p:spTgt spid="85"/>
                                        </p:tgtEl>
                                        <p:attrNameLst>
                                          <p:attrName>ppt_x</p:attrName>
                                        </p:attrNameLst>
                                      </p:cBhvr>
                                      <p:tavLst>
                                        <p:tav tm="0">
                                          <p:val>
                                            <p:strVal val="#ppt_x"/>
                                          </p:val>
                                        </p:tav>
                                        <p:tav tm="100000">
                                          <p:val>
                                            <p:strVal val="#ppt_x"/>
                                          </p:val>
                                        </p:tav>
                                      </p:tavLst>
                                    </p:anim>
                                    <p:anim calcmode="lin" valueType="num">
                                      <p:cBhvr>
                                        <p:cTn id="269" dur="1000" fill="hold"/>
                                        <p:tgtEl>
                                          <p:spTgt spid="85"/>
                                        </p:tgtEl>
                                        <p:attrNameLst>
                                          <p:attrName>ppt_y</p:attrName>
                                        </p:attrNameLst>
                                      </p:cBhvr>
                                      <p:tavLst>
                                        <p:tav tm="0">
                                          <p:val>
                                            <p:strVal val="#ppt_y+.1"/>
                                          </p:val>
                                        </p:tav>
                                        <p:tav tm="100000">
                                          <p:val>
                                            <p:strVal val="#ppt_y"/>
                                          </p:val>
                                        </p:tav>
                                      </p:tavLst>
                                    </p:anim>
                                  </p:childTnLst>
                                </p:cTn>
                              </p:par>
                              <p:par>
                                <p:cTn id="270" presetID="42" presetClass="entr" presetSubtype="0" fill="hold" grpId="0" nodeType="withEffect">
                                  <p:stCondLst>
                                    <p:cond delay="0"/>
                                  </p:stCondLst>
                                  <p:childTnLst>
                                    <p:set>
                                      <p:cBhvr>
                                        <p:cTn id="271" dur="1" fill="hold">
                                          <p:stCondLst>
                                            <p:cond delay="0"/>
                                          </p:stCondLst>
                                        </p:cTn>
                                        <p:tgtEl>
                                          <p:spTgt spid="86"/>
                                        </p:tgtEl>
                                        <p:attrNameLst>
                                          <p:attrName>style.visibility</p:attrName>
                                        </p:attrNameLst>
                                      </p:cBhvr>
                                      <p:to>
                                        <p:strVal val="visible"/>
                                      </p:to>
                                    </p:set>
                                    <p:animEffect transition="in" filter="fade">
                                      <p:cBhvr>
                                        <p:cTn id="272" dur="1000"/>
                                        <p:tgtEl>
                                          <p:spTgt spid="86"/>
                                        </p:tgtEl>
                                      </p:cBhvr>
                                    </p:animEffect>
                                    <p:anim calcmode="lin" valueType="num">
                                      <p:cBhvr>
                                        <p:cTn id="273" dur="1000" fill="hold"/>
                                        <p:tgtEl>
                                          <p:spTgt spid="86"/>
                                        </p:tgtEl>
                                        <p:attrNameLst>
                                          <p:attrName>ppt_x</p:attrName>
                                        </p:attrNameLst>
                                      </p:cBhvr>
                                      <p:tavLst>
                                        <p:tav tm="0">
                                          <p:val>
                                            <p:strVal val="#ppt_x"/>
                                          </p:val>
                                        </p:tav>
                                        <p:tav tm="100000">
                                          <p:val>
                                            <p:strVal val="#ppt_x"/>
                                          </p:val>
                                        </p:tav>
                                      </p:tavLst>
                                    </p:anim>
                                    <p:anim calcmode="lin" valueType="num">
                                      <p:cBhvr>
                                        <p:cTn id="274" dur="1000" fill="hold"/>
                                        <p:tgtEl>
                                          <p:spTgt spid="86"/>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6" dur="1" fill="hold">
                                          <p:stCondLst>
                                            <p:cond delay="0"/>
                                          </p:stCondLst>
                                        </p:cTn>
                                        <p:tgtEl>
                                          <p:spTgt spid="88"/>
                                        </p:tgtEl>
                                        <p:attrNameLst>
                                          <p:attrName>style.visibility</p:attrName>
                                        </p:attrNameLst>
                                      </p:cBhvr>
                                      <p:to>
                                        <p:strVal val="visible"/>
                                      </p:to>
                                    </p:set>
                                    <p:animEffect transition="in" filter="fade">
                                      <p:cBhvr>
                                        <p:cTn id="277" dur="1000"/>
                                        <p:tgtEl>
                                          <p:spTgt spid="88"/>
                                        </p:tgtEl>
                                      </p:cBhvr>
                                    </p:animEffect>
                                    <p:anim calcmode="lin" valueType="num">
                                      <p:cBhvr>
                                        <p:cTn id="278" dur="1000" fill="hold"/>
                                        <p:tgtEl>
                                          <p:spTgt spid="88"/>
                                        </p:tgtEl>
                                        <p:attrNameLst>
                                          <p:attrName>ppt_x</p:attrName>
                                        </p:attrNameLst>
                                      </p:cBhvr>
                                      <p:tavLst>
                                        <p:tav tm="0">
                                          <p:val>
                                            <p:strVal val="#ppt_x"/>
                                          </p:val>
                                        </p:tav>
                                        <p:tav tm="100000">
                                          <p:val>
                                            <p:strVal val="#ppt_x"/>
                                          </p:val>
                                        </p:tav>
                                      </p:tavLst>
                                    </p:anim>
                                    <p:anim calcmode="lin" valueType="num">
                                      <p:cBhvr>
                                        <p:cTn id="279" dur="1000" fill="hold"/>
                                        <p:tgtEl>
                                          <p:spTgt spid="88"/>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0"/>
                                  </p:stCondLst>
                                  <p:childTnLst>
                                    <p:set>
                                      <p:cBhvr>
                                        <p:cTn id="281" dur="1" fill="hold">
                                          <p:stCondLst>
                                            <p:cond delay="0"/>
                                          </p:stCondLst>
                                        </p:cTn>
                                        <p:tgtEl>
                                          <p:spTgt spid="89"/>
                                        </p:tgtEl>
                                        <p:attrNameLst>
                                          <p:attrName>style.visibility</p:attrName>
                                        </p:attrNameLst>
                                      </p:cBhvr>
                                      <p:to>
                                        <p:strVal val="visible"/>
                                      </p:to>
                                    </p:set>
                                    <p:animEffect transition="in" filter="fade">
                                      <p:cBhvr>
                                        <p:cTn id="282" dur="1000"/>
                                        <p:tgtEl>
                                          <p:spTgt spid="89"/>
                                        </p:tgtEl>
                                      </p:cBhvr>
                                    </p:animEffect>
                                    <p:anim calcmode="lin" valueType="num">
                                      <p:cBhvr>
                                        <p:cTn id="283" dur="1000" fill="hold"/>
                                        <p:tgtEl>
                                          <p:spTgt spid="89"/>
                                        </p:tgtEl>
                                        <p:attrNameLst>
                                          <p:attrName>ppt_x</p:attrName>
                                        </p:attrNameLst>
                                      </p:cBhvr>
                                      <p:tavLst>
                                        <p:tav tm="0">
                                          <p:val>
                                            <p:strVal val="#ppt_x"/>
                                          </p:val>
                                        </p:tav>
                                        <p:tav tm="100000">
                                          <p:val>
                                            <p:strVal val="#ppt_x"/>
                                          </p:val>
                                        </p:tav>
                                      </p:tavLst>
                                    </p:anim>
                                    <p:anim calcmode="lin" valueType="num">
                                      <p:cBhvr>
                                        <p:cTn id="284" dur="1000" fill="hold"/>
                                        <p:tgtEl>
                                          <p:spTgt spid="89"/>
                                        </p:tgtEl>
                                        <p:attrNameLst>
                                          <p:attrName>ppt_y</p:attrName>
                                        </p:attrNameLst>
                                      </p:cBhvr>
                                      <p:tavLst>
                                        <p:tav tm="0">
                                          <p:val>
                                            <p:strVal val="#ppt_y+.1"/>
                                          </p:val>
                                        </p:tav>
                                        <p:tav tm="100000">
                                          <p:val>
                                            <p:strVal val="#ppt_y"/>
                                          </p:val>
                                        </p:tav>
                                      </p:tavLst>
                                    </p:anim>
                                  </p:childTnLst>
                                </p:cTn>
                              </p:par>
                              <p:par>
                                <p:cTn id="285" presetID="42" presetClass="entr" presetSubtype="0" fill="hold" nodeType="withEffect">
                                  <p:stCondLst>
                                    <p:cond delay="0"/>
                                  </p:stCondLst>
                                  <p:childTnLst>
                                    <p:set>
                                      <p:cBhvr>
                                        <p:cTn id="286" dur="1" fill="hold">
                                          <p:stCondLst>
                                            <p:cond delay="0"/>
                                          </p:stCondLst>
                                        </p:cTn>
                                        <p:tgtEl>
                                          <p:spTgt spid="90"/>
                                        </p:tgtEl>
                                        <p:attrNameLst>
                                          <p:attrName>style.visibility</p:attrName>
                                        </p:attrNameLst>
                                      </p:cBhvr>
                                      <p:to>
                                        <p:strVal val="visible"/>
                                      </p:to>
                                    </p:set>
                                    <p:animEffect transition="in" filter="fade">
                                      <p:cBhvr>
                                        <p:cTn id="287" dur="1000"/>
                                        <p:tgtEl>
                                          <p:spTgt spid="90"/>
                                        </p:tgtEl>
                                      </p:cBhvr>
                                    </p:animEffect>
                                    <p:anim calcmode="lin" valueType="num">
                                      <p:cBhvr>
                                        <p:cTn id="288" dur="1000" fill="hold"/>
                                        <p:tgtEl>
                                          <p:spTgt spid="90"/>
                                        </p:tgtEl>
                                        <p:attrNameLst>
                                          <p:attrName>ppt_x</p:attrName>
                                        </p:attrNameLst>
                                      </p:cBhvr>
                                      <p:tavLst>
                                        <p:tav tm="0">
                                          <p:val>
                                            <p:strVal val="#ppt_x"/>
                                          </p:val>
                                        </p:tav>
                                        <p:tav tm="100000">
                                          <p:val>
                                            <p:strVal val="#ppt_x"/>
                                          </p:val>
                                        </p:tav>
                                      </p:tavLst>
                                    </p:anim>
                                    <p:anim calcmode="lin" valueType="num">
                                      <p:cBhvr>
                                        <p:cTn id="289" dur="1000" fill="hold"/>
                                        <p:tgtEl>
                                          <p:spTgt spid="90"/>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0"/>
                                  </p:stCondLst>
                                  <p:childTnLst>
                                    <p:set>
                                      <p:cBhvr>
                                        <p:cTn id="291" dur="1" fill="hold">
                                          <p:stCondLst>
                                            <p:cond delay="0"/>
                                          </p:stCondLst>
                                        </p:cTn>
                                        <p:tgtEl>
                                          <p:spTgt spid="91"/>
                                        </p:tgtEl>
                                        <p:attrNameLst>
                                          <p:attrName>style.visibility</p:attrName>
                                        </p:attrNameLst>
                                      </p:cBhvr>
                                      <p:to>
                                        <p:strVal val="visible"/>
                                      </p:to>
                                    </p:set>
                                    <p:animEffect transition="in" filter="fade">
                                      <p:cBhvr>
                                        <p:cTn id="292" dur="1000"/>
                                        <p:tgtEl>
                                          <p:spTgt spid="91"/>
                                        </p:tgtEl>
                                      </p:cBhvr>
                                    </p:animEffect>
                                    <p:anim calcmode="lin" valueType="num">
                                      <p:cBhvr>
                                        <p:cTn id="293" dur="1000" fill="hold"/>
                                        <p:tgtEl>
                                          <p:spTgt spid="91"/>
                                        </p:tgtEl>
                                        <p:attrNameLst>
                                          <p:attrName>ppt_x</p:attrName>
                                        </p:attrNameLst>
                                      </p:cBhvr>
                                      <p:tavLst>
                                        <p:tav tm="0">
                                          <p:val>
                                            <p:strVal val="#ppt_x"/>
                                          </p:val>
                                        </p:tav>
                                        <p:tav tm="100000">
                                          <p:val>
                                            <p:strVal val="#ppt_x"/>
                                          </p:val>
                                        </p:tav>
                                      </p:tavLst>
                                    </p:anim>
                                    <p:anim calcmode="lin" valueType="num">
                                      <p:cBhvr>
                                        <p:cTn id="294" dur="1000" fill="hold"/>
                                        <p:tgtEl>
                                          <p:spTgt spid="91"/>
                                        </p:tgtEl>
                                        <p:attrNameLst>
                                          <p:attrName>ppt_y</p:attrName>
                                        </p:attrNameLst>
                                      </p:cBhvr>
                                      <p:tavLst>
                                        <p:tav tm="0">
                                          <p:val>
                                            <p:strVal val="#ppt_y+.1"/>
                                          </p:val>
                                        </p:tav>
                                        <p:tav tm="100000">
                                          <p:val>
                                            <p:strVal val="#ppt_y"/>
                                          </p:val>
                                        </p:tav>
                                      </p:tavLst>
                                    </p:anim>
                                  </p:childTnLst>
                                </p:cTn>
                              </p:par>
                              <p:par>
                                <p:cTn id="295" presetID="42" presetClass="entr" presetSubtype="0" fill="hold" nodeType="withEffect">
                                  <p:stCondLst>
                                    <p:cond delay="0"/>
                                  </p:stCondLst>
                                  <p:childTnLst>
                                    <p:set>
                                      <p:cBhvr>
                                        <p:cTn id="296" dur="1" fill="hold">
                                          <p:stCondLst>
                                            <p:cond delay="0"/>
                                          </p:stCondLst>
                                        </p:cTn>
                                        <p:tgtEl>
                                          <p:spTgt spid="93"/>
                                        </p:tgtEl>
                                        <p:attrNameLst>
                                          <p:attrName>style.visibility</p:attrName>
                                        </p:attrNameLst>
                                      </p:cBhvr>
                                      <p:to>
                                        <p:strVal val="visible"/>
                                      </p:to>
                                    </p:set>
                                    <p:animEffect transition="in" filter="fade">
                                      <p:cBhvr>
                                        <p:cTn id="297" dur="1000"/>
                                        <p:tgtEl>
                                          <p:spTgt spid="93"/>
                                        </p:tgtEl>
                                      </p:cBhvr>
                                    </p:animEffect>
                                    <p:anim calcmode="lin" valueType="num">
                                      <p:cBhvr>
                                        <p:cTn id="298" dur="1000" fill="hold"/>
                                        <p:tgtEl>
                                          <p:spTgt spid="93"/>
                                        </p:tgtEl>
                                        <p:attrNameLst>
                                          <p:attrName>ppt_x</p:attrName>
                                        </p:attrNameLst>
                                      </p:cBhvr>
                                      <p:tavLst>
                                        <p:tav tm="0">
                                          <p:val>
                                            <p:strVal val="#ppt_x"/>
                                          </p:val>
                                        </p:tav>
                                        <p:tav tm="100000">
                                          <p:val>
                                            <p:strVal val="#ppt_x"/>
                                          </p:val>
                                        </p:tav>
                                      </p:tavLst>
                                    </p:anim>
                                    <p:anim calcmode="lin" valueType="num">
                                      <p:cBhvr>
                                        <p:cTn id="299" dur="1000" fill="hold"/>
                                        <p:tgtEl>
                                          <p:spTgt spid="93"/>
                                        </p:tgtEl>
                                        <p:attrNameLst>
                                          <p:attrName>ppt_y</p:attrName>
                                        </p:attrNameLst>
                                      </p:cBhvr>
                                      <p:tavLst>
                                        <p:tav tm="0">
                                          <p:val>
                                            <p:strVal val="#ppt_y+.1"/>
                                          </p:val>
                                        </p:tav>
                                        <p:tav tm="100000">
                                          <p:val>
                                            <p:strVal val="#ppt_y"/>
                                          </p:val>
                                        </p:tav>
                                      </p:tavLst>
                                    </p:anim>
                                  </p:childTnLst>
                                </p:cTn>
                              </p:par>
                              <p:par>
                                <p:cTn id="300" presetID="42" presetClass="entr" presetSubtype="0" fill="hold" grpId="0" nodeType="withEffect">
                                  <p:stCondLst>
                                    <p:cond delay="0"/>
                                  </p:stCondLst>
                                  <p:childTnLst>
                                    <p:set>
                                      <p:cBhvr>
                                        <p:cTn id="301" dur="1" fill="hold">
                                          <p:stCondLst>
                                            <p:cond delay="0"/>
                                          </p:stCondLst>
                                        </p:cTn>
                                        <p:tgtEl>
                                          <p:spTgt spid="94"/>
                                        </p:tgtEl>
                                        <p:attrNameLst>
                                          <p:attrName>style.visibility</p:attrName>
                                        </p:attrNameLst>
                                      </p:cBhvr>
                                      <p:to>
                                        <p:strVal val="visible"/>
                                      </p:to>
                                    </p:set>
                                    <p:animEffect transition="in" filter="fade">
                                      <p:cBhvr>
                                        <p:cTn id="302" dur="1000"/>
                                        <p:tgtEl>
                                          <p:spTgt spid="94"/>
                                        </p:tgtEl>
                                      </p:cBhvr>
                                    </p:animEffect>
                                    <p:anim calcmode="lin" valueType="num">
                                      <p:cBhvr>
                                        <p:cTn id="303" dur="1000" fill="hold"/>
                                        <p:tgtEl>
                                          <p:spTgt spid="94"/>
                                        </p:tgtEl>
                                        <p:attrNameLst>
                                          <p:attrName>ppt_x</p:attrName>
                                        </p:attrNameLst>
                                      </p:cBhvr>
                                      <p:tavLst>
                                        <p:tav tm="0">
                                          <p:val>
                                            <p:strVal val="#ppt_x"/>
                                          </p:val>
                                        </p:tav>
                                        <p:tav tm="100000">
                                          <p:val>
                                            <p:strVal val="#ppt_x"/>
                                          </p:val>
                                        </p:tav>
                                      </p:tavLst>
                                    </p:anim>
                                    <p:anim calcmode="lin" valueType="num">
                                      <p:cBhvr>
                                        <p:cTn id="304" dur="1000" fill="hold"/>
                                        <p:tgtEl>
                                          <p:spTgt spid="94"/>
                                        </p:tgtEl>
                                        <p:attrNameLst>
                                          <p:attrName>ppt_y</p:attrName>
                                        </p:attrNameLst>
                                      </p:cBhvr>
                                      <p:tavLst>
                                        <p:tav tm="0">
                                          <p:val>
                                            <p:strVal val="#ppt_y+.1"/>
                                          </p:val>
                                        </p:tav>
                                        <p:tav tm="100000">
                                          <p:val>
                                            <p:strVal val="#ppt_y"/>
                                          </p:val>
                                        </p:tav>
                                      </p:tavLst>
                                    </p:anim>
                                  </p:childTnLst>
                                </p:cTn>
                              </p:par>
                              <p:par>
                                <p:cTn id="305" presetID="42" presetClass="entr" presetSubtype="0" fill="hold" nodeType="withEffect">
                                  <p:stCondLst>
                                    <p:cond delay="0"/>
                                  </p:stCondLst>
                                  <p:childTnLst>
                                    <p:set>
                                      <p:cBhvr>
                                        <p:cTn id="306" dur="1" fill="hold">
                                          <p:stCondLst>
                                            <p:cond delay="0"/>
                                          </p:stCondLst>
                                        </p:cTn>
                                        <p:tgtEl>
                                          <p:spTgt spid="95"/>
                                        </p:tgtEl>
                                        <p:attrNameLst>
                                          <p:attrName>style.visibility</p:attrName>
                                        </p:attrNameLst>
                                      </p:cBhvr>
                                      <p:to>
                                        <p:strVal val="visible"/>
                                      </p:to>
                                    </p:set>
                                    <p:animEffect transition="in" filter="fade">
                                      <p:cBhvr>
                                        <p:cTn id="307" dur="1000"/>
                                        <p:tgtEl>
                                          <p:spTgt spid="95"/>
                                        </p:tgtEl>
                                      </p:cBhvr>
                                    </p:animEffect>
                                    <p:anim calcmode="lin" valueType="num">
                                      <p:cBhvr>
                                        <p:cTn id="308" dur="1000" fill="hold"/>
                                        <p:tgtEl>
                                          <p:spTgt spid="95"/>
                                        </p:tgtEl>
                                        <p:attrNameLst>
                                          <p:attrName>ppt_x</p:attrName>
                                        </p:attrNameLst>
                                      </p:cBhvr>
                                      <p:tavLst>
                                        <p:tav tm="0">
                                          <p:val>
                                            <p:strVal val="#ppt_x"/>
                                          </p:val>
                                        </p:tav>
                                        <p:tav tm="100000">
                                          <p:val>
                                            <p:strVal val="#ppt_x"/>
                                          </p:val>
                                        </p:tav>
                                      </p:tavLst>
                                    </p:anim>
                                    <p:anim calcmode="lin" valueType="num">
                                      <p:cBhvr>
                                        <p:cTn id="309" dur="1000" fill="hold"/>
                                        <p:tgtEl>
                                          <p:spTgt spid="95"/>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0"/>
                                  </p:stCondLst>
                                  <p:childTnLst>
                                    <p:set>
                                      <p:cBhvr>
                                        <p:cTn id="311" dur="1" fill="hold">
                                          <p:stCondLst>
                                            <p:cond delay="0"/>
                                          </p:stCondLst>
                                        </p:cTn>
                                        <p:tgtEl>
                                          <p:spTgt spid="96"/>
                                        </p:tgtEl>
                                        <p:attrNameLst>
                                          <p:attrName>style.visibility</p:attrName>
                                        </p:attrNameLst>
                                      </p:cBhvr>
                                      <p:to>
                                        <p:strVal val="visible"/>
                                      </p:to>
                                    </p:set>
                                    <p:animEffect transition="in" filter="fade">
                                      <p:cBhvr>
                                        <p:cTn id="312" dur="1000"/>
                                        <p:tgtEl>
                                          <p:spTgt spid="96"/>
                                        </p:tgtEl>
                                      </p:cBhvr>
                                    </p:animEffect>
                                    <p:anim calcmode="lin" valueType="num">
                                      <p:cBhvr>
                                        <p:cTn id="313" dur="1000" fill="hold"/>
                                        <p:tgtEl>
                                          <p:spTgt spid="96"/>
                                        </p:tgtEl>
                                        <p:attrNameLst>
                                          <p:attrName>ppt_x</p:attrName>
                                        </p:attrNameLst>
                                      </p:cBhvr>
                                      <p:tavLst>
                                        <p:tav tm="0">
                                          <p:val>
                                            <p:strVal val="#ppt_x"/>
                                          </p:val>
                                        </p:tav>
                                        <p:tav tm="100000">
                                          <p:val>
                                            <p:strVal val="#ppt_x"/>
                                          </p:val>
                                        </p:tav>
                                      </p:tavLst>
                                    </p:anim>
                                    <p:anim calcmode="lin" valueType="num">
                                      <p:cBhvr>
                                        <p:cTn id="314" dur="1000" fill="hold"/>
                                        <p:tgtEl>
                                          <p:spTgt spid="96"/>
                                        </p:tgtEl>
                                        <p:attrNameLst>
                                          <p:attrName>ppt_y</p:attrName>
                                        </p:attrNameLst>
                                      </p:cBhvr>
                                      <p:tavLst>
                                        <p:tav tm="0">
                                          <p:val>
                                            <p:strVal val="#ppt_y+.1"/>
                                          </p:val>
                                        </p:tav>
                                        <p:tav tm="100000">
                                          <p:val>
                                            <p:strVal val="#ppt_y"/>
                                          </p:val>
                                        </p:tav>
                                      </p:tavLst>
                                    </p:anim>
                                  </p:childTnLst>
                                </p:cTn>
                              </p:par>
                              <p:par>
                                <p:cTn id="315" presetID="42" presetClass="entr" presetSubtype="0" fill="hold" grpId="0" nodeType="withEffect">
                                  <p:stCondLst>
                                    <p:cond delay="0"/>
                                  </p:stCondLst>
                                  <p:childTnLst>
                                    <p:set>
                                      <p:cBhvr>
                                        <p:cTn id="316" dur="1" fill="hold">
                                          <p:stCondLst>
                                            <p:cond delay="0"/>
                                          </p:stCondLst>
                                        </p:cTn>
                                        <p:tgtEl>
                                          <p:spTgt spid="98"/>
                                        </p:tgtEl>
                                        <p:attrNameLst>
                                          <p:attrName>style.visibility</p:attrName>
                                        </p:attrNameLst>
                                      </p:cBhvr>
                                      <p:to>
                                        <p:strVal val="visible"/>
                                      </p:to>
                                    </p:set>
                                    <p:animEffect transition="in" filter="fade">
                                      <p:cBhvr>
                                        <p:cTn id="317" dur="1000"/>
                                        <p:tgtEl>
                                          <p:spTgt spid="98"/>
                                        </p:tgtEl>
                                      </p:cBhvr>
                                    </p:animEffect>
                                    <p:anim calcmode="lin" valueType="num">
                                      <p:cBhvr>
                                        <p:cTn id="318" dur="1000" fill="hold"/>
                                        <p:tgtEl>
                                          <p:spTgt spid="98"/>
                                        </p:tgtEl>
                                        <p:attrNameLst>
                                          <p:attrName>ppt_x</p:attrName>
                                        </p:attrNameLst>
                                      </p:cBhvr>
                                      <p:tavLst>
                                        <p:tav tm="0">
                                          <p:val>
                                            <p:strVal val="#ppt_x"/>
                                          </p:val>
                                        </p:tav>
                                        <p:tav tm="100000">
                                          <p:val>
                                            <p:strVal val="#ppt_x"/>
                                          </p:val>
                                        </p:tav>
                                      </p:tavLst>
                                    </p:anim>
                                    <p:anim calcmode="lin" valueType="num">
                                      <p:cBhvr>
                                        <p:cTn id="319" dur="1000" fill="hold"/>
                                        <p:tgtEl>
                                          <p:spTgt spid="98"/>
                                        </p:tgtEl>
                                        <p:attrNameLst>
                                          <p:attrName>ppt_y</p:attrName>
                                        </p:attrNameLst>
                                      </p:cBhvr>
                                      <p:tavLst>
                                        <p:tav tm="0">
                                          <p:val>
                                            <p:strVal val="#ppt_y+.1"/>
                                          </p:val>
                                        </p:tav>
                                        <p:tav tm="100000">
                                          <p:val>
                                            <p:strVal val="#ppt_y"/>
                                          </p:val>
                                        </p:tav>
                                      </p:tavLst>
                                    </p:anim>
                                  </p:childTnLst>
                                </p:cTn>
                              </p:par>
                              <p:par>
                                <p:cTn id="320" presetID="42" presetClass="entr" presetSubtype="0" fill="hold" nodeType="withEffect">
                                  <p:stCondLst>
                                    <p:cond delay="0"/>
                                  </p:stCondLst>
                                  <p:childTnLst>
                                    <p:set>
                                      <p:cBhvr>
                                        <p:cTn id="321" dur="1" fill="hold">
                                          <p:stCondLst>
                                            <p:cond delay="0"/>
                                          </p:stCondLst>
                                        </p:cTn>
                                        <p:tgtEl>
                                          <p:spTgt spid="97"/>
                                        </p:tgtEl>
                                        <p:attrNameLst>
                                          <p:attrName>style.visibility</p:attrName>
                                        </p:attrNameLst>
                                      </p:cBhvr>
                                      <p:to>
                                        <p:strVal val="visible"/>
                                      </p:to>
                                    </p:set>
                                    <p:animEffect transition="in" filter="fade">
                                      <p:cBhvr>
                                        <p:cTn id="322" dur="1000"/>
                                        <p:tgtEl>
                                          <p:spTgt spid="97"/>
                                        </p:tgtEl>
                                      </p:cBhvr>
                                    </p:animEffect>
                                    <p:anim calcmode="lin" valueType="num">
                                      <p:cBhvr>
                                        <p:cTn id="323" dur="1000" fill="hold"/>
                                        <p:tgtEl>
                                          <p:spTgt spid="97"/>
                                        </p:tgtEl>
                                        <p:attrNameLst>
                                          <p:attrName>ppt_x</p:attrName>
                                        </p:attrNameLst>
                                      </p:cBhvr>
                                      <p:tavLst>
                                        <p:tav tm="0">
                                          <p:val>
                                            <p:strVal val="#ppt_x"/>
                                          </p:val>
                                        </p:tav>
                                        <p:tav tm="100000">
                                          <p:val>
                                            <p:strVal val="#ppt_x"/>
                                          </p:val>
                                        </p:tav>
                                      </p:tavLst>
                                    </p:anim>
                                    <p:anim calcmode="lin" valueType="num">
                                      <p:cBhvr>
                                        <p:cTn id="324" dur="100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325" fill="hold">
                      <p:stCondLst>
                        <p:cond delay="indefinite"/>
                      </p:stCondLst>
                      <p:childTnLst>
                        <p:par>
                          <p:cTn id="326" fill="hold">
                            <p:stCondLst>
                              <p:cond delay="0"/>
                            </p:stCondLst>
                            <p:childTnLst>
                              <p:par>
                                <p:cTn id="327" presetID="42" presetClass="entr" presetSubtype="0" fill="hold" nodeType="clickEffect">
                                  <p:stCondLst>
                                    <p:cond delay="0"/>
                                  </p:stCondLst>
                                  <p:childTnLst>
                                    <p:set>
                                      <p:cBhvr>
                                        <p:cTn id="328" dur="1" fill="hold">
                                          <p:stCondLst>
                                            <p:cond delay="0"/>
                                          </p:stCondLst>
                                        </p:cTn>
                                        <p:tgtEl>
                                          <p:spTgt spid="99"/>
                                        </p:tgtEl>
                                        <p:attrNameLst>
                                          <p:attrName>style.visibility</p:attrName>
                                        </p:attrNameLst>
                                      </p:cBhvr>
                                      <p:to>
                                        <p:strVal val="visible"/>
                                      </p:to>
                                    </p:set>
                                    <p:animEffect transition="in" filter="fade">
                                      <p:cBhvr>
                                        <p:cTn id="329" dur="1000"/>
                                        <p:tgtEl>
                                          <p:spTgt spid="99"/>
                                        </p:tgtEl>
                                      </p:cBhvr>
                                    </p:animEffect>
                                    <p:anim calcmode="lin" valueType="num">
                                      <p:cBhvr>
                                        <p:cTn id="330" dur="1000" fill="hold"/>
                                        <p:tgtEl>
                                          <p:spTgt spid="99"/>
                                        </p:tgtEl>
                                        <p:attrNameLst>
                                          <p:attrName>ppt_x</p:attrName>
                                        </p:attrNameLst>
                                      </p:cBhvr>
                                      <p:tavLst>
                                        <p:tav tm="0">
                                          <p:val>
                                            <p:strVal val="#ppt_x"/>
                                          </p:val>
                                        </p:tav>
                                        <p:tav tm="100000">
                                          <p:val>
                                            <p:strVal val="#ppt_x"/>
                                          </p:val>
                                        </p:tav>
                                      </p:tavLst>
                                    </p:anim>
                                    <p:anim calcmode="lin" valueType="num">
                                      <p:cBhvr>
                                        <p:cTn id="331" dur="1000" fill="hold"/>
                                        <p:tgtEl>
                                          <p:spTgt spid="99"/>
                                        </p:tgtEl>
                                        <p:attrNameLst>
                                          <p:attrName>ppt_y</p:attrName>
                                        </p:attrNameLst>
                                      </p:cBhvr>
                                      <p:tavLst>
                                        <p:tav tm="0">
                                          <p:val>
                                            <p:strVal val="#ppt_y+.1"/>
                                          </p:val>
                                        </p:tav>
                                        <p:tav tm="100000">
                                          <p:val>
                                            <p:strVal val="#ppt_y"/>
                                          </p:val>
                                        </p:tav>
                                      </p:tavLst>
                                    </p:anim>
                                  </p:childTnLst>
                                </p:cTn>
                              </p:par>
                              <p:par>
                                <p:cTn id="332" presetID="42" presetClass="entr" presetSubtype="0" fill="hold" nodeType="withEffect">
                                  <p:stCondLst>
                                    <p:cond delay="0"/>
                                  </p:stCondLst>
                                  <p:childTnLst>
                                    <p:set>
                                      <p:cBhvr>
                                        <p:cTn id="333" dur="1" fill="hold">
                                          <p:stCondLst>
                                            <p:cond delay="0"/>
                                          </p:stCondLst>
                                        </p:cTn>
                                        <p:tgtEl>
                                          <p:spTgt spid="101"/>
                                        </p:tgtEl>
                                        <p:attrNameLst>
                                          <p:attrName>style.visibility</p:attrName>
                                        </p:attrNameLst>
                                      </p:cBhvr>
                                      <p:to>
                                        <p:strVal val="visible"/>
                                      </p:to>
                                    </p:set>
                                    <p:animEffect transition="in" filter="fade">
                                      <p:cBhvr>
                                        <p:cTn id="334" dur="1000"/>
                                        <p:tgtEl>
                                          <p:spTgt spid="101"/>
                                        </p:tgtEl>
                                      </p:cBhvr>
                                    </p:animEffect>
                                    <p:anim calcmode="lin" valueType="num">
                                      <p:cBhvr>
                                        <p:cTn id="335" dur="1000" fill="hold"/>
                                        <p:tgtEl>
                                          <p:spTgt spid="101"/>
                                        </p:tgtEl>
                                        <p:attrNameLst>
                                          <p:attrName>ppt_x</p:attrName>
                                        </p:attrNameLst>
                                      </p:cBhvr>
                                      <p:tavLst>
                                        <p:tav tm="0">
                                          <p:val>
                                            <p:strVal val="#ppt_x"/>
                                          </p:val>
                                        </p:tav>
                                        <p:tav tm="100000">
                                          <p:val>
                                            <p:strVal val="#ppt_x"/>
                                          </p:val>
                                        </p:tav>
                                      </p:tavLst>
                                    </p:anim>
                                    <p:anim calcmode="lin" valueType="num">
                                      <p:cBhvr>
                                        <p:cTn id="336" dur="1000" fill="hold"/>
                                        <p:tgtEl>
                                          <p:spTgt spid="101"/>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0"/>
                                  </p:stCondLst>
                                  <p:childTnLst>
                                    <p:set>
                                      <p:cBhvr>
                                        <p:cTn id="338" dur="1" fill="hold">
                                          <p:stCondLst>
                                            <p:cond delay="0"/>
                                          </p:stCondLst>
                                        </p:cTn>
                                        <p:tgtEl>
                                          <p:spTgt spid="102"/>
                                        </p:tgtEl>
                                        <p:attrNameLst>
                                          <p:attrName>style.visibility</p:attrName>
                                        </p:attrNameLst>
                                      </p:cBhvr>
                                      <p:to>
                                        <p:strVal val="visible"/>
                                      </p:to>
                                    </p:set>
                                    <p:animEffect transition="in" filter="fade">
                                      <p:cBhvr>
                                        <p:cTn id="339" dur="1000"/>
                                        <p:tgtEl>
                                          <p:spTgt spid="102"/>
                                        </p:tgtEl>
                                      </p:cBhvr>
                                    </p:animEffect>
                                    <p:anim calcmode="lin" valueType="num">
                                      <p:cBhvr>
                                        <p:cTn id="340" dur="1000" fill="hold"/>
                                        <p:tgtEl>
                                          <p:spTgt spid="102"/>
                                        </p:tgtEl>
                                        <p:attrNameLst>
                                          <p:attrName>ppt_x</p:attrName>
                                        </p:attrNameLst>
                                      </p:cBhvr>
                                      <p:tavLst>
                                        <p:tav tm="0">
                                          <p:val>
                                            <p:strVal val="#ppt_x"/>
                                          </p:val>
                                        </p:tav>
                                        <p:tav tm="100000">
                                          <p:val>
                                            <p:strVal val="#ppt_x"/>
                                          </p:val>
                                        </p:tav>
                                      </p:tavLst>
                                    </p:anim>
                                    <p:anim calcmode="lin" valueType="num">
                                      <p:cBhvr>
                                        <p:cTn id="341" dur="1000" fill="hold"/>
                                        <p:tgtEl>
                                          <p:spTgt spid="102"/>
                                        </p:tgtEl>
                                        <p:attrNameLst>
                                          <p:attrName>ppt_y</p:attrName>
                                        </p:attrNameLst>
                                      </p:cBhvr>
                                      <p:tavLst>
                                        <p:tav tm="0">
                                          <p:val>
                                            <p:strVal val="#ppt_y+.1"/>
                                          </p:val>
                                        </p:tav>
                                        <p:tav tm="100000">
                                          <p:val>
                                            <p:strVal val="#ppt_y"/>
                                          </p:val>
                                        </p:tav>
                                      </p:tavLst>
                                    </p:anim>
                                  </p:childTnLst>
                                </p:cTn>
                              </p:par>
                              <p:par>
                                <p:cTn id="342" presetID="42" presetClass="entr" presetSubtype="0" fill="hold" nodeType="withEffect">
                                  <p:stCondLst>
                                    <p:cond delay="0"/>
                                  </p:stCondLst>
                                  <p:childTnLst>
                                    <p:set>
                                      <p:cBhvr>
                                        <p:cTn id="343" dur="1" fill="hold">
                                          <p:stCondLst>
                                            <p:cond delay="0"/>
                                          </p:stCondLst>
                                        </p:cTn>
                                        <p:tgtEl>
                                          <p:spTgt spid="100"/>
                                        </p:tgtEl>
                                        <p:attrNameLst>
                                          <p:attrName>style.visibility</p:attrName>
                                        </p:attrNameLst>
                                      </p:cBhvr>
                                      <p:to>
                                        <p:strVal val="visible"/>
                                      </p:to>
                                    </p:set>
                                    <p:animEffect transition="in" filter="fade">
                                      <p:cBhvr>
                                        <p:cTn id="344" dur="1000"/>
                                        <p:tgtEl>
                                          <p:spTgt spid="100"/>
                                        </p:tgtEl>
                                      </p:cBhvr>
                                    </p:animEffect>
                                    <p:anim calcmode="lin" valueType="num">
                                      <p:cBhvr>
                                        <p:cTn id="345" dur="1000" fill="hold"/>
                                        <p:tgtEl>
                                          <p:spTgt spid="100"/>
                                        </p:tgtEl>
                                        <p:attrNameLst>
                                          <p:attrName>ppt_x</p:attrName>
                                        </p:attrNameLst>
                                      </p:cBhvr>
                                      <p:tavLst>
                                        <p:tav tm="0">
                                          <p:val>
                                            <p:strVal val="#ppt_x"/>
                                          </p:val>
                                        </p:tav>
                                        <p:tav tm="100000">
                                          <p:val>
                                            <p:strVal val="#ppt_x"/>
                                          </p:val>
                                        </p:tav>
                                      </p:tavLst>
                                    </p:anim>
                                    <p:anim calcmode="lin" valueType="num">
                                      <p:cBhvr>
                                        <p:cTn id="346" dur="1000" fill="hold"/>
                                        <p:tgtEl>
                                          <p:spTgt spid="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25" grpId="0"/>
      <p:bldP spid="26" grpId="0"/>
      <p:bldP spid="27" grpId="0"/>
      <p:bldP spid="38" grpId="0"/>
      <p:bldP spid="39" grpId="0"/>
      <p:bldP spid="40" grpId="0"/>
      <p:bldP spid="44" grpId="0"/>
      <p:bldP spid="45" grpId="0"/>
      <p:bldP spid="46" grpId="0"/>
      <p:bldP spid="55" grpId="0"/>
      <p:bldP spid="56" grpId="0"/>
      <p:bldP spid="59" grpId="0"/>
      <p:bldP spid="60" grpId="0"/>
      <p:bldP spid="63" grpId="0"/>
      <p:bldP spid="64" grpId="0"/>
      <p:bldP spid="66" grpId="0"/>
      <p:bldP spid="67" grpId="0"/>
      <p:bldP spid="68" grpId="0"/>
      <p:bldP spid="74" grpId="0"/>
      <p:bldP spid="75" grpId="0"/>
      <p:bldP spid="76" grpId="0"/>
      <p:bldP spid="86" grpId="0"/>
      <p:bldP spid="89" grpId="0"/>
      <p:bldP spid="91" grpId="0"/>
      <p:bldP spid="94" grpId="0"/>
      <p:bldP spid="96" grpId="0"/>
      <p:bldP spid="98" grpId="0"/>
      <p:bldP spid="102" grpId="0"/>
    </p:bld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2522</TotalTime>
  <Words>1994</Words>
  <Application>Microsoft Office PowerPoint</Application>
  <PresentationFormat>全屏显示(16:9)</PresentationFormat>
  <Paragraphs>457</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黑体</vt:lpstr>
      <vt:lpstr>华文行楷</vt:lpstr>
      <vt:lpstr>微软雅黑</vt:lpstr>
      <vt:lpstr>幼圆</vt:lpstr>
      <vt:lpstr>Arial</vt:lpstr>
      <vt:lpstr>Calibri</vt:lpstr>
      <vt:lpstr>Franklin Gothic Book</vt:lpstr>
      <vt:lpstr>Times New Roman</vt:lpstr>
      <vt:lpstr>Wingdings 2</vt:lpstr>
      <vt:lpstr>A000120140530A99PPBG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454</cp:revision>
  <dcterms:created xsi:type="dcterms:W3CDTF">2019-02-28T02:56:41Z</dcterms:created>
  <dcterms:modified xsi:type="dcterms:W3CDTF">2024-12-02T07:53:22Z</dcterms:modified>
</cp:coreProperties>
</file>