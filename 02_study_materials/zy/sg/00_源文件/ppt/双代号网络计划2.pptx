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93" r:id="rId1"/>
  </p:sldMasterIdLst>
  <p:notesMasterIdLst>
    <p:notesMasterId r:id="rId24"/>
  </p:notesMasterIdLst>
  <p:sldIdLst>
    <p:sldId id="394" r:id="rId2"/>
    <p:sldId id="302" r:id="rId3"/>
    <p:sldId id="376" r:id="rId4"/>
    <p:sldId id="377" r:id="rId5"/>
    <p:sldId id="378" r:id="rId6"/>
    <p:sldId id="379" r:id="rId7"/>
    <p:sldId id="380" r:id="rId8"/>
    <p:sldId id="381" r:id="rId9"/>
    <p:sldId id="382" r:id="rId10"/>
    <p:sldId id="383" r:id="rId11"/>
    <p:sldId id="384" r:id="rId12"/>
    <p:sldId id="385" r:id="rId13"/>
    <p:sldId id="386" r:id="rId14"/>
    <p:sldId id="387" r:id="rId15"/>
    <p:sldId id="388" r:id="rId16"/>
    <p:sldId id="389" r:id="rId17"/>
    <p:sldId id="390" r:id="rId18"/>
    <p:sldId id="391" r:id="rId19"/>
    <p:sldId id="392" r:id="rId20"/>
    <p:sldId id="396" r:id="rId21"/>
    <p:sldId id="397" r:id="rId22"/>
    <p:sldId id="393" r:id="rId23"/>
  </p:sldIdLst>
  <p:sldSz cx="9144000" cy="5143500" type="screen16x9"/>
  <p:notesSz cx="6858000" cy="9144000"/>
  <p:custDataLst>
    <p:tags r:id="rId25"/>
  </p:custDataLst>
  <p:defaultTextStyle>
    <a:defPPr>
      <a:defRPr lang="zh-CN"/>
    </a:defPPr>
    <a:lvl1pPr marL="0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058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130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192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259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316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374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440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503" algn="l" defTabSz="91413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778" autoAdjust="0"/>
    <p:restoredTop sz="94660"/>
  </p:normalViewPr>
  <p:slideViewPr>
    <p:cSldViewPr>
      <p:cViewPr varScale="1">
        <p:scale>
          <a:sx n="119" d="100"/>
          <a:sy n="119" d="100"/>
        </p:scale>
        <p:origin x="558" y="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8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5_1">
  <dgm:title val=""/>
  <dgm:desc val=""/>
  <dgm:catLst>
    <dgm:cat type="accent5" pri="11100"/>
  </dgm:catLst>
  <dgm:styleLbl name="node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5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4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5">
        <a:alpha val="4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5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5">
        <a:alpha val="90000"/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2CDCF44-DCDB-42BB-9D59-C156D8A8A850}" type="doc">
      <dgm:prSet loTypeId="urn:microsoft.com/office/officeart/2005/8/layout/list1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zh-CN" altLang="en-US"/>
        </a:p>
      </dgm:t>
    </dgm:pt>
    <dgm:pt modelId="{2EBD2543-989A-490F-9F38-2F86AB41027D}">
      <dgm:prSet phldrT="[文本]" custT="1"/>
      <dgm:spPr/>
      <dgm:t>
        <a:bodyPr/>
        <a:lstStyle/>
        <a:p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1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）确定关键线路，在工作中抓主要矛盾，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向关键线路要时间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gm:t>
    </dgm:pt>
    <dgm:pt modelId="{67E7DCC2-E4CA-4924-AEBF-CAB920D22FED}" type="parTrans" cxnId="{CD6AFF7C-5B01-4AA2-B969-F1FCEC5DF9F7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BFB1C603-2BB8-421D-BB81-C1FE99423773}" type="sibTrans" cxnId="{CD6AFF7C-5B01-4AA2-B969-F1FCEC5DF9F7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D535DEE1-CBAE-4095-87AF-0996A2FC346F}">
      <dgm:prSet phldrT="[文本]" custT="1"/>
      <dgm:spPr/>
      <dgm:t>
        <a:bodyPr/>
        <a:lstStyle/>
        <a:p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2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）计算非关键线路的富余时间，确定其存在多少机动时间，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向非关键线路要劳动力、要资源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gm:t>
    </dgm:pt>
    <dgm:pt modelId="{2DCEBAE0-0F15-44E2-AE09-697FFE3488F2}" type="parTrans" cxnId="{40ECA034-958A-4744-BB1A-2C85E2522D2A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3C5A12BF-8538-4DF2-B153-2A010546C47D}" type="sibTrans" cxnId="{40ECA034-958A-4744-BB1A-2C85E2522D2A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2C3EC5B-47C7-4B25-9760-E6B38FEFEE77}">
      <dgm:prSet phldrT="[文本]" custT="1"/>
      <dgm:spPr/>
      <dgm:t>
        <a:bodyPr/>
        <a:lstStyle/>
        <a:p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3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）为网络计划的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优化、调整和执行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提供明确的时间参数和依据。</a:t>
          </a:r>
        </a:p>
      </dgm:t>
    </dgm:pt>
    <dgm:pt modelId="{81FAF80F-A5C6-4822-A277-DB78F84D1230}" type="parTrans" cxnId="{5EC925CA-D77E-41BE-8448-EE2039F06264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B32FDAE-9701-4D52-8922-57ED26F42832}" type="sibTrans" cxnId="{5EC925CA-D77E-41BE-8448-EE2039F06264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37B7175-C15D-4513-AE20-22929A67AB4D}" type="pres">
      <dgm:prSet presAssocID="{12CDCF44-DCDB-42BB-9D59-C156D8A8A850}" presName="linear" presStyleCnt="0">
        <dgm:presLayoutVars>
          <dgm:dir/>
          <dgm:animLvl val="lvl"/>
          <dgm:resizeHandles val="exact"/>
        </dgm:presLayoutVars>
      </dgm:prSet>
      <dgm:spPr/>
    </dgm:pt>
    <dgm:pt modelId="{DA8518EF-8A25-4B87-A7FE-9503F91DC727}" type="pres">
      <dgm:prSet presAssocID="{2EBD2543-989A-490F-9F38-2F86AB41027D}" presName="parentLin" presStyleCnt="0"/>
      <dgm:spPr/>
    </dgm:pt>
    <dgm:pt modelId="{3CE36FA1-F7DB-49B5-A8EF-3DCE52FC975E}" type="pres">
      <dgm:prSet presAssocID="{2EBD2543-989A-490F-9F38-2F86AB41027D}" presName="parentLeftMargin" presStyleLbl="node1" presStyleIdx="0" presStyleCnt="3"/>
      <dgm:spPr/>
    </dgm:pt>
    <dgm:pt modelId="{32102B57-4C0A-49DD-B555-80D6AE5C7E61}" type="pres">
      <dgm:prSet presAssocID="{2EBD2543-989A-490F-9F38-2F86AB41027D}" presName="parentText" presStyleLbl="node1" presStyleIdx="0" presStyleCnt="3" custScaleX="142857" custScaleY="245645">
        <dgm:presLayoutVars>
          <dgm:chMax val="0"/>
          <dgm:bulletEnabled val="1"/>
        </dgm:presLayoutVars>
      </dgm:prSet>
      <dgm:spPr/>
    </dgm:pt>
    <dgm:pt modelId="{8E187CC4-6474-4130-8A48-8D056A49E58A}" type="pres">
      <dgm:prSet presAssocID="{2EBD2543-989A-490F-9F38-2F86AB41027D}" presName="negativeSpace" presStyleCnt="0"/>
      <dgm:spPr/>
    </dgm:pt>
    <dgm:pt modelId="{3D6413CB-A3F8-4CC7-8AA1-84F2365D9CB0}" type="pres">
      <dgm:prSet presAssocID="{2EBD2543-989A-490F-9F38-2F86AB41027D}" presName="childText" presStyleLbl="conFgAcc1" presStyleIdx="0" presStyleCnt="3">
        <dgm:presLayoutVars>
          <dgm:bulletEnabled val="1"/>
        </dgm:presLayoutVars>
      </dgm:prSet>
      <dgm:spPr/>
    </dgm:pt>
    <dgm:pt modelId="{F5B0E694-FB8F-4A41-B30D-60252957FB03}" type="pres">
      <dgm:prSet presAssocID="{BFB1C603-2BB8-421D-BB81-C1FE99423773}" presName="spaceBetweenRectangles" presStyleCnt="0"/>
      <dgm:spPr/>
    </dgm:pt>
    <dgm:pt modelId="{C68FE8E9-1306-4BC8-878C-961C496AD311}" type="pres">
      <dgm:prSet presAssocID="{D535DEE1-CBAE-4095-87AF-0996A2FC346F}" presName="parentLin" presStyleCnt="0"/>
      <dgm:spPr/>
    </dgm:pt>
    <dgm:pt modelId="{ACB1C29D-AFFC-4665-A650-EE4FA0433284}" type="pres">
      <dgm:prSet presAssocID="{D535DEE1-CBAE-4095-87AF-0996A2FC346F}" presName="parentLeftMargin" presStyleLbl="node1" presStyleIdx="0" presStyleCnt="3"/>
      <dgm:spPr/>
    </dgm:pt>
    <dgm:pt modelId="{C3F88CDE-217E-4ABD-9C40-C12A60C1B957}" type="pres">
      <dgm:prSet presAssocID="{D535DEE1-CBAE-4095-87AF-0996A2FC346F}" presName="parentText" presStyleLbl="node1" presStyleIdx="1" presStyleCnt="3" custScaleX="142857" custScaleY="253626">
        <dgm:presLayoutVars>
          <dgm:chMax val="0"/>
          <dgm:bulletEnabled val="1"/>
        </dgm:presLayoutVars>
      </dgm:prSet>
      <dgm:spPr/>
    </dgm:pt>
    <dgm:pt modelId="{075B709A-249F-430D-98E8-49784428E4CD}" type="pres">
      <dgm:prSet presAssocID="{D535DEE1-CBAE-4095-87AF-0996A2FC346F}" presName="negativeSpace" presStyleCnt="0"/>
      <dgm:spPr/>
    </dgm:pt>
    <dgm:pt modelId="{BDE30B22-5D29-49B0-9920-7507209CE268}" type="pres">
      <dgm:prSet presAssocID="{D535DEE1-CBAE-4095-87AF-0996A2FC346F}" presName="childText" presStyleLbl="conFgAcc1" presStyleIdx="1" presStyleCnt="3">
        <dgm:presLayoutVars>
          <dgm:bulletEnabled val="1"/>
        </dgm:presLayoutVars>
      </dgm:prSet>
      <dgm:spPr/>
    </dgm:pt>
    <dgm:pt modelId="{ED6B1185-5931-4C8B-9F4B-64B7C9C53F8C}" type="pres">
      <dgm:prSet presAssocID="{3C5A12BF-8538-4DF2-B153-2A010546C47D}" presName="spaceBetweenRectangles" presStyleCnt="0"/>
      <dgm:spPr/>
    </dgm:pt>
    <dgm:pt modelId="{F5290E12-2DC6-4C34-AD23-3AA859C03C52}" type="pres">
      <dgm:prSet presAssocID="{42C3EC5B-47C7-4B25-9760-E6B38FEFEE77}" presName="parentLin" presStyleCnt="0"/>
      <dgm:spPr/>
    </dgm:pt>
    <dgm:pt modelId="{DCDDFB38-D18D-4D1D-8B7A-C0A8DEA31048}" type="pres">
      <dgm:prSet presAssocID="{42C3EC5B-47C7-4B25-9760-E6B38FEFEE77}" presName="parentLeftMargin" presStyleLbl="node1" presStyleIdx="1" presStyleCnt="3"/>
      <dgm:spPr/>
    </dgm:pt>
    <dgm:pt modelId="{8852532F-686F-4D47-B47C-008111ACE512}" type="pres">
      <dgm:prSet presAssocID="{42C3EC5B-47C7-4B25-9760-E6B38FEFEE77}" presName="parentText" presStyleLbl="node1" presStyleIdx="2" presStyleCnt="3" custScaleX="142857" custScaleY="248188">
        <dgm:presLayoutVars>
          <dgm:chMax val="0"/>
          <dgm:bulletEnabled val="1"/>
        </dgm:presLayoutVars>
      </dgm:prSet>
      <dgm:spPr/>
    </dgm:pt>
    <dgm:pt modelId="{D0D080D4-976C-44A2-AC7E-DCF4CD975228}" type="pres">
      <dgm:prSet presAssocID="{42C3EC5B-47C7-4B25-9760-E6B38FEFEE77}" presName="negativeSpace" presStyleCnt="0"/>
      <dgm:spPr/>
    </dgm:pt>
    <dgm:pt modelId="{E8ED073A-ED74-4E36-AA21-DB33EF3A60E9}" type="pres">
      <dgm:prSet presAssocID="{42C3EC5B-47C7-4B25-9760-E6B38FEFEE7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E7FAEE24-2C91-48D6-9A6F-072F2F3948CD}" type="presOf" srcId="{12CDCF44-DCDB-42BB-9D59-C156D8A8A850}" destId="{437B7175-C15D-4513-AE20-22929A67AB4D}" srcOrd="0" destOrd="0" presId="urn:microsoft.com/office/officeart/2005/8/layout/list1"/>
    <dgm:cxn modelId="{40ECA034-958A-4744-BB1A-2C85E2522D2A}" srcId="{12CDCF44-DCDB-42BB-9D59-C156D8A8A850}" destId="{D535DEE1-CBAE-4095-87AF-0996A2FC346F}" srcOrd="1" destOrd="0" parTransId="{2DCEBAE0-0F15-44E2-AE09-697FFE3488F2}" sibTransId="{3C5A12BF-8538-4DF2-B153-2A010546C47D}"/>
    <dgm:cxn modelId="{CD6AFF7C-5B01-4AA2-B969-F1FCEC5DF9F7}" srcId="{12CDCF44-DCDB-42BB-9D59-C156D8A8A850}" destId="{2EBD2543-989A-490F-9F38-2F86AB41027D}" srcOrd="0" destOrd="0" parTransId="{67E7DCC2-E4CA-4924-AEBF-CAB920D22FED}" sibTransId="{BFB1C603-2BB8-421D-BB81-C1FE99423773}"/>
    <dgm:cxn modelId="{AEBFB7A4-5084-462D-BFCB-34F03DAC4667}" type="presOf" srcId="{42C3EC5B-47C7-4B25-9760-E6B38FEFEE77}" destId="{DCDDFB38-D18D-4D1D-8B7A-C0A8DEA31048}" srcOrd="0" destOrd="0" presId="urn:microsoft.com/office/officeart/2005/8/layout/list1"/>
    <dgm:cxn modelId="{29213AC9-FEAB-423B-AB99-A42320362496}" type="presOf" srcId="{2EBD2543-989A-490F-9F38-2F86AB41027D}" destId="{3CE36FA1-F7DB-49B5-A8EF-3DCE52FC975E}" srcOrd="0" destOrd="0" presId="urn:microsoft.com/office/officeart/2005/8/layout/list1"/>
    <dgm:cxn modelId="{5EC925CA-D77E-41BE-8448-EE2039F06264}" srcId="{12CDCF44-DCDB-42BB-9D59-C156D8A8A850}" destId="{42C3EC5B-47C7-4B25-9760-E6B38FEFEE77}" srcOrd="2" destOrd="0" parTransId="{81FAF80F-A5C6-4822-A277-DB78F84D1230}" sibTransId="{4B32FDAE-9701-4D52-8922-57ED26F42832}"/>
    <dgm:cxn modelId="{E4DD70CC-1ED1-4CCE-98A2-B621EB97EEDF}" type="presOf" srcId="{D535DEE1-CBAE-4095-87AF-0996A2FC346F}" destId="{C3F88CDE-217E-4ABD-9C40-C12A60C1B957}" srcOrd="1" destOrd="0" presId="urn:microsoft.com/office/officeart/2005/8/layout/list1"/>
    <dgm:cxn modelId="{F2FB0DCD-BC5C-4BF6-BDFB-32C55833DF3A}" type="presOf" srcId="{D535DEE1-CBAE-4095-87AF-0996A2FC346F}" destId="{ACB1C29D-AFFC-4665-A650-EE4FA0433284}" srcOrd="0" destOrd="0" presId="urn:microsoft.com/office/officeart/2005/8/layout/list1"/>
    <dgm:cxn modelId="{306B77DC-4CD5-4136-98A7-AE16B70C0E92}" type="presOf" srcId="{2EBD2543-989A-490F-9F38-2F86AB41027D}" destId="{32102B57-4C0A-49DD-B555-80D6AE5C7E61}" srcOrd="1" destOrd="0" presId="urn:microsoft.com/office/officeart/2005/8/layout/list1"/>
    <dgm:cxn modelId="{A7D5F8F8-BB72-400D-BD71-E5F684054C0E}" type="presOf" srcId="{42C3EC5B-47C7-4B25-9760-E6B38FEFEE77}" destId="{8852532F-686F-4D47-B47C-008111ACE512}" srcOrd="1" destOrd="0" presId="urn:microsoft.com/office/officeart/2005/8/layout/list1"/>
    <dgm:cxn modelId="{E4336EAB-E9BB-48ED-A1D1-B1AD714F4C06}" type="presParOf" srcId="{437B7175-C15D-4513-AE20-22929A67AB4D}" destId="{DA8518EF-8A25-4B87-A7FE-9503F91DC727}" srcOrd="0" destOrd="0" presId="urn:microsoft.com/office/officeart/2005/8/layout/list1"/>
    <dgm:cxn modelId="{13D65201-50DF-4BD9-AD8E-74ED9124E04B}" type="presParOf" srcId="{DA8518EF-8A25-4B87-A7FE-9503F91DC727}" destId="{3CE36FA1-F7DB-49B5-A8EF-3DCE52FC975E}" srcOrd="0" destOrd="0" presId="urn:microsoft.com/office/officeart/2005/8/layout/list1"/>
    <dgm:cxn modelId="{8B35BEA2-0F0B-491B-A6AF-4B89431DFBBC}" type="presParOf" srcId="{DA8518EF-8A25-4B87-A7FE-9503F91DC727}" destId="{32102B57-4C0A-49DD-B555-80D6AE5C7E61}" srcOrd="1" destOrd="0" presId="urn:microsoft.com/office/officeart/2005/8/layout/list1"/>
    <dgm:cxn modelId="{649B3B19-E76A-492F-A39E-3D00EC39291F}" type="presParOf" srcId="{437B7175-C15D-4513-AE20-22929A67AB4D}" destId="{8E187CC4-6474-4130-8A48-8D056A49E58A}" srcOrd="1" destOrd="0" presId="urn:microsoft.com/office/officeart/2005/8/layout/list1"/>
    <dgm:cxn modelId="{7111F284-17BB-4E88-8E11-84DB2A1C767B}" type="presParOf" srcId="{437B7175-C15D-4513-AE20-22929A67AB4D}" destId="{3D6413CB-A3F8-4CC7-8AA1-84F2365D9CB0}" srcOrd="2" destOrd="0" presId="urn:microsoft.com/office/officeart/2005/8/layout/list1"/>
    <dgm:cxn modelId="{C685C674-EF77-412B-8806-1AB13F5C15A5}" type="presParOf" srcId="{437B7175-C15D-4513-AE20-22929A67AB4D}" destId="{F5B0E694-FB8F-4A41-B30D-60252957FB03}" srcOrd="3" destOrd="0" presId="urn:microsoft.com/office/officeart/2005/8/layout/list1"/>
    <dgm:cxn modelId="{67747C18-0E1E-4B92-A942-52081E62986B}" type="presParOf" srcId="{437B7175-C15D-4513-AE20-22929A67AB4D}" destId="{C68FE8E9-1306-4BC8-878C-961C496AD311}" srcOrd="4" destOrd="0" presId="urn:microsoft.com/office/officeart/2005/8/layout/list1"/>
    <dgm:cxn modelId="{F24436CC-B62E-4C80-AB5D-EC032B84458A}" type="presParOf" srcId="{C68FE8E9-1306-4BC8-878C-961C496AD311}" destId="{ACB1C29D-AFFC-4665-A650-EE4FA0433284}" srcOrd="0" destOrd="0" presId="urn:microsoft.com/office/officeart/2005/8/layout/list1"/>
    <dgm:cxn modelId="{4869CD81-F337-4F9B-944F-897868934823}" type="presParOf" srcId="{C68FE8E9-1306-4BC8-878C-961C496AD311}" destId="{C3F88CDE-217E-4ABD-9C40-C12A60C1B957}" srcOrd="1" destOrd="0" presId="urn:microsoft.com/office/officeart/2005/8/layout/list1"/>
    <dgm:cxn modelId="{DFD32951-951E-4A17-960A-8920366374C7}" type="presParOf" srcId="{437B7175-C15D-4513-AE20-22929A67AB4D}" destId="{075B709A-249F-430D-98E8-49784428E4CD}" srcOrd="5" destOrd="0" presId="urn:microsoft.com/office/officeart/2005/8/layout/list1"/>
    <dgm:cxn modelId="{BDE49201-E4AF-4158-92DE-B4E45BEEBDED}" type="presParOf" srcId="{437B7175-C15D-4513-AE20-22929A67AB4D}" destId="{BDE30B22-5D29-49B0-9920-7507209CE268}" srcOrd="6" destOrd="0" presId="urn:microsoft.com/office/officeart/2005/8/layout/list1"/>
    <dgm:cxn modelId="{5E4595B5-1E7F-4919-9935-4695116E7FA6}" type="presParOf" srcId="{437B7175-C15D-4513-AE20-22929A67AB4D}" destId="{ED6B1185-5931-4C8B-9F4B-64B7C9C53F8C}" srcOrd="7" destOrd="0" presId="urn:microsoft.com/office/officeart/2005/8/layout/list1"/>
    <dgm:cxn modelId="{25D407D3-D1AB-46B2-A6F5-BECE99F5AA9E}" type="presParOf" srcId="{437B7175-C15D-4513-AE20-22929A67AB4D}" destId="{F5290E12-2DC6-4C34-AD23-3AA859C03C52}" srcOrd="8" destOrd="0" presId="urn:microsoft.com/office/officeart/2005/8/layout/list1"/>
    <dgm:cxn modelId="{91AA0BFD-A30E-47D0-87BF-0ED03AB8E607}" type="presParOf" srcId="{F5290E12-2DC6-4C34-AD23-3AA859C03C52}" destId="{DCDDFB38-D18D-4D1D-8B7A-C0A8DEA31048}" srcOrd="0" destOrd="0" presId="urn:microsoft.com/office/officeart/2005/8/layout/list1"/>
    <dgm:cxn modelId="{F6A9F500-76D4-4ABF-8030-B3E5EE76B542}" type="presParOf" srcId="{F5290E12-2DC6-4C34-AD23-3AA859C03C52}" destId="{8852532F-686F-4D47-B47C-008111ACE512}" srcOrd="1" destOrd="0" presId="urn:microsoft.com/office/officeart/2005/8/layout/list1"/>
    <dgm:cxn modelId="{12EB432B-DD5F-46A7-93AC-F566629C4587}" type="presParOf" srcId="{437B7175-C15D-4513-AE20-22929A67AB4D}" destId="{D0D080D4-976C-44A2-AC7E-DCF4CD975228}" srcOrd="9" destOrd="0" presId="urn:microsoft.com/office/officeart/2005/8/layout/list1"/>
    <dgm:cxn modelId="{AC781889-B28A-4F33-B6A8-AE2BEE564DD4}" type="presParOf" srcId="{437B7175-C15D-4513-AE20-22929A67AB4D}" destId="{E8ED073A-ED74-4E36-AA21-DB33EF3A60E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282A0D-4D9E-49F8-BBEA-9161802E7C2F}" type="doc">
      <dgm:prSet loTypeId="urn:microsoft.com/office/officeart/2005/8/layout/hList3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96BA6E2D-752D-4E6D-BD21-4D39B7C717A2}">
      <dgm:prSet phldrT="[文本]" custT="1"/>
      <dgm:spPr/>
      <dgm:t>
        <a:bodyPr/>
        <a:lstStyle/>
        <a:p>
          <a:r>
            <a:rPr lang="en-US" altLang="en-US" sz="2800" b="1" dirty="0" err="1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T</a:t>
          </a:r>
          <a:r>
            <a:rPr lang="en-US" altLang="en-US" sz="2800" b="1" baseline="-25000" dirty="0" err="1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p</a:t>
          </a:r>
          <a:r>
            <a:rPr lang="en-US" altLang="en-US" sz="2800" b="1" dirty="0" err="1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≤T</a:t>
          </a:r>
          <a:r>
            <a:rPr lang="en-US" altLang="en-US" sz="2800" b="1" baseline="-25000" dirty="0" err="1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r</a:t>
          </a:r>
          <a:r>
            <a:rPr lang="zh-CN" altLang="en-US" sz="2800" b="1" dirty="0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，</a:t>
          </a:r>
          <a:r>
            <a:rPr lang="en-US" altLang="en-US" sz="2800" b="1" dirty="0" err="1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T</a:t>
          </a:r>
          <a:r>
            <a:rPr lang="en-US" altLang="en-US" sz="2800" b="1" baseline="-25000" dirty="0" err="1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p</a:t>
          </a:r>
          <a:r>
            <a:rPr lang="en-US" altLang="en-US" sz="2800" b="1" dirty="0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 =</a:t>
          </a:r>
          <a:r>
            <a:rPr lang="en-US" altLang="en-US" sz="2800" b="1" dirty="0" err="1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T</a:t>
          </a:r>
          <a:r>
            <a:rPr lang="en-US" altLang="en-US" sz="2800" b="1" baseline="-25000" dirty="0" err="1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c</a:t>
          </a:r>
          <a:endParaRPr lang="zh-CN" altLang="en-US" sz="2800" b="1" baseline="-25000" dirty="0">
            <a:solidFill>
              <a:srgbClr val="FF0000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512AB030-AD86-4F27-986B-EC6722516044}" type="parTrans" cxnId="{2EEE8A1C-D626-4163-952C-C683CEA50AB1}">
      <dgm:prSet/>
      <dgm:spPr/>
      <dgm:t>
        <a:bodyPr/>
        <a:lstStyle/>
        <a:p>
          <a:endParaRPr lang="zh-CN" altLang="en-US" sz="2800" b="1">
            <a:solidFill>
              <a:srgbClr val="FF0000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9D9593A2-DAD1-4857-9E68-5603245468F3}" type="sibTrans" cxnId="{2EEE8A1C-D626-4163-952C-C683CEA50AB1}">
      <dgm:prSet/>
      <dgm:spPr/>
      <dgm:t>
        <a:bodyPr/>
        <a:lstStyle/>
        <a:p>
          <a:endParaRPr lang="zh-CN" altLang="en-US" sz="2800" b="1">
            <a:solidFill>
              <a:srgbClr val="FF0000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8156C391-BE15-4CF3-A706-5999AD2C92D7}">
      <dgm:prSet phldrT="[文本]" custT="1"/>
      <dgm:spPr/>
      <dgm:t>
        <a:bodyPr/>
        <a:lstStyle/>
        <a:p>
          <a:r>
            <a:rPr lang="zh-CN" altLang="en-US" sz="2800" b="1" dirty="0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要求工期</a:t>
          </a:r>
          <a:endParaRPr lang="en-US" altLang="zh-CN" sz="2800" b="1" dirty="0">
            <a:solidFill>
              <a:srgbClr val="FF0000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  <a:p>
          <a:r>
            <a:rPr lang="en-US" altLang="en-US" sz="2800" b="1" dirty="0" err="1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T</a:t>
          </a:r>
          <a:r>
            <a:rPr lang="en-US" altLang="en-US" sz="2800" b="1" baseline="-25000" dirty="0" err="1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r</a:t>
          </a:r>
          <a:endParaRPr lang="zh-CN" altLang="en-US" sz="2800" b="1" baseline="-25000" dirty="0">
            <a:solidFill>
              <a:srgbClr val="FF0000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2FB67F87-6DF0-4C43-ABF9-E0E20596AB45}" type="parTrans" cxnId="{1F3D232C-EDEF-4249-AC8D-391DE858CE46}">
      <dgm:prSet/>
      <dgm:spPr/>
      <dgm:t>
        <a:bodyPr/>
        <a:lstStyle/>
        <a:p>
          <a:endParaRPr lang="zh-CN" altLang="en-US" sz="2800" b="1">
            <a:solidFill>
              <a:srgbClr val="FF0000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3253F64D-C996-4AD5-954D-B5D7094A027F}" type="sibTrans" cxnId="{1F3D232C-EDEF-4249-AC8D-391DE858CE46}">
      <dgm:prSet/>
      <dgm:spPr/>
      <dgm:t>
        <a:bodyPr/>
        <a:lstStyle/>
        <a:p>
          <a:endParaRPr lang="zh-CN" altLang="en-US" sz="2800" b="1">
            <a:solidFill>
              <a:srgbClr val="FF0000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733FE206-5C47-424B-B5AB-44573256FC04}">
      <dgm:prSet phldrT="[文本]" custT="1"/>
      <dgm:spPr/>
      <dgm:t>
        <a:bodyPr/>
        <a:lstStyle/>
        <a:p>
          <a:r>
            <a:rPr lang="zh-CN" altLang="en-US" sz="2800" b="1" dirty="0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计划工期</a:t>
          </a:r>
          <a:endParaRPr lang="en-US" altLang="zh-CN" sz="2800" b="1" dirty="0">
            <a:solidFill>
              <a:srgbClr val="FF0000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  <a:p>
          <a:r>
            <a:rPr lang="en-US" altLang="en-US" sz="2800" b="1" dirty="0" err="1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T</a:t>
          </a:r>
          <a:r>
            <a:rPr lang="en-US" altLang="en-US" sz="2800" b="1" baseline="-25000" dirty="0" err="1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p</a:t>
          </a:r>
          <a:endParaRPr lang="zh-CN" altLang="en-US" sz="2800" b="1" baseline="-25000" dirty="0">
            <a:solidFill>
              <a:srgbClr val="FF0000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0D91628D-A31B-4D34-933B-BBDE3564A164}" type="parTrans" cxnId="{35B0AE05-9FEF-44A9-8F0F-ADFB9D5DE10C}">
      <dgm:prSet/>
      <dgm:spPr/>
      <dgm:t>
        <a:bodyPr/>
        <a:lstStyle/>
        <a:p>
          <a:endParaRPr lang="zh-CN" altLang="en-US" sz="2800" b="1">
            <a:solidFill>
              <a:srgbClr val="FF0000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AFF10160-1812-4517-A741-8A81F806FFB6}" type="sibTrans" cxnId="{35B0AE05-9FEF-44A9-8F0F-ADFB9D5DE10C}">
      <dgm:prSet/>
      <dgm:spPr/>
      <dgm:t>
        <a:bodyPr/>
        <a:lstStyle/>
        <a:p>
          <a:endParaRPr lang="zh-CN" altLang="en-US" sz="2800" b="1">
            <a:solidFill>
              <a:srgbClr val="FF0000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8855EFCD-8CF5-43D0-9486-060892D15B4D}">
      <dgm:prSet phldrT="[文本]" custT="1"/>
      <dgm:spPr/>
      <dgm:t>
        <a:bodyPr/>
        <a:lstStyle/>
        <a:p>
          <a:r>
            <a:rPr lang="zh-CN" altLang="en-US" sz="2800" b="1" dirty="0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计算工期</a:t>
          </a:r>
          <a:endParaRPr lang="en-US" altLang="zh-CN" sz="2800" b="1" dirty="0">
            <a:solidFill>
              <a:srgbClr val="FF0000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  <a:p>
          <a:r>
            <a:rPr lang="en-US" altLang="en-US" sz="2800" b="1" dirty="0" err="1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T</a:t>
          </a:r>
          <a:r>
            <a:rPr lang="en-US" altLang="en-US" sz="2800" b="1" baseline="-25000" dirty="0" err="1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c</a:t>
          </a:r>
          <a:endParaRPr lang="zh-CN" altLang="en-US" sz="2800" b="1" baseline="-25000" dirty="0">
            <a:solidFill>
              <a:srgbClr val="FF0000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00932826-D308-48BD-817B-FF720814ACE2}" type="parTrans" cxnId="{7057AFE1-327D-4A75-8FEB-91FE27196D32}">
      <dgm:prSet/>
      <dgm:spPr/>
      <dgm:t>
        <a:bodyPr/>
        <a:lstStyle/>
        <a:p>
          <a:endParaRPr lang="zh-CN" altLang="en-US" sz="2800" b="1">
            <a:solidFill>
              <a:srgbClr val="FF0000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7398E1FC-F168-431C-94CA-738832D31728}" type="sibTrans" cxnId="{7057AFE1-327D-4A75-8FEB-91FE27196D32}">
      <dgm:prSet/>
      <dgm:spPr/>
      <dgm:t>
        <a:bodyPr/>
        <a:lstStyle/>
        <a:p>
          <a:endParaRPr lang="zh-CN" altLang="en-US" sz="2800" b="1">
            <a:solidFill>
              <a:srgbClr val="FF0000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7CE2F1A5-ADD4-41BC-B014-31C468523F5F}" type="pres">
      <dgm:prSet presAssocID="{30282A0D-4D9E-49F8-BBEA-9161802E7C2F}" presName="composite" presStyleCnt="0">
        <dgm:presLayoutVars>
          <dgm:chMax val="1"/>
          <dgm:dir/>
          <dgm:resizeHandles val="exact"/>
        </dgm:presLayoutVars>
      </dgm:prSet>
      <dgm:spPr/>
    </dgm:pt>
    <dgm:pt modelId="{253C98EB-6D78-43CA-A342-65552E1BB4B4}" type="pres">
      <dgm:prSet presAssocID="{96BA6E2D-752D-4E6D-BD21-4D39B7C717A2}" presName="roof" presStyleLbl="dkBgShp" presStyleIdx="0" presStyleCnt="2"/>
      <dgm:spPr/>
    </dgm:pt>
    <dgm:pt modelId="{A5E9C0CC-6962-4EF0-A8E2-79032BF10EF0}" type="pres">
      <dgm:prSet presAssocID="{96BA6E2D-752D-4E6D-BD21-4D39B7C717A2}" presName="pillars" presStyleCnt="0"/>
      <dgm:spPr/>
    </dgm:pt>
    <dgm:pt modelId="{5022EB60-9449-44E2-8BBC-FEEC5D678B23}" type="pres">
      <dgm:prSet presAssocID="{96BA6E2D-752D-4E6D-BD21-4D39B7C717A2}" presName="pillar1" presStyleLbl="node1" presStyleIdx="0" presStyleCnt="3">
        <dgm:presLayoutVars>
          <dgm:bulletEnabled val="1"/>
        </dgm:presLayoutVars>
      </dgm:prSet>
      <dgm:spPr/>
    </dgm:pt>
    <dgm:pt modelId="{2849F423-B16E-4407-9B9B-74EDD4CD01A9}" type="pres">
      <dgm:prSet presAssocID="{733FE206-5C47-424B-B5AB-44573256FC04}" presName="pillarX" presStyleLbl="node1" presStyleIdx="1" presStyleCnt="3">
        <dgm:presLayoutVars>
          <dgm:bulletEnabled val="1"/>
        </dgm:presLayoutVars>
      </dgm:prSet>
      <dgm:spPr/>
    </dgm:pt>
    <dgm:pt modelId="{2B3A72A3-C28D-42CA-99F2-F3DD57FC1C39}" type="pres">
      <dgm:prSet presAssocID="{8855EFCD-8CF5-43D0-9486-060892D15B4D}" presName="pillarX" presStyleLbl="node1" presStyleIdx="2" presStyleCnt="3">
        <dgm:presLayoutVars>
          <dgm:bulletEnabled val="1"/>
        </dgm:presLayoutVars>
      </dgm:prSet>
      <dgm:spPr/>
    </dgm:pt>
    <dgm:pt modelId="{C098B57E-A88C-4E3B-84FC-5006FEA06E6E}" type="pres">
      <dgm:prSet presAssocID="{96BA6E2D-752D-4E6D-BD21-4D39B7C717A2}" presName="base" presStyleLbl="dkBgShp" presStyleIdx="1" presStyleCnt="2"/>
      <dgm:spPr/>
    </dgm:pt>
  </dgm:ptLst>
  <dgm:cxnLst>
    <dgm:cxn modelId="{35B0AE05-9FEF-44A9-8F0F-ADFB9D5DE10C}" srcId="{96BA6E2D-752D-4E6D-BD21-4D39B7C717A2}" destId="{733FE206-5C47-424B-B5AB-44573256FC04}" srcOrd="1" destOrd="0" parTransId="{0D91628D-A31B-4D34-933B-BBDE3564A164}" sibTransId="{AFF10160-1812-4517-A741-8A81F806FFB6}"/>
    <dgm:cxn modelId="{2EEE8A1C-D626-4163-952C-C683CEA50AB1}" srcId="{30282A0D-4D9E-49F8-BBEA-9161802E7C2F}" destId="{96BA6E2D-752D-4E6D-BD21-4D39B7C717A2}" srcOrd="0" destOrd="0" parTransId="{512AB030-AD86-4F27-986B-EC6722516044}" sibTransId="{9D9593A2-DAD1-4857-9E68-5603245468F3}"/>
    <dgm:cxn modelId="{08CE2E22-B15E-45A6-99D3-0E1868F0BFAA}" type="presOf" srcId="{96BA6E2D-752D-4E6D-BD21-4D39B7C717A2}" destId="{253C98EB-6D78-43CA-A342-65552E1BB4B4}" srcOrd="0" destOrd="0" presId="urn:microsoft.com/office/officeart/2005/8/layout/hList3"/>
    <dgm:cxn modelId="{1F3D232C-EDEF-4249-AC8D-391DE858CE46}" srcId="{96BA6E2D-752D-4E6D-BD21-4D39B7C717A2}" destId="{8156C391-BE15-4CF3-A706-5999AD2C92D7}" srcOrd="0" destOrd="0" parTransId="{2FB67F87-6DF0-4C43-ABF9-E0E20596AB45}" sibTransId="{3253F64D-C996-4AD5-954D-B5D7094A027F}"/>
    <dgm:cxn modelId="{EDE8FCAE-C133-441A-96DD-4B34284E0BFB}" type="presOf" srcId="{8156C391-BE15-4CF3-A706-5999AD2C92D7}" destId="{5022EB60-9449-44E2-8BBC-FEEC5D678B23}" srcOrd="0" destOrd="0" presId="urn:microsoft.com/office/officeart/2005/8/layout/hList3"/>
    <dgm:cxn modelId="{CCAB93C1-4F37-47DD-AF19-69F8DA62ED99}" type="presOf" srcId="{733FE206-5C47-424B-B5AB-44573256FC04}" destId="{2849F423-B16E-4407-9B9B-74EDD4CD01A9}" srcOrd="0" destOrd="0" presId="urn:microsoft.com/office/officeart/2005/8/layout/hList3"/>
    <dgm:cxn modelId="{CDE152C5-DD7F-45CD-A552-4B00DE4647A2}" type="presOf" srcId="{8855EFCD-8CF5-43D0-9486-060892D15B4D}" destId="{2B3A72A3-C28D-42CA-99F2-F3DD57FC1C39}" srcOrd="0" destOrd="0" presId="urn:microsoft.com/office/officeart/2005/8/layout/hList3"/>
    <dgm:cxn modelId="{7057AFE1-327D-4A75-8FEB-91FE27196D32}" srcId="{96BA6E2D-752D-4E6D-BD21-4D39B7C717A2}" destId="{8855EFCD-8CF5-43D0-9486-060892D15B4D}" srcOrd="2" destOrd="0" parTransId="{00932826-D308-48BD-817B-FF720814ACE2}" sibTransId="{7398E1FC-F168-431C-94CA-738832D31728}"/>
    <dgm:cxn modelId="{450ADFE4-2A01-4ECC-89B7-C91BD03F4FCC}" type="presOf" srcId="{30282A0D-4D9E-49F8-BBEA-9161802E7C2F}" destId="{7CE2F1A5-ADD4-41BC-B014-31C468523F5F}" srcOrd="0" destOrd="0" presId="urn:microsoft.com/office/officeart/2005/8/layout/hList3"/>
    <dgm:cxn modelId="{D23AB344-EFD7-42C8-AA12-FB7BA1B10474}" type="presParOf" srcId="{7CE2F1A5-ADD4-41BC-B014-31C468523F5F}" destId="{253C98EB-6D78-43CA-A342-65552E1BB4B4}" srcOrd="0" destOrd="0" presId="urn:microsoft.com/office/officeart/2005/8/layout/hList3"/>
    <dgm:cxn modelId="{BB9E8056-FFED-4B9F-987F-40F3392504E1}" type="presParOf" srcId="{7CE2F1A5-ADD4-41BC-B014-31C468523F5F}" destId="{A5E9C0CC-6962-4EF0-A8E2-79032BF10EF0}" srcOrd="1" destOrd="0" presId="urn:microsoft.com/office/officeart/2005/8/layout/hList3"/>
    <dgm:cxn modelId="{0AFF0DD3-7F80-4586-9E6F-1FF6ED4462F3}" type="presParOf" srcId="{A5E9C0CC-6962-4EF0-A8E2-79032BF10EF0}" destId="{5022EB60-9449-44E2-8BBC-FEEC5D678B23}" srcOrd="0" destOrd="0" presId="urn:microsoft.com/office/officeart/2005/8/layout/hList3"/>
    <dgm:cxn modelId="{382E39FD-9416-43D3-8DF1-1D521368F435}" type="presParOf" srcId="{A5E9C0CC-6962-4EF0-A8E2-79032BF10EF0}" destId="{2849F423-B16E-4407-9B9B-74EDD4CD01A9}" srcOrd="1" destOrd="0" presId="urn:microsoft.com/office/officeart/2005/8/layout/hList3"/>
    <dgm:cxn modelId="{5B155031-F6AE-428A-87CB-14BB5CAB7C56}" type="presParOf" srcId="{A5E9C0CC-6962-4EF0-A8E2-79032BF10EF0}" destId="{2B3A72A3-C28D-42CA-99F2-F3DD57FC1C39}" srcOrd="2" destOrd="0" presId="urn:microsoft.com/office/officeart/2005/8/layout/hList3"/>
    <dgm:cxn modelId="{CDBD3753-EFFD-4970-A908-6729E7066A1E}" type="presParOf" srcId="{7CE2F1A5-ADD4-41BC-B014-31C468523F5F}" destId="{C098B57E-A88C-4E3B-84FC-5006FEA06E6E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96D1558-8D6B-4F4B-B569-A102E857B54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831C6D03-955E-4B07-B01C-099DCB1314BD}">
      <dgm:prSet phldrT="[文本]" custT="1"/>
      <dgm:spPr/>
      <dgm:t>
        <a:bodyPr/>
        <a:lstStyle/>
        <a:p>
          <a:pPr>
            <a:lnSpc>
              <a:spcPct val="100000"/>
            </a:lnSpc>
          </a:pP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狭义六参</a:t>
          </a:r>
          <a:r>
            <a:rPr lang="en-US" altLang="zh-CN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——</a:t>
          </a:r>
          <a:endParaRPr lang="zh-CN" altLang="en-US" sz="2000" b="1" dirty="0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A2520090-BD48-4359-9852-2D1220CE9BF1}" type="parTrans" cxnId="{F574E2D1-5616-4CA4-89EB-F43DC52F52AD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20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2BC30748-0B15-464F-8478-DB87A309CB60}" type="sibTrans" cxnId="{F574E2D1-5616-4CA4-89EB-F43DC52F52AD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20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9B123809-EB64-414A-B847-56DF51242FB6}">
      <dgm:prSet phldrT="[文本]" custT="1"/>
      <dgm:spPr/>
      <dgm:t>
        <a:bodyPr/>
        <a:lstStyle/>
        <a:p>
          <a:pPr>
            <a:lnSpc>
              <a:spcPct val="100000"/>
            </a:lnSpc>
          </a:pP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1</a:t>
          </a: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）最早开始时间 </a:t>
          </a:r>
          <a:r>
            <a:rPr lang="en-US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ES</a:t>
          </a: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；  （</a:t>
          </a:r>
          <a:r>
            <a:rPr lang="en-US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2</a:t>
          </a: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）最早完成时间 </a:t>
          </a:r>
          <a:r>
            <a:rPr lang="en-US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EF </a:t>
          </a: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gm:t>
    </dgm:pt>
    <dgm:pt modelId="{A575342F-FE71-4062-962F-328DD32B2109}" type="parTrans" cxnId="{7C41171A-C44B-47AE-8450-BDE535AE8E38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20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114BFB4D-4C62-4EE5-AF10-474D8E8E0F77}" type="sibTrans" cxnId="{7C41171A-C44B-47AE-8450-BDE535AE8E38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20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528B1BD0-F87F-4B0A-BDD4-2D477DDCE36B}">
      <dgm:prSet phldrT="[文本]" custT="1"/>
      <dgm:spPr/>
      <dgm:t>
        <a:bodyPr/>
        <a:lstStyle/>
        <a:p>
          <a:pPr>
            <a:lnSpc>
              <a:spcPct val="100000"/>
            </a:lnSpc>
          </a:pP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工作持续时间</a:t>
          </a:r>
          <a:r>
            <a:rPr lang="en-US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D</a:t>
          </a:r>
          <a:endParaRPr lang="zh-CN" altLang="en-US" sz="2000" b="1" dirty="0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216D401C-D6E0-4859-9B7B-8E22D3D89CA8}" type="parTrans" cxnId="{F7DE5771-1730-4D8F-8900-48D32F714123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2000"/>
        </a:p>
      </dgm:t>
    </dgm:pt>
    <dgm:pt modelId="{422619B8-C3CB-4D99-ACEE-FDBDF64BE1FA}" type="sibTrans" cxnId="{F7DE5771-1730-4D8F-8900-48D32F714123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2000"/>
        </a:p>
      </dgm:t>
    </dgm:pt>
    <dgm:pt modelId="{990DE80C-8D9B-40DA-ADD2-F18C29AA44F3}">
      <dgm:prSet phldrT="[文本]" custT="1"/>
      <dgm:spPr/>
      <dgm:t>
        <a:bodyPr/>
        <a:lstStyle/>
        <a:p>
          <a:pPr>
            <a:lnSpc>
              <a:spcPct val="100000"/>
            </a:lnSpc>
          </a:pP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广义七参</a:t>
          </a:r>
          <a:r>
            <a:rPr lang="en-US" altLang="zh-CN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——</a:t>
          </a:r>
          <a:endParaRPr lang="zh-CN" altLang="en-US" sz="2000" b="1" dirty="0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FD45D4D1-7DB9-4CAD-8D16-860D1FA4D023}" type="parTrans" cxnId="{E609459B-282B-4D04-94B9-9B6C7C509217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2000"/>
        </a:p>
      </dgm:t>
    </dgm:pt>
    <dgm:pt modelId="{B8FC553C-3E39-420C-B574-9F3A79AD8124}" type="sibTrans" cxnId="{E609459B-282B-4D04-94B9-9B6C7C509217}">
      <dgm:prSet/>
      <dgm:spPr/>
      <dgm:t>
        <a:bodyPr/>
        <a:lstStyle/>
        <a:p>
          <a:pPr>
            <a:lnSpc>
              <a:spcPct val="100000"/>
            </a:lnSpc>
          </a:pPr>
          <a:endParaRPr lang="zh-CN" altLang="en-US" sz="2000"/>
        </a:p>
      </dgm:t>
    </dgm:pt>
    <dgm:pt modelId="{CA431EF5-AD02-4C4E-8BA7-1397CEA2981E}">
      <dgm:prSet custT="1"/>
      <dgm:spPr/>
      <dgm:t>
        <a:bodyPr/>
        <a:lstStyle/>
        <a:p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3</a:t>
          </a: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）最迟开始时间 </a:t>
          </a:r>
          <a:r>
            <a:rPr lang="en-US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LS </a:t>
          </a: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；  （</a:t>
          </a:r>
          <a:r>
            <a:rPr lang="en-US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4</a:t>
          </a: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）最迟完成时间 </a:t>
          </a:r>
          <a:r>
            <a:rPr lang="en-US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LF</a:t>
          </a: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gm:t>
    </dgm:pt>
    <dgm:pt modelId="{BB9CA99B-B89C-411E-8024-631E5A37E7BD}" type="parTrans" cxnId="{D8775AFE-38E6-488B-9758-EE6F123F9049}">
      <dgm:prSet/>
      <dgm:spPr/>
      <dgm:t>
        <a:bodyPr/>
        <a:lstStyle/>
        <a:p>
          <a:endParaRPr lang="zh-CN" altLang="en-US"/>
        </a:p>
      </dgm:t>
    </dgm:pt>
    <dgm:pt modelId="{7EB662CE-026C-4416-BE77-F50203909E6C}" type="sibTrans" cxnId="{D8775AFE-38E6-488B-9758-EE6F123F9049}">
      <dgm:prSet/>
      <dgm:spPr/>
      <dgm:t>
        <a:bodyPr/>
        <a:lstStyle/>
        <a:p>
          <a:endParaRPr lang="zh-CN" altLang="en-US"/>
        </a:p>
      </dgm:t>
    </dgm:pt>
    <dgm:pt modelId="{3A037564-A5C6-4D74-A9DE-1CF1F22B34E9}">
      <dgm:prSet custT="1"/>
      <dgm:spPr/>
      <dgm:t>
        <a:bodyPr/>
        <a:lstStyle/>
        <a:p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5</a:t>
          </a: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）总时差 </a:t>
          </a:r>
          <a:r>
            <a:rPr lang="en-US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TF</a:t>
          </a: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；              （</a:t>
          </a:r>
          <a:r>
            <a:rPr lang="en-US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6</a:t>
          </a: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）自由时差 </a:t>
          </a:r>
          <a:r>
            <a:rPr lang="en-US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FF </a:t>
          </a: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gm:t>
    </dgm:pt>
    <dgm:pt modelId="{423C834E-6AD9-4A05-94A7-1326F1942373}" type="parTrans" cxnId="{DCFE6925-2B64-43DC-91E0-74DBC18FA25E}">
      <dgm:prSet/>
      <dgm:spPr/>
      <dgm:t>
        <a:bodyPr/>
        <a:lstStyle/>
        <a:p>
          <a:endParaRPr lang="zh-CN" altLang="en-US"/>
        </a:p>
      </dgm:t>
    </dgm:pt>
    <dgm:pt modelId="{1DB9DA13-310B-44BC-A699-2CA60E3469D2}" type="sibTrans" cxnId="{DCFE6925-2B64-43DC-91E0-74DBC18FA25E}">
      <dgm:prSet/>
      <dgm:spPr/>
      <dgm:t>
        <a:bodyPr/>
        <a:lstStyle/>
        <a:p>
          <a:endParaRPr lang="zh-CN" altLang="en-US"/>
        </a:p>
      </dgm:t>
    </dgm:pt>
    <dgm:pt modelId="{CD210162-84E1-426E-8293-87DDCA40DE2C}">
      <dgm:prSet custT="1"/>
      <dgm:spPr/>
      <dgm:t>
        <a:bodyPr/>
        <a:lstStyle/>
        <a:p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确定方法：“参照以往实践经验计算</a:t>
          </a:r>
          <a:r>
            <a:rPr lang="en-US" altLang="zh-CN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/</a:t>
          </a: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经过试验推算</a:t>
          </a:r>
          <a:r>
            <a:rPr lang="en-US" altLang="zh-CN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/</a:t>
          </a: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有标准可查，按定额计算”；</a:t>
          </a:r>
        </a:p>
      </dgm:t>
    </dgm:pt>
    <dgm:pt modelId="{3F47B363-9DB4-47DF-AE28-2F114ABC233F}" type="parTrans" cxnId="{E6AB1413-36B5-4266-83CD-2D314445FA26}">
      <dgm:prSet/>
      <dgm:spPr/>
      <dgm:t>
        <a:bodyPr/>
        <a:lstStyle/>
        <a:p>
          <a:endParaRPr lang="zh-CN" altLang="en-US"/>
        </a:p>
      </dgm:t>
    </dgm:pt>
    <dgm:pt modelId="{506BFF59-5910-475D-A64B-DE39B68073CB}" type="sibTrans" cxnId="{E6AB1413-36B5-4266-83CD-2D314445FA26}">
      <dgm:prSet/>
      <dgm:spPr/>
      <dgm:t>
        <a:bodyPr/>
        <a:lstStyle/>
        <a:p>
          <a:endParaRPr lang="zh-CN" altLang="en-US"/>
        </a:p>
      </dgm:t>
    </dgm:pt>
    <dgm:pt modelId="{890B692F-BF9C-44FF-B999-4EA033A05B19}">
      <dgm:prSet custT="1"/>
      <dgm:spPr/>
      <dgm:t>
        <a:bodyPr/>
        <a:lstStyle/>
        <a:p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影响因素：“工程量、定额、班组成员人数、工作班制”等；</a:t>
          </a:r>
        </a:p>
      </dgm:t>
    </dgm:pt>
    <dgm:pt modelId="{0FBAA685-9FF8-4154-A02F-6B05FBD076D5}" type="parTrans" cxnId="{697CF215-1AA3-4F98-B5C8-ADBB5A694F1E}">
      <dgm:prSet/>
      <dgm:spPr/>
      <dgm:t>
        <a:bodyPr/>
        <a:lstStyle/>
        <a:p>
          <a:endParaRPr lang="zh-CN" altLang="en-US"/>
        </a:p>
      </dgm:t>
    </dgm:pt>
    <dgm:pt modelId="{FE2828C4-7710-47C4-BCA8-7F40F37712B8}" type="sibTrans" cxnId="{697CF215-1AA3-4F98-B5C8-ADBB5A694F1E}">
      <dgm:prSet/>
      <dgm:spPr/>
      <dgm:t>
        <a:bodyPr/>
        <a:lstStyle/>
        <a:p>
          <a:endParaRPr lang="zh-CN" altLang="en-US"/>
        </a:p>
      </dgm:t>
    </dgm:pt>
    <dgm:pt modelId="{32CA588E-4E96-42D6-AA76-18447A59E69B}" type="pres">
      <dgm:prSet presAssocID="{E96D1558-8D6B-4F4B-B569-A102E857B54C}" presName="linear" presStyleCnt="0">
        <dgm:presLayoutVars>
          <dgm:animLvl val="lvl"/>
          <dgm:resizeHandles val="exact"/>
        </dgm:presLayoutVars>
      </dgm:prSet>
      <dgm:spPr/>
    </dgm:pt>
    <dgm:pt modelId="{596B9A6B-C3EA-465E-9F97-3E0DBD6EED3C}" type="pres">
      <dgm:prSet presAssocID="{831C6D03-955E-4B07-B01C-099DCB1314BD}" presName="parentText" presStyleLbl="node1" presStyleIdx="0" presStyleCnt="2" custScaleY="56257">
        <dgm:presLayoutVars>
          <dgm:chMax val="0"/>
          <dgm:bulletEnabled val="1"/>
        </dgm:presLayoutVars>
      </dgm:prSet>
      <dgm:spPr/>
    </dgm:pt>
    <dgm:pt modelId="{2D881EAB-5D5E-4606-BC71-F8438459D53E}" type="pres">
      <dgm:prSet presAssocID="{831C6D03-955E-4B07-B01C-099DCB1314BD}" presName="childText" presStyleLbl="revTx" presStyleIdx="0" presStyleCnt="2">
        <dgm:presLayoutVars>
          <dgm:bulletEnabled val="1"/>
        </dgm:presLayoutVars>
      </dgm:prSet>
      <dgm:spPr/>
    </dgm:pt>
    <dgm:pt modelId="{E0CC7DD1-90F7-4F63-A04F-CE8493954E9D}" type="pres">
      <dgm:prSet presAssocID="{990DE80C-8D9B-40DA-ADD2-F18C29AA44F3}" presName="parentText" presStyleLbl="node1" presStyleIdx="1" presStyleCnt="2" custScaleY="59239">
        <dgm:presLayoutVars>
          <dgm:chMax val="0"/>
          <dgm:bulletEnabled val="1"/>
        </dgm:presLayoutVars>
      </dgm:prSet>
      <dgm:spPr/>
    </dgm:pt>
    <dgm:pt modelId="{5ED5C19C-F134-412C-9185-5CCB99266DE0}" type="pres">
      <dgm:prSet presAssocID="{990DE80C-8D9B-40DA-ADD2-F18C29AA44F3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E6AB1413-36B5-4266-83CD-2D314445FA26}" srcId="{990DE80C-8D9B-40DA-ADD2-F18C29AA44F3}" destId="{CD210162-84E1-426E-8293-87DDCA40DE2C}" srcOrd="1" destOrd="0" parTransId="{3F47B363-9DB4-47DF-AE28-2F114ABC233F}" sibTransId="{506BFF59-5910-475D-A64B-DE39B68073CB}"/>
    <dgm:cxn modelId="{697CF215-1AA3-4F98-B5C8-ADBB5A694F1E}" srcId="{990DE80C-8D9B-40DA-ADD2-F18C29AA44F3}" destId="{890B692F-BF9C-44FF-B999-4EA033A05B19}" srcOrd="2" destOrd="0" parTransId="{0FBAA685-9FF8-4154-A02F-6B05FBD076D5}" sibTransId="{FE2828C4-7710-47C4-BCA8-7F40F37712B8}"/>
    <dgm:cxn modelId="{C3E3F018-8B71-4C42-85D6-6EFFFFAB48CB}" type="presOf" srcId="{E96D1558-8D6B-4F4B-B569-A102E857B54C}" destId="{32CA588E-4E96-42D6-AA76-18447A59E69B}" srcOrd="0" destOrd="0" presId="urn:microsoft.com/office/officeart/2005/8/layout/vList2"/>
    <dgm:cxn modelId="{7C41171A-C44B-47AE-8450-BDE535AE8E38}" srcId="{831C6D03-955E-4B07-B01C-099DCB1314BD}" destId="{9B123809-EB64-414A-B847-56DF51242FB6}" srcOrd="0" destOrd="0" parTransId="{A575342F-FE71-4062-962F-328DD32B2109}" sibTransId="{114BFB4D-4C62-4EE5-AF10-474D8E8E0F77}"/>
    <dgm:cxn modelId="{3E69361F-8A90-4A8F-A328-854F6779C37C}" type="presOf" srcId="{CD210162-84E1-426E-8293-87DDCA40DE2C}" destId="{5ED5C19C-F134-412C-9185-5CCB99266DE0}" srcOrd="0" destOrd="1" presId="urn:microsoft.com/office/officeart/2005/8/layout/vList2"/>
    <dgm:cxn modelId="{DCFE6925-2B64-43DC-91E0-74DBC18FA25E}" srcId="{831C6D03-955E-4B07-B01C-099DCB1314BD}" destId="{3A037564-A5C6-4D74-A9DE-1CF1F22B34E9}" srcOrd="2" destOrd="0" parTransId="{423C834E-6AD9-4A05-94A7-1326F1942373}" sibTransId="{1DB9DA13-310B-44BC-A699-2CA60E3469D2}"/>
    <dgm:cxn modelId="{F7DE5771-1730-4D8F-8900-48D32F714123}" srcId="{990DE80C-8D9B-40DA-ADD2-F18C29AA44F3}" destId="{528B1BD0-F87F-4B0A-BDD4-2D477DDCE36B}" srcOrd="0" destOrd="0" parTransId="{216D401C-D6E0-4859-9B7B-8E22D3D89CA8}" sibTransId="{422619B8-C3CB-4D99-ACEE-FDBDF64BE1FA}"/>
    <dgm:cxn modelId="{E609459B-282B-4D04-94B9-9B6C7C509217}" srcId="{E96D1558-8D6B-4F4B-B569-A102E857B54C}" destId="{990DE80C-8D9B-40DA-ADD2-F18C29AA44F3}" srcOrd="1" destOrd="0" parTransId="{FD45D4D1-7DB9-4CAD-8D16-860D1FA4D023}" sibTransId="{B8FC553C-3E39-420C-B574-9F3A79AD8124}"/>
    <dgm:cxn modelId="{768AB39D-C687-4C71-AF51-F9D1A8FCD2D2}" type="presOf" srcId="{528B1BD0-F87F-4B0A-BDD4-2D477DDCE36B}" destId="{5ED5C19C-F134-412C-9185-5CCB99266DE0}" srcOrd="0" destOrd="0" presId="urn:microsoft.com/office/officeart/2005/8/layout/vList2"/>
    <dgm:cxn modelId="{557A95AC-BF1B-45AE-BE57-573CFB7D5BC3}" type="presOf" srcId="{CA431EF5-AD02-4C4E-8BA7-1397CEA2981E}" destId="{2D881EAB-5D5E-4606-BC71-F8438459D53E}" srcOrd="0" destOrd="1" presId="urn:microsoft.com/office/officeart/2005/8/layout/vList2"/>
    <dgm:cxn modelId="{0F4FB2B9-5289-4FDB-B7D9-78E9653F409D}" type="presOf" srcId="{9B123809-EB64-414A-B847-56DF51242FB6}" destId="{2D881EAB-5D5E-4606-BC71-F8438459D53E}" srcOrd="0" destOrd="0" presId="urn:microsoft.com/office/officeart/2005/8/layout/vList2"/>
    <dgm:cxn modelId="{DE3321C1-9C42-431C-9BE1-88E8E40F26C1}" type="presOf" srcId="{990DE80C-8D9B-40DA-ADD2-F18C29AA44F3}" destId="{E0CC7DD1-90F7-4F63-A04F-CE8493954E9D}" srcOrd="0" destOrd="0" presId="urn:microsoft.com/office/officeart/2005/8/layout/vList2"/>
    <dgm:cxn modelId="{F574E2D1-5616-4CA4-89EB-F43DC52F52AD}" srcId="{E96D1558-8D6B-4F4B-B569-A102E857B54C}" destId="{831C6D03-955E-4B07-B01C-099DCB1314BD}" srcOrd="0" destOrd="0" parTransId="{A2520090-BD48-4359-9852-2D1220CE9BF1}" sibTransId="{2BC30748-0B15-464F-8478-DB87A309CB60}"/>
    <dgm:cxn modelId="{65D843D3-FD13-4DD1-B606-E6EAD9031229}" type="presOf" srcId="{890B692F-BF9C-44FF-B999-4EA033A05B19}" destId="{5ED5C19C-F134-412C-9185-5CCB99266DE0}" srcOrd="0" destOrd="2" presId="urn:microsoft.com/office/officeart/2005/8/layout/vList2"/>
    <dgm:cxn modelId="{C5B20EEB-1DA2-42B2-8A40-F78F8B6A103B}" type="presOf" srcId="{831C6D03-955E-4B07-B01C-099DCB1314BD}" destId="{596B9A6B-C3EA-465E-9F97-3E0DBD6EED3C}" srcOrd="0" destOrd="0" presId="urn:microsoft.com/office/officeart/2005/8/layout/vList2"/>
    <dgm:cxn modelId="{7A5DB4EC-D91C-4F42-B9FC-A97B38AAEA32}" type="presOf" srcId="{3A037564-A5C6-4D74-A9DE-1CF1F22B34E9}" destId="{2D881EAB-5D5E-4606-BC71-F8438459D53E}" srcOrd="0" destOrd="2" presId="urn:microsoft.com/office/officeart/2005/8/layout/vList2"/>
    <dgm:cxn modelId="{D8775AFE-38E6-488B-9758-EE6F123F9049}" srcId="{831C6D03-955E-4B07-B01C-099DCB1314BD}" destId="{CA431EF5-AD02-4C4E-8BA7-1397CEA2981E}" srcOrd="1" destOrd="0" parTransId="{BB9CA99B-B89C-411E-8024-631E5A37E7BD}" sibTransId="{7EB662CE-026C-4416-BE77-F50203909E6C}"/>
    <dgm:cxn modelId="{26BABE80-4588-4CD4-870E-A7511B01A586}" type="presParOf" srcId="{32CA588E-4E96-42D6-AA76-18447A59E69B}" destId="{596B9A6B-C3EA-465E-9F97-3E0DBD6EED3C}" srcOrd="0" destOrd="0" presId="urn:microsoft.com/office/officeart/2005/8/layout/vList2"/>
    <dgm:cxn modelId="{D32C6F6D-1AEB-41CC-B309-79D1AA09DE99}" type="presParOf" srcId="{32CA588E-4E96-42D6-AA76-18447A59E69B}" destId="{2D881EAB-5D5E-4606-BC71-F8438459D53E}" srcOrd="1" destOrd="0" presId="urn:microsoft.com/office/officeart/2005/8/layout/vList2"/>
    <dgm:cxn modelId="{65C2F289-F81E-42CE-B62D-3A6A3C6D1C87}" type="presParOf" srcId="{32CA588E-4E96-42D6-AA76-18447A59E69B}" destId="{E0CC7DD1-90F7-4F63-A04F-CE8493954E9D}" srcOrd="2" destOrd="0" presId="urn:microsoft.com/office/officeart/2005/8/layout/vList2"/>
    <dgm:cxn modelId="{BC1D2B3F-CDE1-4A46-9C2E-333DF7DFCF51}" type="presParOf" srcId="{32CA588E-4E96-42D6-AA76-18447A59E69B}" destId="{5ED5C19C-F134-412C-9185-5CCB99266DE0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2CDCF44-DCDB-42BB-9D59-C156D8A8A850}" type="doc">
      <dgm:prSet loTypeId="urn:microsoft.com/office/officeart/2005/8/layout/list1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zh-CN" altLang="en-US"/>
        </a:p>
      </dgm:t>
    </dgm:pt>
    <dgm:pt modelId="{2EBD2543-989A-490F-9F38-2F86AB41027D}">
      <dgm:prSet phldrT="[文本]" custT="1"/>
      <dgm:spPr/>
      <dgm:t>
        <a:bodyPr/>
        <a:lstStyle/>
        <a:p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计算规则</a:t>
          </a:r>
          <a:r>
            <a: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——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“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从左向右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递推计算最早时间”；</a:t>
          </a:r>
        </a:p>
      </dgm:t>
    </dgm:pt>
    <dgm:pt modelId="{67E7DCC2-E4CA-4924-AEBF-CAB920D22FED}" type="parTrans" cxnId="{CD6AFF7C-5B01-4AA2-B969-F1FCEC5DF9F7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BFB1C603-2BB8-421D-BB81-C1FE99423773}" type="sibTrans" cxnId="{CD6AFF7C-5B01-4AA2-B969-F1FCEC5DF9F7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D535DEE1-CBAE-4095-87AF-0996A2FC346F}">
      <dgm:prSet phldrT="[文本]" custT="1"/>
      <dgm:spPr/>
      <dgm:t>
        <a:bodyPr/>
        <a:lstStyle/>
        <a:p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没有紧前工作（第一项工作）：最早开始时间规定为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零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gm:t>
    </dgm:pt>
    <dgm:pt modelId="{2DCEBAE0-0F15-44E2-AE09-697FFE3488F2}" type="parTrans" cxnId="{40ECA034-958A-4744-BB1A-2C85E2522D2A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3C5A12BF-8538-4DF2-B153-2A010546C47D}" type="sibTrans" cxnId="{40ECA034-958A-4744-BB1A-2C85E2522D2A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2C3EC5B-47C7-4B25-9760-E6B38FEFEE77}">
      <dgm:prSet phldrT="[文本]" custT="1"/>
      <dgm:spPr/>
      <dgm:t>
        <a:bodyPr/>
        <a:lstStyle/>
        <a:p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有紧前工作：最早开始时间 </a:t>
          </a:r>
          <a:r>
            <a:rPr lang="en-US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= 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该工作的 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所有紧前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工作的最早完成时间的 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最大值，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即 </a:t>
          </a:r>
          <a:r>
            <a:rPr lang="en-US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ES=Max 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（ </a:t>
          </a:r>
          <a:r>
            <a:rPr lang="en-US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EF </a:t>
          </a:r>
          <a:r>
            <a:rPr lang="zh-CN" altLang="en-US" sz="20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所有紧前工作 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）；</a:t>
          </a:r>
        </a:p>
      </dgm:t>
    </dgm:pt>
    <dgm:pt modelId="{81FAF80F-A5C6-4822-A277-DB78F84D1230}" type="parTrans" cxnId="{5EC925CA-D77E-41BE-8448-EE2039F06264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B32FDAE-9701-4D52-8922-57ED26F42832}" type="sibTrans" cxnId="{5EC925CA-D77E-41BE-8448-EE2039F06264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716A5427-146B-4AE5-9410-3EF3412BD361}">
      <dgm:prSet phldrT="[文本]" custT="1"/>
      <dgm:spPr/>
      <dgm:t>
        <a:bodyPr/>
        <a:lstStyle/>
        <a:p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本工作的最早完成 </a:t>
          </a:r>
          <a:r>
            <a:rPr lang="en-US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= 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本工作的最早开始 </a:t>
          </a:r>
          <a:r>
            <a:rPr lang="en-US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+ 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本工作的持续时间。即： </a:t>
          </a:r>
          <a:r>
            <a:rPr lang="en-US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EF </a:t>
          </a:r>
          <a:r>
            <a:rPr lang="zh-CN" altLang="en-US" sz="20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本工作 </a:t>
          </a:r>
          <a:r>
            <a:rPr lang="en-US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=“ES </a:t>
          </a:r>
          <a:r>
            <a:rPr lang="zh-CN" altLang="en-US" sz="20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本工作 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”</a:t>
          </a:r>
          <a:r>
            <a:rPr lang="en-US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+“D </a:t>
          </a:r>
          <a:r>
            <a:rPr lang="zh-CN" altLang="en-US" sz="20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本工作 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”；</a:t>
          </a:r>
        </a:p>
      </dgm:t>
    </dgm:pt>
    <dgm:pt modelId="{1B5FE195-2B9F-44E0-AEEF-E0DD5F5BBAE0}" type="parTrans" cxnId="{870A218A-ED09-4C70-BFC8-A93DC43DBF15}">
      <dgm:prSet/>
      <dgm:spPr/>
      <dgm:t>
        <a:bodyPr/>
        <a:lstStyle/>
        <a:p>
          <a:endParaRPr lang="zh-CN" altLang="en-US"/>
        </a:p>
      </dgm:t>
    </dgm:pt>
    <dgm:pt modelId="{887F8857-0B40-4133-BA9E-36D3B41A261B}" type="sibTrans" cxnId="{870A218A-ED09-4C70-BFC8-A93DC43DBF15}">
      <dgm:prSet/>
      <dgm:spPr/>
      <dgm:t>
        <a:bodyPr/>
        <a:lstStyle/>
        <a:p>
          <a:endParaRPr lang="zh-CN" altLang="en-US"/>
        </a:p>
      </dgm:t>
    </dgm:pt>
    <dgm:pt modelId="{437B7175-C15D-4513-AE20-22929A67AB4D}" type="pres">
      <dgm:prSet presAssocID="{12CDCF44-DCDB-42BB-9D59-C156D8A8A850}" presName="linear" presStyleCnt="0">
        <dgm:presLayoutVars>
          <dgm:dir/>
          <dgm:animLvl val="lvl"/>
          <dgm:resizeHandles val="exact"/>
        </dgm:presLayoutVars>
      </dgm:prSet>
      <dgm:spPr/>
    </dgm:pt>
    <dgm:pt modelId="{DA8518EF-8A25-4B87-A7FE-9503F91DC727}" type="pres">
      <dgm:prSet presAssocID="{2EBD2543-989A-490F-9F38-2F86AB41027D}" presName="parentLin" presStyleCnt="0"/>
      <dgm:spPr/>
    </dgm:pt>
    <dgm:pt modelId="{3CE36FA1-F7DB-49B5-A8EF-3DCE52FC975E}" type="pres">
      <dgm:prSet presAssocID="{2EBD2543-989A-490F-9F38-2F86AB41027D}" presName="parentLeftMargin" presStyleLbl="node1" presStyleIdx="0" presStyleCnt="4"/>
      <dgm:spPr/>
    </dgm:pt>
    <dgm:pt modelId="{32102B57-4C0A-49DD-B555-80D6AE5C7E61}" type="pres">
      <dgm:prSet presAssocID="{2EBD2543-989A-490F-9F38-2F86AB41027D}" presName="parentText" presStyleLbl="node1" presStyleIdx="0" presStyleCnt="4" custScaleX="142857" custScaleY="245645">
        <dgm:presLayoutVars>
          <dgm:chMax val="0"/>
          <dgm:bulletEnabled val="1"/>
        </dgm:presLayoutVars>
      </dgm:prSet>
      <dgm:spPr/>
    </dgm:pt>
    <dgm:pt modelId="{8E187CC4-6474-4130-8A48-8D056A49E58A}" type="pres">
      <dgm:prSet presAssocID="{2EBD2543-989A-490F-9F38-2F86AB41027D}" presName="negativeSpace" presStyleCnt="0"/>
      <dgm:spPr/>
    </dgm:pt>
    <dgm:pt modelId="{3D6413CB-A3F8-4CC7-8AA1-84F2365D9CB0}" type="pres">
      <dgm:prSet presAssocID="{2EBD2543-989A-490F-9F38-2F86AB41027D}" presName="childText" presStyleLbl="conFgAcc1" presStyleIdx="0" presStyleCnt="4">
        <dgm:presLayoutVars>
          <dgm:bulletEnabled val="1"/>
        </dgm:presLayoutVars>
      </dgm:prSet>
      <dgm:spPr/>
    </dgm:pt>
    <dgm:pt modelId="{F5B0E694-FB8F-4A41-B30D-60252957FB03}" type="pres">
      <dgm:prSet presAssocID="{BFB1C603-2BB8-421D-BB81-C1FE99423773}" presName="spaceBetweenRectangles" presStyleCnt="0"/>
      <dgm:spPr/>
    </dgm:pt>
    <dgm:pt modelId="{C68FE8E9-1306-4BC8-878C-961C496AD311}" type="pres">
      <dgm:prSet presAssocID="{D535DEE1-CBAE-4095-87AF-0996A2FC346F}" presName="parentLin" presStyleCnt="0"/>
      <dgm:spPr/>
    </dgm:pt>
    <dgm:pt modelId="{ACB1C29D-AFFC-4665-A650-EE4FA0433284}" type="pres">
      <dgm:prSet presAssocID="{D535DEE1-CBAE-4095-87AF-0996A2FC346F}" presName="parentLeftMargin" presStyleLbl="node1" presStyleIdx="0" presStyleCnt="4"/>
      <dgm:spPr/>
    </dgm:pt>
    <dgm:pt modelId="{C3F88CDE-217E-4ABD-9C40-C12A60C1B957}" type="pres">
      <dgm:prSet presAssocID="{D535DEE1-CBAE-4095-87AF-0996A2FC346F}" presName="parentText" presStyleLbl="node1" presStyleIdx="1" presStyleCnt="4" custScaleX="142857" custScaleY="253626">
        <dgm:presLayoutVars>
          <dgm:chMax val="0"/>
          <dgm:bulletEnabled val="1"/>
        </dgm:presLayoutVars>
      </dgm:prSet>
      <dgm:spPr/>
    </dgm:pt>
    <dgm:pt modelId="{075B709A-249F-430D-98E8-49784428E4CD}" type="pres">
      <dgm:prSet presAssocID="{D535DEE1-CBAE-4095-87AF-0996A2FC346F}" presName="negativeSpace" presStyleCnt="0"/>
      <dgm:spPr/>
    </dgm:pt>
    <dgm:pt modelId="{BDE30B22-5D29-49B0-9920-7507209CE268}" type="pres">
      <dgm:prSet presAssocID="{D535DEE1-CBAE-4095-87AF-0996A2FC346F}" presName="childText" presStyleLbl="conFgAcc1" presStyleIdx="1" presStyleCnt="4">
        <dgm:presLayoutVars>
          <dgm:bulletEnabled val="1"/>
        </dgm:presLayoutVars>
      </dgm:prSet>
      <dgm:spPr/>
    </dgm:pt>
    <dgm:pt modelId="{ED6B1185-5931-4C8B-9F4B-64B7C9C53F8C}" type="pres">
      <dgm:prSet presAssocID="{3C5A12BF-8538-4DF2-B153-2A010546C47D}" presName="spaceBetweenRectangles" presStyleCnt="0"/>
      <dgm:spPr/>
    </dgm:pt>
    <dgm:pt modelId="{F5290E12-2DC6-4C34-AD23-3AA859C03C52}" type="pres">
      <dgm:prSet presAssocID="{42C3EC5B-47C7-4B25-9760-E6B38FEFEE77}" presName="parentLin" presStyleCnt="0"/>
      <dgm:spPr/>
    </dgm:pt>
    <dgm:pt modelId="{DCDDFB38-D18D-4D1D-8B7A-C0A8DEA31048}" type="pres">
      <dgm:prSet presAssocID="{42C3EC5B-47C7-4B25-9760-E6B38FEFEE77}" presName="parentLeftMargin" presStyleLbl="node1" presStyleIdx="1" presStyleCnt="4"/>
      <dgm:spPr/>
    </dgm:pt>
    <dgm:pt modelId="{8852532F-686F-4D47-B47C-008111ACE512}" type="pres">
      <dgm:prSet presAssocID="{42C3EC5B-47C7-4B25-9760-E6B38FEFEE77}" presName="parentText" presStyleLbl="node1" presStyleIdx="2" presStyleCnt="4" custScaleX="142857" custScaleY="248188">
        <dgm:presLayoutVars>
          <dgm:chMax val="0"/>
          <dgm:bulletEnabled val="1"/>
        </dgm:presLayoutVars>
      </dgm:prSet>
      <dgm:spPr/>
    </dgm:pt>
    <dgm:pt modelId="{D0D080D4-976C-44A2-AC7E-DCF4CD975228}" type="pres">
      <dgm:prSet presAssocID="{42C3EC5B-47C7-4B25-9760-E6B38FEFEE77}" presName="negativeSpace" presStyleCnt="0"/>
      <dgm:spPr/>
    </dgm:pt>
    <dgm:pt modelId="{E8ED073A-ED74-4E36-AA21-DB33EF3A60E9}" type="pres">
      <dgm:prSet presAssocID="{42C3EC5B-47C7-4B25-9760-E6B38FEFEE77}" presName="childText" presStyleLbl="conFgAcc1" presStyleIdx="2" presStyleCnt="4">
        <dgm:presLayoutVars>
          <dgm:bulletEnabled val="1"/>
        </dgm:presLayoutVars>
      </dgm:prSet>
      <dgm:spPr/>
    </dgm:pt>
    <dgm:pt modelId="{D1ECA0A4-B429-4B00-AB00-D33AAD9B59E3}" type="pres">
      <dgm:prSet presAssocID="{4B32FDAE-9701-4D52-8922-57ED26F42832}" presName="spaceBetweenRectangles" presStyleCnt="0"/>
      <dgm:spPr/>
    </dgm:pt>
    <dgm:pt modelId="{63EF07FD-D25B-4F37-B42E-C85DD5B49AEF}" type="pres">
      <dgm:prSet presAssocID="{716A5427-146B-4AE5-9410-3EF3412BD361}" presName="parentLin" presStyleCnt="0"/>
      <dgm:spPr/>
    </dgm:pt>
    <dgm:pt modelId="{BC3EE465-BE8E-466E-BC1F-43F791AF4732}" type="pres">
      <dgm:prSet presAssocID="{716A5427-146B-4AE5-9410-3EF3412BD361}" presName="parentLeftMargin" presStyleLbl="node1" presStyleIdx="2" presStyleCnt="4"/>
      <dgm:spPr/>
    </dgm:pt>
    <dgm:pt modelId="{C9F314C2-4167-43E7-ACD2-A6F0792F377E}" type="pres">
      <dgm:prSet presAssocID="{716A5427-146B-4AE5-9410-3EF3412BD361}" presName="parentText" presStyleLbl="node1" presStyleIdx="3" presStyleCnt="4" custScaleX="142857" custScaleY="220107">
        <dgm:presLayoutVars>
          <dgm:chMax val="0"/>
          <dgm:bulletEnabled val="1"/>
        </dgm:presLayoutVars>
      </dgm:prSet>
      <dgm:spPr/>
    </dgm:pt>
    <dgm:pt modelId="{E338C198-27D1-48C2-BB14-982F096423C2}" type="pres">
      <dgm:prSet presAssocID="{716A5427-146B-4AE5-9410-3EF3412BD361}" presName="negativeSpace" presStyleCnt="0"/>
      <dgm:spPr/>
    </dgm:pt>
    <dgm:pt modelId="{E4B79D57-DDA1-47C4-A333-B7CFC71029AE}" type="pres">
      <dgm:prSet presAssocID="{716A5427-146B-4AE5-9410-3EF3412BD361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BDDB6114-2462-4F7F-8B7F-EE5946AB2811}" type="presOf" srcId="{12CDCF44-DCDB-42BB-9D59-C156D8A8A850}" destId="{437B7175-C15D-4513-AE20-22929A67AB4D}" srcOrd="0" destOrd="0" presId="urn:microsoft.com/office/officeart/2005/8/layout/list1"/>
    <dgm:cxn modelId="{40ECA034-958A-4744-BB1A-2C85E2522D2A}" srcId="{12CDCF44-DCDB-42BB-9D59-C156D8A8A850}" destId="{D535DEE1-CBAE-4095-87AF-0996A2FC346F}" srcOrd="1" destOrd="0" parTransId="{2DCEBAE0-0F15-44E2-AE09-697FFE3488F2}" sibTransId="{3C5A12BF-8538-4DF2-B153-2A010546C47D}"/>
    <dgm:cxn modelId="{76DF594A-DEE5-4C41-B094-A21283E23632}" type="presOf" srcId="{716A5427-146B-4AE5-9410-3EF3412BD361}" destId="{BC3EE465-BE8E-466E-BC1F-43F791AF4732}" srcOrd="0" destOrd="0" presId="urn:microsoft.com/office/officeart/2005/8/layout/list1"/>
    <dgm:cxn modelId="{DA9E5071-4743-436B-A4F9-8D1477FA7D36}" type="presOf" srcId="{42C3EC5B-47C7-4B25-9760-E6B38FEFEE77}" destId="{DCDDFB38-D18D-4D1D-8B7A-C0A8DEA31048}" srcOrd="0" destOrd="0" presId="urn:microsoft.com/office/officeart/2005/8/layout/list1"/>
    <dgm:cxn modelId="{ECAB477A-BF4C-44B7-B8D3-331C237B76E6}" type="presOf" srcId="{D535DEE1-CBAE-4095-87AF-0996A2FC346F}" destId="{C3F88CDE-217E-4ABD-9C40-C12A60C1B957}" srcOrd="1" destOrd="0" presId="urn:microsoft.com/office/officeart/2005/8/layout/list1"/>
    <dgm:cxn modelId="{CD6AFF7C-5B01-4AA2-B969-F1FCEC5DF9F7}" srcId="{12CDCF44-DCDB-42BB-9D59-C156D8A8A850}" destId="{2EBD2543-989A-490F-9F38-2F86AB41027D}" srcOrd="0" destOrd="0" parTransId="{67E7DCC2-E4CA-4924-AEBF-CAB920D22FED}" sibTransId="{BFB1C603-2BB8-421D-BB81-C1FE99423773}"/>
    <dgm:cxn modelId="{870A218A-ED09-4C70-BFC8-A93DC43DBF15}" srcId="{12CDCF44-DCDB-42BB-9D59-C156D8A8A850}" destId="{716A5427-146B-4AE5-9410-3EF3412BD361}" srcOrd="3" destOrd="0" parTransId="{1B5FE195-2B9F-44E0-AEEF-E0DD5F5BBAE0}" sibTransId="{887F8857-0B40-4133-BA9E-36D3B41A261B}"/>
    <dgm:cxn modelId="{50B237AA-96C8-434E-881B-0344E678498A}" type="presOf" srcId="{42C3EC5B-47C7-4B25-9760-E6B38FEFEE77}" destId="{8852532F-686F-4D47-B47C-008111ACE512}" srcOrd="1" destOrd="0" presId="urn:microsoft.com/office/officeart/2005/8/layout/list1"/>
    <dgm:cxn modelId="{BB734DAF-C2DD-49DE-9171-CAE6C580EA16}" type="presOf" srcId="{2EBD2543-989A-490F-9F38-2F86AB41027D}" destId="{3CE36FA1-F7DB-49B5-A8EF-3DCE52FC975E}" srcOrd="0" destOrd="0" presId="urn:microsoft.com/office/officeart/2005/8/layout/list1"/>
    <dgm:cxn modelId="{E86494B2-5A69-4741-85D2-894E2790F714}" type="presOf" srcId="{D535DEE1-CBAE-4095-87AF-0996A2FC346F}" destId="{ACB1C29D-AFFC-4665-A650-EE4FA0433284}" srcOrd="0" destOrd="0" presId="urn:microsoft.com/office/officeart/2005/8/layout/list1"/>
    <dgm:cxn modelId="{5EC925CA-D77E-41BE-8448-EE2039F06264}" srcId="{12CDCF44-DCDB-42BB-9D59-C156D8A8A850}" destId="{42C3EC5B-47C7-4B25-9760-E6B38FEFEE77}" srcOrd="2" destOrd="0" parTransId="{81FAF80F-A5C6-4822-A277-DB78F84D1230}" sibTransId="{4B32FDAE-9701-4D52-8922-57ED26F42832}"/>
    <dgm:cxn modelId="{A3B0A1CA-4A75-4CB8-9EC4-D16AD00E26F5}" type="presOf" srcId="{2EBD2543-989A-490F-9F38-2F86AB41027D}" destId="{32102B57-4C0A-49DD-B555-80D6AE5C7E61}" srcOrd="1" destOrd="0" presId="urn:microsoft.com/office/officeart/2005/8/layout/list1"/>
    <dgm:cxn modelId="{D56C9CE6-B2D0-4516-BB76-06DF450256E5}" type="presOf" srcId="{716A5427-146B-4AE5-9410-3EF3412BD361}" destId="{C9F314C2-4167-43E7-ACD2-A6F0792F377E}" srcOrd="1" destOrd="0" presId="urn:microsoft.com/office/officeart/2005/8/layout/list1"/>
    <dgm:cxn modelId="{87DF6623-F71E-4021-9499-131D48DB4895}" type="presParOf" srcId="{437B7175-C15D-4513-AE20-22929A67AB4D}" destId="{DA8518EF-8A25-4B87-A7FE-9503F91DC727}" srcOrd="0" destOrd="0" presId="urn:microsoft.com/office/officeart/2005/8/layout/list1"/>
    <dgm:cxn modelId="{6D4E4CE8-C425-4D74-968C-2D122B74A6E0}" type="presParOf" srcId="{DA8518EF-8A25-4B87-A7FE-9503F91DC727}" destId="{3CE36FA1-F7DB-49B5-A8EF-3DCE52FC975E}" srcOrd="0" destOrd="0" presId="urn:microsoft.com/office/officeart/2005/8/layout/list1"/>
    <dgm:cxn modelId="{8729CDE4-F90D-4645-AFF5-FBB3A637D330}" type="presParOf" srcId="{DA8518EF-8A25-4B87-A7FE-9503F91DC727}" destId="{32102B57-4C0A-49DD-B555-80D6AE5C7E61}" srcOrd="1" destOrd="0" presId="urn:microsoft.com/office/officeart/2005/8/layout/list1"/>
    <dgm:cxn modelId="{9122EE69-42B0-4AB0-BE39-0A4454BFD479}" type="presParOf" srcId="{437B7175-C15D-4513-AE20-22929A67AB4D}" destId="{8E187CC4-6474-4130-8A48-8D056A49E58A}" srcOrd="1" destOrd="0" presId="urn:microsoft.com/office/officeart/2005/8/layout/list1"/>
    <dgm:cxn modelId="{09C6E16F-7E0F-4180-8F89-24706EDA1C5F}" type="presParOf" srcId="{437B7175-C15D-4513-AE20-22929A67AB4D}" destId="{3D6413CB-A3F8-4CC7-8AA1-84F2365D9CB0}" srcOrd="2" destOrd="0" presId="urn:microsoft.com/office/officeart/2005/8/layout/list1"/>
    <dgm:cxn modelId="{41D79868-BFDC-482B-B6B7-CC56E2149266}" type="presParOf" srcId="{437B7175-C15D-4513-AE20-22929A67AB4D}" destId="{F5B0E694-FB8F-4A41-B30D-60252957FB03}" srcOrd="3" destOrd="0" presId="urn:microsoft.com/office/officeart/2005/8/layout/list1"/>
    <dgm:cxn modelId="{F34182C0-65BA-4D44-A937-95FFACF5ACF9}" type="presParOf" srcId="{437B7175-C15D-4513-AE20-22929A67AB4D}" destId="{C68FE8E9-1306-4BC8-878C-961C496AD311}" srcOrd="4" destOrd="0" presId="urn:microsoft.com/office/officeart/2005/8/layout/list1"/>
    <dgm:cxn modelId="{40A4770F-FCD0-4729-BBF3-F3AC9FF9992F}" type="presParOf" srcId="{C68FE8E9-1306-4BC8-878C-961C496AD311}" destId="{ACB1C29D-AFFC-4665-A650-EE4FA0433284}" srcOrd="0" destOrd="0" presId="urn:microsoft.com/office/officeart/2005/8/layout/list1"/>
    <dgm:cxn modelId="{37CF6EEB-9E00-4431-82F0-8BF03C1A4483}" type="presParOf" srcId="{C68FE8E9-1306-4BC8-878C-961C496AD311}" destId="{C3F88CDE-217E-4ABD-9C40-C12A60C1B957}" srcOrd="1" destOrd="0" presId="urn:microsoft.com/office/officeart/2005/8/layout/list1"/>
    <dgm:cxn modelId="{7EBB0390-AC0D-40E6-802A-2E1668A559D2}" type="presParOf" srcId="{437B7175-C15D-4513-AE20-22929A67AB4D}" destId="{075B709A-249F-430D-98E8-49784428E4CD}" srcOrd="5" destOrd="0" presId="urn:microsoft.com/office/officeart/2005/8/layout/list1"/>
    <dgm:cxn modelId="{336F4032-16AD-43DF-B7DD-054625E11479}" type="presParOf" srcId="{437B7175-C15D-4513-AE20-22929A67AB4D}" destId="{BDE30B22-5D29-49B0-9920-7507209CE268}" srcOrd="6" destOrd="0" presId="urn:microsoft.com/office/officeart/2005/8/layout/list1"/>
    <dgm:cxn modelId="{FA906D26-1EEC-4769-9805-3D6684170D76}" type="presParOf" srcId="{437B7175-C15D-4513-AE20-22929A67AB4D}" destId="{ED6B1185-5931-4C8B-9F4B-64B7C9C53F8C}" srcOrd="7" destOrd="0" presId="urn:microsoft.com/office/officeart/2005/8/layout/list1"/>
    <dgm:cxn modelId="{52D41001-AE17-42D6-9447-EBB14C8CC562}" type="presParOf" srcId="{437B7175-C15D-4513-AE20-22929A67AB4D}" destId="{F5290E12-2DC6-4C34-AD23-3AA859C03C52}" srcOrd="8" destOrd="0" presId="urn:microsoft.com/office/officeart/2005/8/layout/list1"/>
    <dgm:cxn modelId="{9556BBD0-D82C-4D92-A879-83F86D15470A}" type="presParOf" srcId="{F5290E12-2DC6-4C34-AD23-3AA859C03C52}" destId="{DCDDFB38-D18D-4D1D-8B7A-C0A8DEA31048}" srcOrd="0" destOrd="0" presId="urn:microsoft.com/office/officeart/2005/8/layout/list1"/>
    <dgm:cxn modelId="{E2750B8F-02A2-43A0-9393-C0EB560895F3}" type="presParOf" srcId="{F5290E12-2DC6-4C34-AD23-3AA859C03C52}" destId="{8852532F-686F-4D47-B47C-008111ACE512}" srcOrd="1" destOrd="0" presId="urn:microsoft.com/office/officeart/2005/8/layout/list1"/>
    <dgm:cxn modelId="{20CA4E75-39D9-453F-80D6-0AB1539F0890}" type="presParOf" srcId="{437B7175-C15D-4513-AE20-22929A67AB4D}" destId="{D0D080D4-976C-44A2-AC7E-DCF4CD975228}" srcOrd="9" destOrd="0" presId="urn:microsoft.com/office/officeart/2005/8/layout/list1"/>
    <dgm:cxn modelId="{FA465138-769C-44E8-8E71-63BCED400B0F}" type="presParOf" srcId="{437B7175-C15D-4513-AE20-22929A67AB4D}" destId="{E8ED073A-ED74-4E36-AA21-DB33EF3A60E9}" srcOrd="10" destOrd="0" presId="urn:microsoft.com/office/officeart/2005/8/layout/list1"/>
    <dgm:cxn modelId="{863BCD79-B60C-41C3-A217-40F608098D82}" type="presParOf" srcId="{437B7175-C15D-4513-AE20-22929A67AB4D}" destId="{D1ECA0A4-B429-4B00-AB00-D33AAD9B59E3}" srcOrd="11" destOrd="0" presId="urn:microsoft.com/office/officeart/2005/8/layout/list1"/>
    <dgm:cxn modelId="{7AF6A87E-47EB-492B-B6DA-C96B4F90AF63}" type="presParOf" srcId="{437B7175-C15D-4513-AE20-22929A67AB4D}" destId="{63EF07FD-D25B-4F37-B42E-C85DD5B49AEF}" srcOrd="12" destOrd="0" presId="urn:microsoft.com/office/officeart/2005/8/layout/list1"/>
    <dgm:cxn modelId="{1A2F80A0-80E1-405E-A3CA-FEEC8985F79C}" type="presParOf" srcId="{63EF07FD-D25B-4F37-B42E-C85DD5B49AEF}" destId="{BC3EE465-BE8E-466E-BC1F-43F791AF4732}" srcOrd="0" destOrd="0" presId="urn:microsoft.com/office/officeart/2005/8/layout/list1"/>
    <dgm:cxn modelId="{724A616B-D8D0-443C-B8E1-EAD3C4D3C597}" type="presParOf" srcId="{63EF07FD-D25B-4F37-B42E-C85DD5B49AEF}" destId="{C9F314C2-4167-43E7-ACD2-A6F0792F377E}" srcOrd="1" destOrd="0" presId="urn:microsoft.com/office/officeart/2005/8/layout/list1"/>
    <dgm:cxn modelId="{957DE457-E1AD-4264-A450-479873DA915B}" type="presParOf" srcId="{437B7175-C15D-4513-AE20-22929A67AB4D}" destId="{E338C198-27D1-48C2-BB14-982F096423C2}" srcOrd="13" destOrd="0" presId="urn:microsoft.com/office/officeart/2005/8/layout/list1"/>
    <dgm:cxn modelId="{3773EF61-F7B6-4B46-89EE-6D930D17864B}" type="presParOf" srcId="{437B7175-C15D-4513-AE20-22929A67AB4D}" destId="{E4B79D57-DDA1-47C4-A333-B7CFC71029AE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96D1558-8D6B-4F4B-B569-A102E857B54C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zh-CN" altLang="en-US"/>
        </a:p>
      </dgm:t>
    </dgm:pt>
    <dgm:pt modelId="{831C6D03-955E-4B07-B01C-099DCB1314BD}">
      <dgm:prSet phldrT="[文本]" custT="1"/>
      <dgm:spPr/>
      <dgm:t>
        <a:bodyPr/>
        <a:lstStyle/>
        <a:p>
          <a:pPr>
            <a:lnSpc>
              <a:spcPct val="200000"/>
            </a:lnSpc>
          </a:pP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确定工期</a:t>
          </a:r>
          <a:r>
            <a:rPr lang="en-US" altLang="zh-CN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——</a:t>
          </a:r>
          <a:endParaRPr lang="zh-CN" altLang="en-US" sz="2000" b="1" dirty="0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A2520090-BD48-4359-9852-2D1220CE9BF1}" type="parTrans" cxnId="{F574E2D1-5616-4CA4-89EB-F43DC52F52AD}">
      <dgm:prSet/>
      <dgm:spPr/>
      <dgm:t>
        <a:bodyPr/>
        <a:lstStyle/>
        <a:p>
          <a:pPr>
            <a:lnSpc>
              <a:spcPct val="200000"/>
            </a:lnSpc>
          </a:pPr>
          <a:endParaRPr lang="zh-CN" altLang="en-US" sz="20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2BC30748-0B15-464F-8478-DB87A309CB60}" type="sibTrans" cxnId="{F574E2D1-5616-4CA4-89EB-F43DC52F52AD}">
      <dgm:prSet/>
      <dgm:spPr/>
      <dgm:t>
        <a:bodyPr/>
        <a:lstStyle/>
        <a:p>
          <a:pPr>
            <a:lnSpc>
              <a:spcPct val="200000"/>
            </a:lnSpc>
          </a:pPr>
          <a:endParaRPr lang="zh-CN" altLang="en-US" sz="20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9B123809-EB64-414A-B847-56DF51242FB6}">
      <dgm:prSet phldrT="[文本]" custT="1"/>
      <dgm:spPr/>
      <dgm:t>
        <a:bodyPr/>
        <a:lstStyle/>
        <a:p>
          <a:pPr>
            <a:lnSpc>
              <a:spcPct val="200000"/>
            </a:lnSpc>
          </a:pP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 当已规定了要求工期时，计划工期取要求工期： </a:t>
          </a:r>
          <a:r>
            <a:rPr lang="en-US" altLang="en-US" sz="2000" b="1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T</a:t>
          </a:r>
          <a:r>
            <a:rPr lang="en-US" altLang="en-US" sz="2000" b="1" baseline="-25000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p</a:t>
          </a:r>
          <a:r>
            <a:rPr lang="en-US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=</a:t>
          </a:r>
          <a:r>
            <a:rPr lang="en-US" altLang="en-US" sz="2000" b="1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T</a:t>
          </a:r>
          <a:r>
            <a:rPr lang="en-US" altLang="en-US" sz="2000" b="1" baseline="-25000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r</a:t>
          </a: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gm:t>
    </dgm:pt>
    <dgm:pt modelId="{A575342F-FE71-4062-962F-328DD32B2109}" type="parTrans" cxnId="{7C41171A-C44B-47AE-8450-BDE535AE8E38}">
      <dgm:prSet/>
      <dgm:spPr/>
      <dgm:t>
        <a:bodyPr/>
        <a:lstStyle/>
        <a:p>
          <a:pPr>
            <a:lnSpc>
              <a:spcPct val="200000"/>
            </a:lnSpc>
          </a:pPr>
          <a:endParaRPr lang="zh-CN" altLang="en-US" sz="20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114BFB4D-4C62-4EE5-AF10-474D8E8E0F77}" type="sibTrans" cxnId="{7C41171A-C44B-47AE-8450-BDE535AE8E38}">
      <dgm:prSet/>
      <dgm:spPr/>
      <dgm:t>
        <a:bodyPr/>
        <a:lstStyle/>
        <a:p>
          <a:pPr>
            <a:lnSpc>
              <a:spcPct val="200000"/>
            </a:lnSpc>
          </a:pPr>
          <a:endParaRPr lang="zh-CN" altLang="en-US" sz="20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CA431EF5-AD02-4C4E-8BA7-1397CEA2981E}">
      <dgm:prSet custT="1"/>
      <dgm:spPr/>
      <dgm:t>
        <a:bodyPr/>
        <a:lstStyle/>
        <a:p>
          <a:pPr>
            <a:lnSpc>
              <a:spcPct val="200000"/>
            </a:lnSpc>
          </a:pP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 当未规定要求工期时，计划工期取计算工期： </a:t>
          </a:r>
          <a:r>
            <a:rPr lang="en-US" altLang="en-US" sz="2000" b="1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T</a:t>
          </a:r>
          <a:r>
            <a:rPr lang="en-US" altLang="en-US" sz="2000" b="1" baseline="-25000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p</a:t>
          </a:r>
          <a:r>
            <a:rPr lang="en-US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 </a:t>
          </a: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＝ </a:t>
          </a:r>
          <a:r>
            <a:rPr lang="en-US" altLang="en-US" sz="2000" b="1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T</a:t>
          </a:r>
          <a:r>
            <a:rPr lang="en-US" altLang="en-US" sz="2000" b="1" baseline="-25000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c</a:t>
          </a: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gm:t>
    </dgm:pt>
    <dgm:pt modelId="{BB9CA99B-B89C-411E-8024-631E5A37E7BD}" type="parTrans" cxnId="{D8775AFE-38E6-488B-9758-EE6F123F9049}">
      <dgm:prSet/>
      <dgm:spPr/>
      <dgm:t>
        <a:bodyPr/>
        <a:lstStyle/>
        <a:p>
          <a:pPr>
            <a:lnSpc>
              <a:spcPct val="200000"/>
            </a:lnSpc>
          </a:pPr>
          <a:endParaRPr lang="zh-CN" altLang="en-US"/>
        </a:p>
      </dgm:t>
    </dgm:pt>
    <dgm:pt modelId="{7EB662CE-026C-4416-BE77-F50203909E6C}" type="sibTrans" cxnId="{D8775AFE-38E6-488B-9758-EE6F123F9049}">
      <dgm:prSet/>
      <dgm:spPr/>
      <dgm:t>
        <a:bodyPr/>
        <a:lstStyle/>
        <a:p>
          <a:pPr>
            <a:lnSpc>
              <a:spcPct val="200000"/>
            </a:lnSpc>
          </a:pPr>
          <a:endParaRPr lang="zh-CN" altLang="en-US"/>
        </a:p>
      </dgm:t>
    </dgm:pt>
    <dgm:pt modelId="{3A037564-A5C6-4D74-A9DE-1CF1F22B34E9}">
      <dgm:prSet custT="1"/>
      <dgm:spPr/>
      <dgm:t>
        <a:bodyPr/>
        <a:lstStyle/>
        <a:p>
          <a:pPr>
            <a:lnSpc>
              <a:spcPct val="200000"/>
            </a:lnSpc>
          </a:pP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 计算工期 </a:t>
          </a:r>
          <a:r>
            <a:rPr lang="en-US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= </a:t>
          </a: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以网络计划终点节点为完成节点的工作的最早完成时间的最大值；即： </a:t>
          </a:r>
          <a:r>
            <a:rPr lang="en-US" altLang="en-US" sz="2000" b="1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T</a:t>
          </a:r>
          <a:r>
            <a:rPr lang="en-US" altLang="en-US" sz="2000" b="1" baseline="-25000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c</a:t>
          </a:r>
          <a:r>
            <a:rPr lang="en-US" altLang="en-US" sz="2000" b="1" baseline="-250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 </a:t>
          </a:r>
          <a:r>
            <a:rPr lang="en-US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= Max </a:t>
          </a: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 </a:t>
          </a:r>
          <a:r>
            <a:rPr lang="en-US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EF </a:t>
          </a:r>
          <a:r>
            <a:rPr lang="zh-CN" altLang="en-US" sz="2000" b="1" baseline="-250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所有终点节点工作 </a:t>
          </a:r>
          <a:r>
            <a:rPr lang="zh-CN" altLang="en-US" sz="20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）；</a:t>
          </a:r>
        </a:p>
      </dgm:t>
    </dgm:pt>
    <dgm:pt modelId="{423C834E-6AD9-4A05-94A7-1326F1942373}" type="parTrans" cxnId="{DCFE6925-2B64-43DC-91E0-74DBC18FA25E}">
      <dgm:prSet/>
      <dgm:spPr/>
      <dgm:t>
        <a:bodyPr/>
        <a:lstStyle/>
        <a:p>
          <a:pPr>
            <a:lnSpc>
              <a:spcPct val="200000"/>
            </a:lnSpc>
          </a:pPr>
          <a:endParaRPr lang="zh-CN" altLang="en-US"/>
        </a:p>
      </dgm:t>
    </dgm:pt>
    <dgm:pt modelId="{1DB9DA13-310B-44BC-A699-2CA60E3469D2}" type="sibTrans" cxnId="{DCFE6925-2B64-43DC-91E0-74DBC18FA25E}">
      <dgm:prSet/>
      <dgm:spPr/>
      <dgm:t>
        <a:bodyPr/>
        <a:lstStyle/>
        <a:p>
          <a:pPr>
            <a:lnSpc>
              <a:spcPct val="200000"/>
            </a:lnSpc>
          </a:pPr>
          <a:endParaRPr lang="zh-CN" altLang="en-US"/>
        </a:p>
      </dgm:t>
    </dgm:pt>
    <dgm:pt modelId="{32CA588E-4E96-42D6-AA76-18447A59E69B}" type="pres">
      <dgm:prSet presAssocID="{E96D1558-8D6B-4F4B-B569-A102E857B54C}" presName="linear" presStyleCnt="0">
        <dgm:presLayoutVars>
          <dgm:animLvl val="lvl"/>
          <dgm:resizeHandles val="exact"/>
        </dgm:presLayoutVars>
      </dgm:prSet>
      <dgm:spPr/>
    </dgm:pt>
    <dgm:pt modelId="{596B9A6B-C3EA-465E-9F97-3E0DBD6EED3C}" type="pres">
      <dgm:prSet presAssocID="{831C6D03-955E-4B07-B01C-099DCB1314BD}" presName="parentText" presStyleLbl="node1" presStyleIdx="0" presStyleCnt="1" custScaleY="54820">
        <dgm:presLayoutVars>
          <dgm:chMax val="0"/>
          <dgm:bulletEnabled val="1"/>
        </dgm:presLayoutVars>
      </dgm:prSet>
      <dgm:spPr/>
    </dgm:pt>
    <dgm:pt modelId="{2D881EAB-5D5E-4606-BC71-F8438459D53E}" type="pres">
      <dgm:prSet presAssocID="{831C6D03-955E-4B07-B01C-099DCB1314BD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7C41171A-C44B-47AE-8450-BDE535AE8E38}" srcId="{831C6D03-955E-4B07-B01C-099DCB1314BD}" destId="{9B123809-EB64-414A-B847-56DF51242FB6}" srcOrd="0" destOrd="0" parTransId="{A575342F-FE71-4062-962F-328DD32B2109}" sibTransId="{114BFB4D-4C62-4EE5-AF10-474D8E8E0F77}"/>
    <dgm:cxn modelId="{DCFE6925-2B64-43DC-91E0-74DBC18FA25E}" srcId="{831C6D03-955E-4B07-B01C-099DCB1314BD}" destId="{3A037564-A5C6-4D74-A9DE-1CF1F22B34E9}" srcOrd="2" destOrd="0" parTransId="{423C834E-6AD9-4A05-94A7-1326F1942373}" sibTransId="{1DB9DA13-310B-44BC-A699-2CA60E3469D2}"/>
    <dgm:cxn modelId="{6965693A-9A1C-4F87-AD04-201401C8D8B1}" type="presOf" srcId="{CA431EF5-AD02-4C4E-8BA7-1397CEA2981E}" destId="{2D881EAB-5D5E-4606-BC71-F8438459D53E}" srcOrd="0" destOrd="1" presId="urn:microsoft.com/office/officeart/2005/8/layout/vList2"/>
    <dgm:cxn modelId="{BD561445-F431-4061-809A-529BC85575BD}" type="presOf" srcId="{831C6D03-955E-4B07-B01C-099DCB1314BD}" destId="{596B9A6B-C3EA-465E-9F97-3E0DBD6EED3C}" srcOrd="0" destOrd="0" presId="urn:microsoft.com/office/officeart/2005/8/layout/vList2"/>
    <dgm:cxn modelId="{14477071-3DC7-4BF4-ACF0-3FB1CFDD77DA}" type="presOf" srcId="{9B123809-EB64-414A-B847-56DF51242FB6}" destId="{2D881EAB-5D5E-4606-BC71-F8438459D53E}" srcOrd="0" destOrd="0" presId="urn:microsoft.com/office/officeart/2005/8/layout/vList2"/>
    <dgm:cxn modelId="{63B0D77D-4765-4CF8-891A-CBBFDEFEC575}" type="presOf" srcId="{3A037564-A5C6-4D74-A9DE-1CF1F22B34E9}" destId="{2D881EAB-5D5E-4606-BC71-F8438459D53E}" srcOrd="0" destOrd="2" presId="urn:microsoft.com/office/officeart/2005/8/layout/vList2"/>
    <dgm:cxn modelId="{F574E2D1-5616-4CA4-89EB-F43DC52F52AD}" srcId="{E96D1558-8D6B-4F4B-B569-A102E857B54C}" destId="{831C6D03-955E-4B07-B01C-099DCB1314BD}" srcOrd="0" destOrd="0" parTransId="{A2520090-BD48-4359-9852-2D1220CE9BF1}" sibTransId="{2BC30748-0B15-464F-8478-DB87A309CB60}"/>
    <dgm:cxn modelId="{6389B5F9-5C28-4144-B887-C00141F1F20E}" type="presOf" srcId="{E96D1558-8D6B-4F4B-B569-A102E857B54C}" destId="{32CA588E-4E96-42D6-AA76-18447A59E69B}" srcOrd="0" destOrd="0" presId="urn:microsoft.com/office/officeart/2005/8/layout/vList2"/>
    <dgm:cxn modelId="{D8775AFE-38E6-488B-9758-EE6F123F9049}" srcId="{831C6D03-955E-4B07-B01C-099DCB1314BD}" destId="{CA431EF5-AD02-4C4E-8BA7-1397CEA2981E}" srcOrd="1" destOrd="0" parTransId="{BB9CA99B-B89C-411E-8024-631E5A37E7BD}" sibTransId="{7EB662CE-026C-4416-BE77-F50203909E6C}"/>
    <dgm:cxn modelId="{96FBE2C4-C5E3-4D94-BE12-B2FAFA3ADB4E}" type="presParOf" srcId="{32CA588E-4E96-42D6-AA76-18447A59E69B}" destId="{596B9A6B-C3EA-465E-9F97-3E0DBD6EED3C}" srcOrd="0" destOrd="0" presId="urn:microsoft.com/office/officeart/2005/8/layout/vList2"/>
    <dgm:cxn modelId="{20BF1F19-99BB-4429-A4E6-E571826954B3}" type="presParOf" srcId="{32CA588E-4E96-42D6-AA76-18447A59E69B}" destId="{2D881EAB-5D5E-4606-BC71-F8438459D53E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2CDCF44-DCDB-42BB-9D59-C156D8A8A850}" type="doc">
      <dgm:prSet loTypeId="urn:microsoft.com/office/officeart/2005/8/layout/list1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zh-CN" altLang="en-US"/>
        </a:p>
      </dgm:t>
    </dgm:pt>
    <dgm:pt modelId="{2EBD2543-989A-490F-9F38-2F86AB41027D}">
      <dgm:prSet phldrT="[文本]" custT="1"/>
      <dgm:spPr/>
      <dgm:t>
        <a:bodyPr/>
        <a:lstStyle/>
        <a:p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计算规则</a:t>
          </a:r>
          <a:r>
            <a: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——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“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从右向左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递推计算最迟时间”；</a:t>
          </a:r>
        </a:p>
      </dgm:t>
    </dgm:pt>
    <dgm:pt modelId="{67E7DCC2-E4CA-4924-AEBF-CAB920D22FED}" type="parTrans" cxnId="{CD6AFF7C-5B01-4AA2-B969-F1FCEC5DF9F7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BFB1C603-2BB8-421D-BB81-C1FE99423773}" type="sibTrans" cxnId="{CD6AFF7C-5B01-4AA2-B969-F1FCEC5DF9F7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D535DEE1-CBAE-4095-87AF-0996A2FC346F}">
      <dgm:prSet phldrT="[文本]" custT="1"/>
      <dgm:spPr/>
      <dgm:t>
        <a:bodyPr/>
        <a:lstStyle/>
        <a:p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 没有紧后工作（最后一项）：最迟完成时间规定为 </a:t>
          </a:r>
          <a:r>
            <a:rPr lang="en-US" altLang="en-US" sz="2000" b="1" dirty="0" err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T</a:t>
          </a:r>
          <a:r>
            <a:rPr lang="en-US" altLang="en-US" sz="2000" b="1" baseline="-25000" dirty="0" err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p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gm:t>
    </dgm:pt>
    <dgm:pt modelId="{2DCEBAE0-0F15-44E2-AE09-697FFE3488F2}" type="parTrans" cxnId="{40ECA034-958A-4744-BB1A-2C85E2522D2A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3C5A12BF-8538-4DF2-B153-2A010546C47D}" type="sibTrans" cxnId="{40ECA034-958A-4744-BB1A-2C85E2522D2A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2C3EC5B-47C7-4B25-9760-E6B38FEFEE77}">
      <dgm:prSet phldrT="[文本]" custT="1"/>
      <dgm:spPr/>
      <dgm:t>
        <a:bodyPr/>
        <a:lstStyle/>
        <a:p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 有紧后工作：最迟完成时间 </a:t>
          </a:r>
          <a:r>
            <a:rPr lang="en-US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= 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该工作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所有紧后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工作的最迟开始时间的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最小值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。即： </a:t>
          </a:r>
          <a:r>
            <a:rPr lang="en-US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LF </a:t>
          </a:r>
          <a:r>
            <a:rPr lang="zh-CN" altLang="en-US" sz="20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有紧后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 </a:t>
          </a:r>
          <a:r>
            <a:rPr lang="en-US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=Min 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（ </a:t>
          </a:r>
          <a:r>
            <a:rPr lang="en-US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LS </a:t>
          </a:r>
          <a:r>
            <a:rPr lang="zh-CN" altLang="en-US" sz="20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所有紧后工作 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</a:t>
          </a:r>
        </a:p>
      </dgm:t>
    </dgm:pt>
    <dgm:pt modelId="{81FAF80F-A5C6-4822-A277-DB78F84D1230}" type="parTrans" cxnId="{5EC925CA-D77E-41BE-8448-EE2039F06264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B32FDAE-9701-4D52-8922-57ED26F42832}" type="sibTrans" cxnId="{5EC925CA-D77E-41BE-8448-EE2039F06264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716A5427-146B-4AE5-9410-3EF3412BD361}">
      <dgm:prSet phldrT="[文本]" custT="1"/>
      <dgm:spPr/>
      <dgm:t>
        <a:bodyPr/>
        <a:lstStyle/>
        <a:p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本工作的 </a:t>
          </a:r>
          <a:r>
            <a:rPr lang="en-US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LS </a:t>
          </a:r>
          <a:r>
            <a:rPr lang="zh-CN" altLang="en-US" sz="20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本工作 </a:t>
          </a:r>
          <a:r>
            <a:rPr lang="en-US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=LF </a:t>
          </a:r>
          <a:r>
            <a:rPr lang="zh-CN" altLang="en-US" sz="20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本工作 </a:t>
          </a:r>
          <a:r>
            <a:rPr lang="en-US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-D </a:t>
          </a:r>
          <a:r>
            <a:rPr lang="zh-CN" altLang="en-US" sz="20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本工作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gm:t>
    </dgm:pt>
    <dgm:pt modelId="{1B5FE195-2B9F-44E0-AEEF-E0DD5F5BBAE0}" type="parTrans" cxnId="{870A218A-ED09-4C70-BFC8-A93DC43DBF15}">
      <dgm:prSet/>
      <dgm:spPr/>
      <dgm:t>
        <a:bodyPr/>
        <a:lstStyle/>
        <a:p>
          <a:endParaRPr lang="zh-CN" altLang="en-US"/>
        </a:p>
      </dgm:t>
    </dgm:pt>
    <dgm:pt modelId="{887F8857-0B40-4133-BA9E-36D3B41A261B}" type="sibTrans" cxnId="{870A218A-ED09-4C70-BFC8-A93DC43DBF15}">
      <dgm:prSet/>
      <dgm:spPr/>
      <dgm:t>
        <a:bodyPr/>
        <a:lstStyle/>
        <a:p>
          <a:endParaRPr lang="zh-CN" altLang="en-US"/>
        </a:p>
      </dgm:t>
    </dgm:pt>
    <dgm:pt modelId="{437B7175-C15D-4513-AE20-22929A67AB4D}" type="pres">
      <dgm:prSet presAssocID="{12CDCF44-DCDB-42BB-9D59-C156D8A8A850}" presName="linear" presStyleCnt="0">
        <dgm:presLayoutVars>
          <dgm:dir/>
          <dgm:animLvl val="lvl"/>
          <dgm:resizeHandles val="exact"/>
        </dgm:presLayoutVars>
      </dgm:prSet>
      <dgm:spPr/>
    </dgm:pt>
    <dgm:pt modelId="{DA8518EF-8A25-4B87-A7FE-9503F91DC727}" type="pres">
      <dgm:prSet presAssocID="{2EBD2543-989A-490F-9F38-2F86AB41027D}" presName="parentLin" presStyleCnt="0"/>
      <dgm:spPr/>
    </dgm:pt>
    <dgm:pt modelId="{3CE36FA1-F7DB-49B5-A8EF-3DCE52FC975E}" type="pres">
      <dgm:prSet presAssocID="{2EBD2543-989A-490F-9F38-2F86AB41027D}" presName="parentLeftMargin" presStyleLbl="node1" presStyleIdx="0" presStyleCnt="4"/>
      <dgm:spPr/>
    </dgm:pt>
    <dgm:pt modelId="{32102B57-4C0A-49DD-B555-80D6AE5C7E61}" type="pres">
      <dgm:prSet presAssocID="{2EBD2543-989A-490F-9F38-2F86AB41027D}" presName="parentText" presStyleLbl="node1" presStyleIdx="0" presStyleCnt="4" custScaleX="142857" custScaleY="245645">
        <dgm:presLayoutVars>
          <dgm:chMax val="0"/>
          <dgm:bulletEnabled val="1"/>
        </dgm:presLayoutVars>
      </dgm:prSet>
      <dgm:spPr/>
    </dgm:pt>
    <dgm:pt modelId="{8E187CC4-6474-4130-8A48-8D056A49E58A}" type="pres">
      <dgm:prSet presAssocID="{2EBD2543-989A-490F-9F38-2F86AB41027D}" presName="negativeSpace" presStyleCnt="0"/>
      <dgm:spPr/>
    </dgm:pt>
    <dgm:pt modelId="{3D6413CB-A3F8-4CC7-8AA1-84F2365D9CB0}" type="pres">
      <dgm:prSet presAssocID="{2EBD2543-989A-490F-9F38-2F86AB41027D}" presName="childText" presStyleLbl="conFgAcc1" presStyleIdx="0" presStyleCnt="4">
        <dgm:presLayoutVars>
          <dgm:bulletEnabled val="1"/>
        </dgm:presLayoutVars>
      </dgm:prSet>
      <dgm:spPr/>
    </dgm:pt>
    <dgm:pt modelId="{F5B0E694-FB8F-4A41-B30D-60252957FB03}" type="pres">
      <dgm:prSet presAssocID="{BFB1C603-2BB8-421D-BB81-C1FE99423773}" presName="spaceBetweenRectangles" presStyleCnt="0"/>
      <dgm:spPr/>
    </dgm:pt>
    <dgm:pt modelId="{C68FE8E9-1306-4BC8-878C-961C496AD311}" type="pres">
      <dgm:prSet presAssocID="{D535DEE1-CBAE-4095-87AF-0996A2FC346F}" presName="parentLin" presStyleCnt="0"/>
      <dgm:spPr/>
    </dgm:pt>
    <dgm:pt modelId="{ACB1C29D-AFFC-4665-A650-EE4FA0433284}" type="pres">
      <dgm:prSet presAssocID="{D535DEE1-CBAE-4095-87AF-0996A2FC346F}" presName="parentLeftMargin" presStyleLbl="node1" presStyleIdx="0" presStyleCnt="4"/>
      <dgm:spPr/>
    </dgm:pt>
    <dgm:pt modelId="{C3F88CDE-217E-4ABD-9C40-C12A60C1B957}" type="pres">
      <dgm:prSet presAssocID="{D535DEE1-CBAE-4095-87AF-0996A2FC346F}" presName="parentText" presStyleLbl="node1" presStyleIdx="1" presStyleCnt="4" custScaleX="142857" custScaleY="253626">
        <dgm:presLayoutVars>
          <dgm:chMax val="0"/>
          <dgm:bulletEnabled val="1"/>
        </dgm:presLayoutVars>
      </dgm:prSet>
      <dgm:spPr/>
    </dgm:pt>
    <dgm:pt modelId="{075B709A-249F-430D-98E8-49784428E4CD}" type="pres">
      <dgm:prSet presAssocID="{D535DEE1-CBAE-4095-87AF-0996A2FC346F}" presName="negativeSpace" presStyleCnt="0"/>
      <dgm:spPr/>
    </dgm:pt>
    <dgm:pt modelId="{BDE30B22-5D29-49B0-9920-7507209CE268}" type="pres">
      <dgm:prSet presAssocID="{D535DEE1-CBAE-4095-87AF-0996A2FC346F}" presName="childText" presStyleLbl="conFgAcc1" presStyleIdx="1" presStyleCnt="4">
        <dgm:presLayoutVars>
          <dgm:bulletEnabled val="1"/>
        </dgm:presLayoutVars>
      </dgm:prSet>
      <dgm:spPr/>
    </dgm:pt>
    <dgm:pt modelId="{ED6B1185-5931-4C8B-9F4B-64B7C9C53F8C}" type="pres">
      <dgm:prSet presAssocID="{3C5A12BF-8538-4DF2-B153-2A010546C47D}" presName="spaceBetweenRectangles" presStyleCnt="0"/>
      <dgm:spPr/>
    </dgm:pt>
    <dgm:pt modelId="{F5290E12-2DC6-4C34-AD23-3AA859C03C52}" type="pres">
      <dgm:prSet presAssocID="{42C3EC5B-47C7-4B25-9760-E6B38FEFEE77}" presName="parentLin" presStyleCnt="0"/>
      <dgm:spPr/>
    </dgm:pt>
    <dgm:pt modelId="{DCDDFB38-D18D-4D1D-8B7A-C0A8DEA31048}" type="pres">
      <dgm:prSet presAssocID="{42C3EC5B-47C7-4B25-9760-E6B38FEFEE77}" presName="parentLeftMargin" presStyleLbl="node1" presStyleIdx="1" presStyleCnt="4"/>
      <dgm:spPr/>
    </dgm:pt>
    <dgm:pt modelId="{8852532F-686F-4D47-B47C-008111ACE512}" type="pres">
      <dgm:prSet presAssocID="{42C3EC5B-47C7-4B25-9760-E6B38FEFEE77}" presName="parentText" presStyleLbl="node1" presStyleIdx="2" presStyleCnt="4" custScaleX="142857" custScaleY="248188">
        <dgm:presLayoutVars>
          <dgm:chMax val="0"/>
          <dgm:bulletEnabled val="1"/>
        </dgm:presLayoutVars>
      </dgm:prSet>
      <dgm:spPr/>
    </dgm:pt>
    <dgm:pt modelId="{D0D080D4-976C-44A2-AC7E-DCF4CD975228}" type="pres">
      <dgm:prSet presAssocID="{42C3EC5B-47C7-4B25-9760-E6B38FEFEE77}" presName="negativeSpace" presStyleCnt="0"/>
      <dgm:spPr/>
    </dgm:pt>
    <dgm:pt modelId="{E8ED073A-ED74-4E36-AA21-DB33EF3A60E9}" type="pres">
      <dgm:prSet presAssocID="{42C3EC5B-47C7-4B25-9760-E6B38FEFEE77}" presName="childText" presStyleLbl="conFgAcc1" presStyleIdx="2" presStyleCnt="4">
        <dgm:presLayoutVars>
          <dgm:bulletEnabled val="1"/>
        </dgm:presLayoutVars>
      </dgm:prSet>
      <dgm:spPr/>
    </dgm:pt>
    <dgm:pt modelId="{D1ECA0A4-B429-4B00-AB00-D33AAD9B59E3}" type="pres">
      <dgm:prSet presAssocID="{4B32FDAE-9701-4D52-8922-57ED26F42832}" presName="spaceBetweenRectangles" presStyleCnt="0"/>
      <dgm:spPr/>
    </dgm:pt>
    <dgm:pt modelId="{63EF07FD-D25B-4F37-B42E-C85DD5B49AEF}" type="pres">
      <dgm:prSet presAssocID="{716A5427-146B-4AE5-9410-3EF3412BD361}" presName="parentLin" presStyleCnt="0"/>
      <dgm:spPr/>
    </dgm:pt>
    <dgm:pt modelId="{BC3EE465-BE8E-466E-BC1F-43F791AF4732}" type="pres">
      <dgm:prSet presAssocID="{716A5427-146B-4AE5-9410-3EF3412BD361}" presName="parentLeftMargin" presStyleLbl="node1" presStyleIdx="2" presStyleCnt="4"/>
      <dgm:spPr/>
    </dgm:pt>
    <dgm:pt modelId="{C9F314C2-4167-43E7-ACD2-A6F0792F377E}" type="pres">
      <dgm:prSet presAssocID="{716A5427-146B-4AE5-9410-3EF3412BD361}" presName="parentText" presStyleLbl="node1" presStyleIdx="3" presStyleCnt="4" custScaleX="142857" custScaleY="220107">
        <dgm:presLayoutVars>
          <dgm:chMax val="0"/>
          <dgm:bulletEnabled val="1"/>
        </dgm:presLayoutVars>
      </dgm:prSet>
      <dgm:spPr/>
    </dgm:pt>
    <dgm:pt modelId="{E338C198-27D1-48C2-BB14-982F096423C2}" type="pres">
      <dgm:prSet presAssocID="{716A5427-146B-4AE5-9410-3EF3412BD361}" presName="negativeSpace" presStyleCnt="0"/>
      <dgm:spPr/>
    </dgm:pt>
    <dgm:pt modelId="{E4B79D57-DDA1-47C4-A333-B7CFC71029AE}" type="pres">
      <dgm:prSet presAssocID="{716A5427-146B-4AE5-9410-3EF3412BD361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78FE8C13-1010-401A-8850-D437F16538A4}" type="presOf" srcId="{2EBD2543-989A-490F-9F38-2F86AB41027D}" destId="{3CE36FA1-F7DB-49B5-A8EF-3DCE52FC975E}" srcOrd="0" destOrd="0" presId="urn:microsoft.com/office/officeart/2005/8/layout/list1"/>
    <dgm:cxn modelId="{0D69931D-5C51-44CA-8C8A-4B8E5B776E1F}" type="presOf" srcId="{D535DEE1-CBAE-4095-87AF-0996A2FC346F}" destId="{ACB1C29D-AFFC-4665-A650-EE4FA0433284}" srcOrd="0" destOrd="0" presId="urn:microsoft.com/office/officeart/2005/8/layout/list1"/>
    <dgm:cxn modelId="{40ECA034-958A-4744-BB1A-2C85E2522D2A}" srcId="{12CDCF44-DCDB-42BB-9D59-C156D8A8A850}" destId="{D535DEE1-CBAE-4095-87AF-0996A2FC346F}" srcOrd="1" destOrd="0" parTransId="{2DCEBAE0-0F15-44E2-AE09-697FFE3488F2}" sibTransId="{3C5A12BF-8538-4DF2-B153-2A010546C47D}"/>
    <dgm:cxn modelId="{5F64BB41-8217-43CF-90A5-E330D5D0D1ED}" type="presOf" srcId="{D535DEE1-CBAE-4095-87AF-0996A2FC346F}" destId="{C3F88CDE-217E-4ABD-9C40-C12A60C1B957}" srcOrd="1" destOrd="0" presId="urn:microsoft.com/office/officeart/2005/8/layout/list1"/>
    <dgm:cxn modelId="{CD6AFF7C-5B01-4AA2-B969-F1FCEC5DF9F7}" srcId="{12CDCF44-DCDB-42BB-9D59-C156D8A8A850}" destId="{2EBD2543-989A-490F-9F38-2F86AB41027D}" srcOrd="0" destOrd="0" parTransId="{67E7DCC2-E4CA-4924-AEBF-CAB920D22FED}" sibTransId="{BFB1C603-2BB8-421D-BB81-C1FE99423773}"/>
    <dgm:cxn modelId="{452F1581-855B-4200-B1A6-9543AF923424}" type="presOf" srcId="{2EBD2543-989A-490F-9F38-2F86AB41027D}" destId="{32102B57-4C0A-49DD-B555-80D6AE5C7E61}" srcOrd="1" destOrd="0" presId="urn:microsoft.com/office/officeart/2005/8/layout/list1"/>
    <dgm:cxn modelId="{7BF2B282-1A2C-4DFB-961C-791C622791D1}" type="presOf" srcId="{42C3EC5B-47C7-4B25-9760-E6B38FEFEE77}" destId="{8852532F-686F-4D47-B47C-008111ACE512}" srcOrd="1" destOrd="0" presId="urn:microsoft.com/office/officeart/2005/8/layout/list1"/>
    <dgm:cxn modelId="{870A218A-ED09-4C70-BFC8-A93DC43DBF15}" srcId="{12CDCF44-DCDB-42BB-9D59-C156D8A8A850}" destId="{716A5427-146B-4AE5-9410-3EF3412BD361}" srcOrd="3" destOrd="0" parTransId="{1B5FE195-2B9F-44E0-AEEF-E0DD5F5BBAE0}" sibTransId="{887F8857-0B40-4133-BA9E-36D3B41A261B}"/>
    <dgm:cxn modelId="{5EC925CA-D77E-41BE-8448-EE2039F06264}" srcId="{12CDCF44-DCDB-42BB-9D59-C156D8A8A850}" destId="{42C3EC5B-47C7-4B25-9760-E6B38FEFEE77}" srcOrd="2" destOrd="0" parTransId="{81FAF80F-A5C6-4822-A277-DB78F84D1230}" sibTransId="{4B32FDAE-9701-4D52-8922-57ED26F42832}"/>
    <dgm:cxn modelId="{69DAFFD8-7B35-47E3-B63D-70930C282BF2}" type="presOf" srcId="{716A5427-146B-4AE5-9410-3EF3412BD361}" destId="{C9F314C2-4167-43E7-ACD2-A6F0792F377E}" srcOrd="1" destOrd="0" presId="urn:microsoft.com/office/officeart/2005/8/layout/list1"/>
    <dgm:cxn modelId="{0772CFDB-FED6-42A4-92D7-78C89506DE77}" type="presOf" srcId="{42C3EC5B-47C7-4B25-9760-E6B38FEFEE77}" destId="{DCDDFB38-D18D-4D1D-8B7A-C0A8DEA31048}" srcOrd="0" destOrd="0" presId="urn:microsoft.com/office/officeart/2005/8/layout/list1"/>
    <dgm:cxn modelId="{163398E3-C250-41C5-B134-F46020AE8F2B}" type="presOf" srcId="{12CDCF44-DCDB-42BB-9D59-C156D8A8A850}" destId="{437B7175-C15D-4513-AE20-22929A67AB4D}" srcOrd="0" destOrd="0" presId="urn:microsoft.com/office/officeart/2005/8/layout/list1"/>
    <dgm:cxn modelId="{F0FB52E6-9BD8-44D7-BE80-255685775C36}" type="presOf" srcId="{716A5427-146B-4AE5-9410-3EF3412BD361}" destId="{BC3EE465-BE8E-466E-BC1F-43F791AF4732}" srcOrd="0" destOrd="0" presId="urn:microsoft.com/office/officeart/2005/8/layout/list1"/>
    <dgm:cxn modelId="{A9D667D0-2EF8-4B34-A475-AFC80F1196FA}" type="presParOf" srcId="{437B7175-C15D-4513-AE20-22929A67AB4D}" destId="{DA8518EF-8A25-4B87-A7FE-9503F91DC727}" srcOrd="0" destOrd="0" presId="urn:microsoft.com/office/officeart/2005/8/layout/list1"/>
    <dgm:cxn modelId="{3628785C-ECAE-474A-A1F8-50F2D68458F3}" type="presParOf" srcId="{DA8518EF-8A25-4B87-A7FE-9503F91DC727}" destId="{3CE36FA1-F7DB-49B5-A8EF-3DCE52FC975E}" srcOrd="0" destOrd="0" presId="urn:microsoft.com/office/officeart/2005/8/layout/list1"/>
    <dgm:cxn modelId="{8994832E-1C7C-4CC1-A494-7719D64851CC}" type="presParOf" srcId="{DA8518EF-8A25-4B87-A7FE-9503F91DC727}" destId="{32102B57-4C0A-49DD-B555-80D6AE5C7E61}" srcOrd="1" destOrd="0" presId="urn:microsoft.com/office/officeart/2005/8/layout/list1"/>
    <dgm:cxn modelId="{AC43BC63-DF88-40BC-9B38-5C333E650AF7}" type="presParOf" srcId="{437B7175-C15D-4513-AE20-22929A67AB4D}" destId="{8E187CC4-6474-4130-8A48-8D056A49E58A}" srcOrd="1" destOrd="0" presId="urn:microsoft.com/office/officeart/2005/8/layout/list1"/>
    <dgm:cxn modelId="{8ECF7F48-C389-4056-A704-8F58081F87DB}" type="presParOf" srcId="{437B7175-C15D-4513-AE20-22929A67AB4D}" destId="{3D6413CB-A3F8-4CC7-8AA1-84F2365D9CB0}" srcOrd="2" destOrd="0" presId="urn:microsoft.com/office/officeart/2005/8/layout/list1"/>
    <dgm:cxn modelId="{ABE3EFCD-CC26-4FA7-B62E-8C9D2FC3A4B9}" type="presParOf" srcId="{437B7175-C15D-4513-AE20-22929A67AB4D}" destId="{F5B0E694-FB8F-4A41-B30D-60252957FB03}" srcOrd="3" destOrd="0" presId="urn:microsoft.com/office/officeart/2005/8/layout/list1"/>
    <dgm:cxn modelId="{51CED083-D834-4202-89B6-957438987E43}" type="presParOf" srcId="{437B7175-C15D-4513-AE20-22929A67AB4D}" destId="{C68FE8E9-1306-4BC8-878C-961C496AD311}" srcOrd="4" destOrd="0" presId="urn:microsoft.com/office/officeart/2005/8/layout/list1"/>
    <dgm:cxn modelId="{2C66C055-FF76-4238-9347-90A04E704C18}" type="presParOf" srcId="{C68FE8E9-1306-4BC8-878C-961C496AD311}" destId="{ACB1C29D-AFFC-4665-A650-EE4FA0433284}" srcOrd="0" destOrd="0" presId="urn:microsoft.com/office/officeart/2005/8/layout/list1"/>
    <dgm:cxn modelId="{01432242-5C1F-44B1-99BA-F073D613072E}" type="presParOf" srcId="{C68FE8E9-1306-4BC8-878C-961C496AD311}" destId="{C3F88CDE-217E-4ABD-9C40-C12A60C1B957}" srcOrd="1" destOrd="0" presId="urn:microsoft.com/office/officeart/2005/8/layout/list1"/>
    <dgm:cxn modelId="{77428F17-89D3-4990-A6BC-E11C107A5915}" type="presParOf" srcId="{437B7175-C15D-4513-AE20-22929A67AB4D}" destId="{075B709A-249F-430D-98E8-49784428E4CD}" srcOrd="5" destOrd="0" presId="urn:microsoft.com/office/officeart/2005/8/layout/list1"/>
    <dgm:cxn modelId="{D53D05E1-56CD-4276-8B19-504150FA67C8}" type="presParOf" srcId="{437B7175-C15D-4513-AE20-22929A67AB4D}" destId="{BDE30B22-5D29-49B0-9920-7507209CE268}" srcOrd="6" destOrd="0" presId="urn:microsoft.com/office/officeart/2005/8/layout/list1"/>
    <dgm:cxn modelId="{D465C7E7-DED3-439B-90FE-FA15831BF1AD}" type="presParOf" srcId="{437B7175-C15D-4513-AE20-22929A67AB4D}" destId="{ED6B1185-5931-4C8B-9F4B-64B7C9C53F8C}" srcOrd="7" destOrd="0" presId="urn:microsoft.com/office/officeart/2005/8/layout/list1"/>
    <dgm:cxn modelId="{9078BE19-6736-45A9-A41D-3A4EA572CBA3}" type="presParOf" srcId="{437B7175-C15D-4513-AE20-22929A67AB4D}" destId="{F5290E12-2DC6-4C34-AD23-3AA859C03C52}" srcOrd="8" destOrd="0" presId="urn:microsoft.com/office/officeart/2005/8/layout/list1"/>
    <dgm:cxn modelId="{187EBD4A-F7A7-4D8C-8355-FCA26D8CFE1C}" type="presParOf" srcId="{F5290E12-2DC6-4C34-AD23-3AA859C03C52}" destId="{DCDDFB38-D18D-4D1D-8B7A-C0A8DEA31048}" srcOrd="0" destOrd="0" presId="urn:microsoft.com/office/officeart/2005/8/layout/list1"/>
    <dgm:cxn modelId="{7109B29C-EB62-4330-B3C6-F33C80E9B1D0}" type="presParOf" srcId="{F5290E12-2DC6-4C34-AD23-3AA859C03C52}" destId="{8852532F-686F-4D47-B47C-008111ACE512}" srcOrd="1" destOrd="0" presId="urn:microsoft.com/office/officeart/2005/8/layout/list1"/>
    <dgm:cxn modelId="{CF8EFA38-F0F6-435D-AC08-8AB8446E3E1F}" type="presParOf" srcId="{437B7175-C15D-4513-AE20-22929A67AB4D}" destId="{D0D080D4-976C-44A2-AC7E-DCF4CD975228}" srcOrd="9" destOrd="0" presId="urn:microsoft.com/office/officeart/2005/8/layout/list1"/>
    <dgm:cxn modelId="{E762D5F1-786B-4329-8782-EB19C33F527A}" type="presParOf" srcId="{437B7175-C15D-4513-AE20-22929A67AB4D}" destId="{E8ED073A-ED74-4E36-AA21-DB33EF3A60E9}" srcOrd="10" destOrd="0" presId="urn:microsoft.com/office/officeart/2005/8/layout/list1"/>
    <dgm:cxn modelId="{9CDDB7C1-CB7F-4262-A277-54FBF1079E63}" type="presParOf" srcId="{437B7175-C15D-4513-AE20-22929A67AB4D}" destId="{D1ECA0A4-B429-4B00-AB00-D33AAD9B59E3}" srcOrd="11" destOrd="0" presId="urn:microsoft.com/office/officeart/2005/8/layout/list1"/>
    <dgm:cxn modelId="{2C006A02-A084-4CEF-A164-3100AF8C8509}" type="presParOf" srcId="{437B7175-C15D-4513-AE20-22929A67AB4D}" destId="{63EF07FD-D25B-4F37-B42E-C85DD5B49AEF}" srcOrd="12" destOrd="0" presId="urn:microsoft.com/office/officeart/2005/8/layout/list1"/>
    <dgm:cxn modelId="{55835E2D-3179-48B0-8439-E78865F872D8}" type="presParOf" srcId="{63EF07FD-D25B-4F37-B42E-C85DD5B49AEF}" destId="{BC3EE465-BE8E-466E-BC1F-43F791AF4732}" srcOrd="0" destOrd="0" presId="urn:microsoft.com/office/officeart/2005/8/layout/list1"/>
    <dgm:cxn modelId="{8DE65190-51FF-4F49-9C33-304AB56C11D8}" type="presParOf" srcId="{63EF07FD-D25B-4F37-B42E-C85DD5B49AEF}" destId="{C9F314C2-4167-43E7-ACD2-A6F0792F377E}" srcOrd="1" destOrd="0" presId="urn:microsoft.com/office/officeart/2005/8/layout/list1"/>
    <dgm:cxn modelId="{7B0F92C1-199D-43E2-9014-39B31CD5057B}" type="presParOf" srcId="{437B7175-C15D-4513-AE20-22929A67AB4D}" destId="{E338C198-27D1-48C2-BB14-982F096423C2}" srcOrd="13" destOrd="0" presId="urn:microsoft.com/office/officeart/2005/8/layout/list1"/>
    <dgm:cxn modelId="{A6C24429-B11B-4548-91CF-43FEE2608F1B}" type="presParOf" srcId="{437B7175-C15D-4513-AE20-22929A67AB4D}" destId="{E4B79D57-DDA1-47C4-A333-B7CFC71029AE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2CDCF44-DCDB-42BB-9D59-C156D8A8A850}" type="doc">
      <dgm:prSet loTypeId="urn:microsoft.com/office/officeart/2005/8/layout/list1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zh-CN" altLang="en-US"/>
        </a:p>
      </dgm:t>
    </dgm:pt>
    <dgm:pt modelId="{2EBD2543-989A-490F-9F38-2F86AB41027D}">
      <dgm:prSet phldrT="[文本]" custT="1"/>
      <dgm:spPr/>
      <dgm:t>
        <a:bodyPr/>
        <a:lstStyle/>
        <a:p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概念：在 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不影响紧后工作最早开始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的前提下，本工作可以利用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机动时间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gm:t>
    </dgm:pt>
    <dgm:pt modelId="{67E7DCC2-E4CA-4924-AEBF-CAB920D22FED}" type="parTrans" cxnId="{CD6AFF7C-5B01-4AA2-B969-F1FCEC5DF9F7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BFB1C603-2BB8-421D-BB81-C1FE99423773}" type="sibTrans" cxnId="{CD6AFF7C-5B01-4AA2-B969-F1FCEC5DF9F7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D535DEE1-CBAE-4095-87AF-0996A2FC346F}">
      <dgm:prSet phldrT="[文本]" custT="1"/>
      <dgm:spPr/>
      <dgm:t>
        <a:bodyPr/>
        <a:lstStyle/>
        <a:p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以终点节点为完成节点的工作，其自由时差应按网络计划的计划工期</a:t>
          </a:r>
          <a:r>
            <a:rPr lang="en-US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T</a:t>
          </a:r>
          <a:r>
            <a:rPr lang="en-US" altLang="en-US" sz="2000" b="1" baseline="-250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P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确定，即：</a:t>
          </a:r>
          <a:r>
            <a:rPr lang="en-US" altLang="en-US" sz="2000" b="1" dirty="0" err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FF</a:t>
          </a:r>
          <a:r>
            <a:rPr lang="en-US" altLang="en-US" sz="2000" b="1" baseline="-25000" dirty="0" err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i</a:t>
          </a:r>
          <a:r>
            <a:rPr lang="en-US" altLang="en-US" sz="2000" b="1" baseline="-25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-n</a:t>
          </a:r>
          <a:r>
            <a:rPr lang="en-US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=T</a:t>
          </a:r>
          <a:r>
            <a:rPr lang="en-US" altLang="en-US" sz="2000" b="1" baseline="-25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P</a:t>
          </a:r>
          <a:r>
            <a:rPr lang="en-US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-</a:t>
          </a:r>
          <a:r>
            <a:rPr lang="en-US" altLang="en-US" sz="2000" b="1" dirty="0" err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EF</a:t>
          </a:r>
          <a:r>
            <a:rPr lang="en-US" altLang="en-US" sz="2000" b="1" baseline="-25000" dirty="0" err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i</a:t>
          </a:r>
          <a:r>
            <a:rPr lang="en-US" altLang="en-US" sz="2000" b="1" baseline="-25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-n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gm:t>
    </dgm:pt>
    <dgm:pt modelId="{2DCEBAE0-0F15-44E2-AE09-697FFE3488F2}" type="parTrans" cxnId="{40ECA034-958A-4744-BB1A-2C85E2522D2A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3C5A12BF-8538-4DF2-B153-2A010546C47D}" type="sibTrans" cxnId="{40ECA034-958A-4744-BB1A-2C85E2522D2A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2C3EC5B-47C7-4B25-9760-E6B38FEFEE77}">
      <dgm:prSet phldrT="[文本]" custT="1"/>
      <dgm:spPr/>
      <dgm:t>
        <a:bodyPr/>
        <a:lstStyle/>
        <a:p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 工作有紧后工作，其</a:t>
          </a:r>
          <a:r>
            <a:rPr lang="zh-CN" altLang="en-US" sz="2000" b="1" u="none" strike="noStrike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自由时差 </a:t>
          </a:r>
          <a:r>
            <a:rPr lang="en-US" altLang="en-US" sz="2000" b="1" u="none" strike="noStrike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=min </a:t>
          </a:r>
          <a:r>
            <a:rPr lang="zh-CN" altLang="en-US" sz="2000" b="1" u="none" strike="noStrike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（ </a:t>
          </a:r>
          <a:r>
            <a:rPr lang="en-US" altLang="en-US" sz="2000" b="1" u="none" strike="noStrike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ES </a:t>
          </a:r>
          <a:r>
            <a:rPr lang="zh-CN" altLang="en-US" sz="2000" b="1" u="none" strike="noStrike" baseline="-25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紧后工作</a:t>
          </a:r>
          <a:r>
            <a:rPr lang="zh-CN" altLang="en-US" sz="2000" b="1" u="none" strike="noStrike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）－</a:t>
          </a:r>
          <a:r>
            <a:rPr lang="en-US" altLang="en-US" sz="2000" b="1" u="none" strike="noStrike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EF </a:t>
          </a:r>
          <a:r>
            <a:rPr lang="zh-CN" altLang="en-US" sz="2000" b="1" u="none" strike="noStrike" baseline="-25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本工作 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gm:t>
    </dgm:pt>
    <dgm:pt modelId="{81FAF80F-A5C6-4822-A277-DB78F84D1230}" type="parTrans" cxnId="{5EC925CA-D77E-41BE-8448-EE2039F06264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B32FDAE-9701-4D52-8922-57ED26F42832}" type="sibTrans" cxnId="{5EC925CA-D77E-41BE-8448-EE2039F06264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37B7175-C15D-4513-AE20-22929A67AB4D}" type="pres">
      <dgm:prSet presAssocID="{12CDCF44-DCDB-42BB-9D59-C156D8A8A850}" presName="linear" presStyleCnt="0">
        <dgm:presLayoutVars>
          <dgm:dir/>
          <dgm:animLvl val="lvl"/>
          <dgm:resizeHandles val="exact"/>
        </dgm:presLayoutVars>
      </dgm:prSet>
      <dgm:spPr/>
    </dgm:pt>
    <dgm:pt modelId="{DA8518EF-8A25-4B87-A7FE-9503F91DC727}" type="pres">
      <dgm:prSet presAssocID="{2EBD2543-989A-490F-9F38-2F86AB41027D}" presName="parentLin" presStyleCnt="0"/>
      <dgm:spPr/>
    </dgm:pt>
    <dgm:pt modelId="{3CE36FA1-F7DB-49B5-A8EF-3DCE52FC975E}" type="pres">
      <dgm:prSet presAssocID="{2EBD2543-989A-490F-9F38-2F86AB41027D}" presName="parentLeftMargin" presStyleLbl="node1" presStyleIdx="0" presStyleCnt="3"/>
      <dgm:spPr/>
    </dgm:pt>
    <dgm:pt modelId="{32102B57-4C0A-49DD-B555-80D6AE5C7E61}" type="pres">
      <dgm:prSet presAssocID="{2EBD2543-989A-490F-9F38-2F86AB41027D}" presName="parentText" presStyleLbl="node1" presStyleIdx="0" presStyleCnt="3" custScaleX="142857" custScaleY="245645">
        <dgm:presLayoutVars>
          <dgm:chMax val="0"/>
          <dgm:bulletEnabled val="1"/>
        </dgm:presLayoutVars>
      </dgm:prSet>
      <dgm:spPr/>
    </dgm:pt>
    <dgm:pt modelId="{8E187CC4-6474-4130-8A48-8D056A49E58A}" type="pres">
      <dgm:prSet presAssocID="{2EBD2543-989A-490F-9F38-2F86AB41027D}" presName="negativeSpace" presStyleCnt="0"/>
      <dgm:spPr/>
    </dgm:pt>
    <dgm:pt modelId="{3D6413CB-A3F8-4CC7-8AA1-84F2365D9CB0}" type="pres">
      <dgm:prSet presAssocID="{2EBD2543-989A-490F-9F38-2F86AB41027D}" presName="childText" presStyleLbl="conFgAcc1" presStyleIdx="0" presStyleCnt="3">
        <dgm:presLayoutVars>
          <dgm:bulletEnabled val="1"/>
        </dgm:presLayoutVars>
      </dgm:prSet>
      <dgm:spPr/>
    </dgm:pt>
    <dgm:pt modelId="{F5B0E694-FB8F-4A41-B30D-60252957FB03}" type="pres">
      <dgm:prSet presAssocID="{BFB1C603-2BB8-421D-BB81-C1FE99423773}" presName="spaceBetweenRectangles" presStyleCnt="0"/>
      <dgm:spPr/>
    </dgm:pt>
    <dgm:pt modelId="{C68FE8E9-1306-4BC8-878C-961C496AD311}" type="pres">
      <dgm:prSet presAssocID="{D535DEE1-CBAE-4095-87AF-0996A2FC346F}" presName="parentLin" presStyleCnt="0"/>
      <dgm:spPr/>
    </dgm:pt>
    <dgm:pt modelId="{ACB1C29D-AFFC-4665-A650-EE4FA0433284}" type="pres">
      <dgm:prSet presAssocID="{D535DEE1-CBAE-4095-87AF-0996A2FC346F}" presName="parentLeftMargin" presStyleLbl="node1" presStyleIdx="0" presStyleCnt="3"/>
      <dgm:spPr/>
    </dgm:pt>
    <dgm:pt modelId="{C3F88CDE-217E-4ABD-9C40-C12A60C1B957}" type="pres">
      <dgm:prSet presAssocID="{D535DEE1-CBAE-4095-87AF-0996A2FC346F}" presName="parentText" presStyleLbl="node1" presStyleIdx="1" presStyleCnt="3" custScaleX="142857" custScaleY="253626">
        <dgm:presLayoutVars>
          <dgm:chMax val="0"/>
          <dgm:bulletEnabled val="1"/>
        </dgm:presLayoutVars>
      </dgm:prSet>
      <dgm:spPr/>
    </dgm:pt>
    <dgm:pt modelId="{075B709A-249F-430D-98E8-49784428E4CD}" type="pres">
      <dgm:prSet presAssocID="{D535DEE1-CBAE-4095-87AF-0996A2FC346F}" presName="negativeSpace" presStyleCnt="0"/>
      <dgm:spPr/>
    </dgm:pt>
    <dgm:pt modelId="{BDE30B22-5D29-49B0-9920-7507209CE268}" type="pres">
      <dgm:prSet presAssocID="{D535DEE1-CBAE-4095-87AF-0996A2FC346F}" presName="childText" presStyleLbl="conFgAcc1" presStyleIdx="1" presStyleCnt="3">
        <dgm:presLayoutVars>
          <dgm:bulletEnabled val="1"/>
        </dgm:presLayoutVars>
      </dgm:prSet>
      <dgm:spPr/>
    </dgm:pt>
    <dgm:pt modelId="{ED6B1185-5931-4C8B-9F4B-64B7C9C53F8C}" type="pres">
      <dgm:prSet presAssocID="{3C5A12BF-8538-4DF2-B153-2A010546C47D}" presName="spaceBetweenRectangles" presStyleCnt="0"/>
      <dgm:spPr/>
    </dgm:pt>
    <dgm:pt modelId="{F5290E12-2DC6-4C34-AD23-3AA859C03C52}" type="pres">
      <dgm:prSet presAssocID="{42C3EC5B-47C7-4B25-9760-E6B38FEFEE77}" presName="parentLin" presStyleCnt="0"/>
      <dgm:spPr/>
    </dgm:pt>
    <dgm:pt modelId="{DCDDFB38-D18D-4D1D-8B7A-C0A8DEA31048}" type="pres">
      <dgm:prSet presAssocID="{42C3EC5B-47C7-4B25-9760-E6B38FEFEE77}" presName="parentLeftMargin" presStyleLbl="node1" presStyleIdx="1" presStyleCnt="3"/>
      <dgm:spPr/>
    </dgm:pt>
    <dgm:pt modelId="{8852532F-686F-4D47-B47C-008111ACE512}" type="pres">
      <dgm:prSet presAssocID="{42C3EC5B-47C7-4B25-9760-E6B38FEFEE77}" presName="parentText" presStyleLbl="node1" presStyleIdx="2" presStyleCnt="3" custScaleX="142857" custScaleY="248188">
        <dgm:presLayoutVars>
          <dgm:chMax val="0"/>
          <dgm:bulletEnabled val="1"/>
        </dgm:presLayoutVars>
      </dgm:prSet>
      <dgm:spPr/>
    </dgm:pt>
    <dgm:pt modelId="{D0D080D4-976C-44A2-AC7E-DCF4CD975228}" type="pres">
      <dgm:prSet presAssocID="{42C3EC5B-47C7-4B25-9760-E6B38FEFEE77}" presName="negativeSpace" presStyleCnt="0"/>
      <dgm:spPr/>
    </dgm:pt>
    <dgm:pt modelId="{E8ED073A-ED74-4E36-AA21-DB33EF3A60E9}" type="pres">
      <dgm:prSet presAssocID="{42C3EC5B-47C7-4B25-9760-E6B38FEFEE7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9B0D321C-B754-4341-9FB5-BE0AEFD1FD7A}" type="presOf" srcId="{D535DEE1-CBAE-4095-87AF-0996A2FC346F}" destId="{C3F88CDE-217E-4ABD-9C40-C12A60C1B957}" srcOrd="1" destOrd="0" presId="urn:microsoft.com/office/officeart/2005/8/layout/list1"/>
    <dgm:cxn modelId="{92040C33-8239-4BD7-8902-D74DEB48D3C2}" type="presOf" srcId="{12CDCF44-DCDB-42BB-9D59-C156D8A8A850}" destId="{437B7175-C15D-4513-AE20-22929A67AB4D}" srcOrd="0" destOrd="0" presId="urn:microsoft.com/office/officeart/2005/8/layout/list1"/>
    <dgm:cxn modelId="{40ECA034-958A-4744-BB1A-2C85E2522D2A}" srcId="{12CDCF44-DCDB-42BB-9D59-C156D8A8A850}" destId="{D535DEE1-CBAE-4095-87AF-0996A2FC346F}" srcOrd="1" destOrd="0" parTransId="{2DCEBAE0-0F15-44E2-AE09-697FFE3488F2}" sibTransId="{3C5A12BF-8538-4DF2-B153-2A010546C47D}"/>
    <dgm:cxn modelId="{4B284937-1F86-40A8-BA16-A2BE6B240DB3}" type="presOf" srcId="{D535DEE1-CBAE-4095-87AF-0996A2FC346F}" destId="{ACB1C29D-AFFC-4665-A650-EE4FA0433284}" srcOrd="0" destOrd="0" presId="urn:microsoft.com/office/officeart/2005/8/layout/list1"/>
    <dgm:cxn modelId="{CD6AFF7C-5B01-4AA2-B969-F1FCEC5DF9F7}" srcId="{12CDCF44-DCDB-42BB-9D59-C156D8A8A850}" destId="{2EBD2543-989A-490F-9F38-2F86AB41027D}" srcOrd="0" destOrd="0" parTransId="{67E7DCC2-E4CA-4924-AEBF-CAB920D22FED}" sibTransId="{BFB1C603-2BB8-421D-BB81-C1FE99423773}"/>
    <dgm:cxn modelId="{942041AE-8CA7-43CC-8DFD-6FA6749DD763}" type="presOf" srcId="{2EBD2543-989A-490F-9F38-2F86AB41027D}" destId="{3CE36FA1-F7DB-49B5-A8EF-3DCE52FC975E}" srcOrd="0" destOrd="0" presId="urn:microsoft.com/office/officeart/2005/8/layout/list1"/>
    <dgm:cxn modelId="{5EC925CA-D77E-41BE-8448-EE2039F06264}" srcId="{12CDCF44-DCDB-42BB-9D59-C156D8A8A850}" destId="{42C3EC5B-47C7-4B25-9760-E6B38FEFEE77}" srcOrd="2" destOrd="0" parTransId="{81FAF80F-A5C6-4822-A277-DB78F84D1230}" sibTransId="{4B32FDAE-9701-4D52-8922-57ED26F42832}"/>
    <dgm:cxn modelId="{8287F9D7-A497-46C6-A737-6F32136593FD}" type="presOf" srcId="{42C3EC5B-47C7-4B25-9760-E6B38FEFEE77}" destId="{8852532F-686F-4D47-B47C-008111ACE512}" srcOrd="1" destOrd="0" presId="urn:microsoft.com/office/officeart/2005/8/layout/list1"/>
    <dgm:cxn modelId="{872FA2EF-8DEA-459C-A97F-B66C83BD8F0A}" type="presOf" srcId="{2EBD2543-989A-490F-9F38-2F86AB41027D}" destId="{32102B57-4C0A-49DD-B555-80D6AE5C7E61}" srcOrd="1" destOrd="0" presId="urn:microsoft.com/office/officeart/2005/8/layout/list1"/>
    <dgm:cxn modelId="{B6D8B2FD-A7CA-4228-B55A-D8C638F1A43F}" type="presOf" srcId="{42C3EC5B-47C7-4B25-9760-E6B38FEFEE77}" destId="{DCDDFB38-D18D-4D1D-8B7A-C0A8DEA31048}" srcOrd="0" destOrd="0" presId="urn:microsoft.com/office/officeart/2005/8/layout/list1"/>
    <dgm:cxn modelId="{CE7273D0-61DC-4EF6-A901-BEC7E37F5460}" type="presParOf" srcId="{437B7175-C15D-4513-AE20-22929A67AB4D}" destId="{DA8518EF-8A25-4B87-A7FE-9503F91DC727}" srcOrd="0" destOrd="0" presId="urn:microsoft.com/office/officeart/2005/8/layout/list1"/>
    <dgm:cxn modelId="{A5EE5D66-DC75-475D-91A4-3F7D2DAB3C8E}" type="presParOf" srcId="{DA8518EF-8A25-4B87-A7FE-9503F91DC727}" destId="{3CE36FA1-F7DB-49B5-A8EF-3DCE52FC975E}" srcOrd="0" destOrd="0" presId="urn:microsoft.com/office/officeart/2005/8/layout/list1"/>
    <dgm:cxn modelId="{FE4330FF-4768-419F-A952-CAC73FE39C64}" type="presParOf" srcId="{DA8518EF-8A25-4B87-A7FE-9503F91DC727}" destId="{32102B57-4C0A-49DD-B555-80D6AE5C7E61}" srcOrd="1" destOrd="0" presId="urn:microsoft.com/office/officeart/2005/8/layout/list1"/>
    <dgm:cxn modelId="{6372F101-FC4B-4A57-B486-9A2745DB39E3}" type="presParOf" srcId="{437B7175-C15D-4513-AE20-22929A67AB4D}" destId="{8E187CC4-6474-4130-8A48-8D056A49E58A}" srcOrd="1" destOrd="0" presId="urn:microsoft.com/office/officeart/2005/8/layout/list1"/>
    <dgm:cxn modelId="{34AC280E-7DBC-47B9-B7C4-EAB4720C215F}" type="presParOf" srcId="{437B7175-C15D-4513-AE20-22929A67AB4D}" destId="{3D6413CB-A3F8-4CC7-8AA1-84F2365D9CB0}" srcOrd="2" destOrd="0" presId="urn:microsoft.com/office/officeart/2005/8/layout/list1"/>
    <dgm:cxn modelId="{205F2624-ED96-43CD-B16A-CF8A7BEFD41F}" type="presParOf" srcId="{437B7175-C15D-4513-AE20-22929A67AB4D}" destId="{F5B0E694-FB8F-4A41-B30D-60252957FB03}" srcOrd="3" destOrd="0" presId="urn:microsoft.com/office/officeart/2005/8/layout/list1"/>
    <dgm:cxn modelId="{A68FD29F-7868-4271-817A-758562A36662}" type="presParOf" srcId="{437B7175-C15D-4513-AE20-22929A67AB4D}" destId="{C68FE8E9-1306-4BC8-878C-961C496AD311}" srcOrd="4" destOrd="0" presId="urn:microsoft.com/office/officeart/2005/8/layout/list1"/>
    <dgm:cxn modelId="{3F5B1038-054A-4F55-9A55-E1F989C453C2}" type="presParOf" srcId="{C68FE8E9-1306-4BC8-878C-961C496AD311}" destId="{ACB1C29D-AFFC-4665-A650-EE4FA0433284}" srcOrd="0" destOrd="0" presId="urn:microsoft.com/office/officeart/2005/8/layout/list1"/>
    <dgm:cxn modelId="{C97CA3C3-FB2D-44C3-971A-570FCDF30136}" type="presParOf" srcId="{C68FE8E9-1306-4BC8-878C-961C496AD311}" destId="{C3F88CDE-217E-4ABD-9C40-C12A60C1B957}" srcOrd="1" destOrd="0" presId="urn:microsoft.com/office/officeart/2005/8/layout/list1"/>
    <dgm:cxn modelId="{B0F63F32-94D6-4CE6-BEB0-BBAB23681ABD}" type="presParOf" srcId="{437B7175-C15D-4513-AE20-22929A67AB4D}" destId="{075B709A-249F-430D-98E8-49784428E4CD}" srcOrd="5" destOrd="0" presId="urn:microsoft.com/office/officeart/2005/8/layout/list1"/>
    <dgm:cxn modelId="{6EEC96ED-B267-4F89-AA14-691AC0D86288}" type="presParOf" srcId="{437B7175-C15D-4513-AE20-22929A67AB4D}" destId="{BDE30B22-5D29-49B0-9920-7507209CE268}" srcOrd="6" destOrd="0" presId="urn:microsoft.com/office/officeart/2005/8/layout/list1"/>
    <dgm:cxn modelId="{0D3A85EE-DEAF-47B0-975B-B22FC9DF3464}" type="presParOf" srcId="{437B7175-C15D-4513-AE20-22929A67AB4D}" destId="{ED6B1185-5931-4C8B-9F4B-64B7C9C53F8C}" srcOrd="7" destOrd="0" presId="urn:microsoft.com/office/officeart/2005/8/layout/list1"/>
    <dgm:cxn modelId="{BB72FDE5-36DB-4D01-AFB7-2FDE08069C44}" type="presParOf" srcId="{437B7175-C15D-4513-AE20-22929A67AB4D}" destId="{F5290E12-2DC6-4C34-AD23-3AA859C03C52}" srcOrd="8" destOrd="0" presId="urn:microsoft.com/office/officeart/2005/8/layout/list1"/>
    <dgm:cxn modelId="{2A67BBA8-4378-4435-9C5F-A0EC3EB67F4B}" type="presParOf" srcId="{F5290E12-2DC6-4C34-AD23-3AA859C03C52}" destId="{DCDDFB38-D18D-4D1D-8B7A-C0A8DEA31048}" srcOrd="0" destOrd="0" presId="urn:microsoft.com/office/officeart/2005/8/layout/list1"/>
    <dgm:cxn modelId="{8B8CAF0E-A0E3-4E31-B87D-BD07410BCEED}" type="presParOf" srcId="{F5290E12-2DC6-4C34-AD23-3AA859C03C52}" destId="{8852532F-686F-4D47-B47C-008111ACE512}" srcOrd="1" destOrd="0" presId="urn:microsoft.com/office/officeart/2005/8/layout/list1"/>
    <dgm:cxn modelId="{ACC07183-0550-4C3F-8CA7-84C733EA612B}" type="presParOf" srcId="{437B7175-C15D-4513-AE20-22929A67AB4D}" destId="{D0D080D4-976C-44A2-AC7E-DCF4CD975228}" srcOrd="9" destOrd="0" presId="urn:microsoft.com/office/officeart/2005/8/layout/list1"/>
    <dgm:cxn modelId="{BEDB96EF-CCE3-4FAD-B40E-128CD94CB3C0}" type="presParOf" srcId="{437B7175-C15D-4513-AE20-22929A67AB4D}" destId="{E8ED073A-ED74-4E36-AA21-DB33EF3A60E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12CDCF44-DCDB-42BB-9D59-C156D8A8A850}" type="doc">
      <dgm:prSet loTypeId="urn:microsoft.com/office/officeart/2005/8/layout/list1" loCatId="list" qsTypeId="urn:microsoft.com/office/officeart/2005/8/quickstyle/simple1" qsCatId="simple" csTypeId="urn:microsoft.com/office/officeart/2005/8/colors/accent5_1" csCatId="accent5" phldr="1"/>
      <dgm:spPr/>
      <dgm:t>
        <a:bodyPr/>
        <a:lstStyle/>
        <a:p>
          <a:endParaRPr lang="zh-CN" altLang="en-US"/>
        </a:p>
      </dgm:t>
    </dgm:pt>
    <dgm:pt modelId="{2EBD2543-989A-490F-9F38-2F86AB41027D}">
      <dgm:prSet phldrT="[文本]" custT="1"/>
      <dgm:spPr/>
      <dgm:t>
        <a:bodyPr/>
        <a:lstStyle/>
        <a:p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概念：在 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不影响总工期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的前提下，本工作可以利用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机动时间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gm:t>
    </dgm:pt>
    <dgm:pt modelId="{67E7DCC2-E4CA-4924-AEBF-CAB920D22FED}" type="parTrans" cxnId="{CD6AFF7C-5B01-4AA2-B969-F1FCEC5DF9F7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BFB1C603-2BB8-421D-BB81-C1FE99423773}" type="sibTrans" cxnId="{CD6AFF7C-5B01-4AA2-B969-F1FCEC5DF9F7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D535DEE1-CBAE-4095-87AF-0996A2FC346F}">
      <dgm:prSet phldrT="[文本]" custT="1"/>
      <dgm:spPr/>
      <dgm:t>
        <a:bodyPr/>
        <a:lstStyle/>
        <a:p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总时差 </a:t>
          </a:r>
          <a:r>
            <a:rPr lang="en-US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=LS </a:t>
          </a:r>
          <a:r>
            <a:rPr lang="zh-CN" altLang="en-US" sz="2000" b="1" baseline="-25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本工作 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－</a:t>
          </a:r>
          <a:r>
            <a:rPr lang="en-US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ES </a:t>
          </a:r>
          <a:r>
            <a:rPr lang="zh-CN" altLang="en-US" sz="2000" b="1" baseline="-25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本工作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gm:t>
    </dgm:pt>
    <dgm:pt modelId="{2DCEBAE0-0F15-44E2-AE09-697FFE3488F2}" type="parTrans" cxnId="{40ECA034-958A-4744-BB1A-2C85E2522D2A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3C5A12BF-8538-4DF2-B153-2A010546C47D}" type="sibTrans" cxnId="{40ECA034-958A-4744-BB1A-2C85E2522D2A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2C3EC5B-47C7-4B25-9760-E6B38FEFEE77}">
      <dgm:prSet phldrT="[文本]" custT="1"/>
      <dgm:spPr/>
      <dgm:t>
        <a:bodyPr/>
        <a:lstStyle/>
        <a:p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 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总时差 </a:t>
          </a:r>
          <a:r>
            <a:rPr lang="en-US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=LF </a:t>
          </a:r>
          <a:r>
            <a:rPr lang="zh-CN" altLang="en-US" sz="2000" b="1" baseline="-25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本工作 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－</a:t>
          </a:r>
          <a:r>
            <a:rPr lang="en-US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EF </a:t>
          </a:r>
          <a:r>
            <a:rPr lang="zh-CN" altLang="en-US" sz="2000" b="1" baseline="-25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本工作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gm:t>
    </dgm:pt>
    <dgm:pt modelId="{81FAF80F-A5C6-4822-A277-DB78F84D1230}" type="parTrans" cxnId="{5EC925CA-D77E-41BE-8448-EE2039F06264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B32FDAE-9701-4D52-8922-57ED26F42832}" type="sibTrans" cxnId="{5EC925CA-D77E-41BE-8448-EE2039F06264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37B7175-C15D-4513-AE20-22929A67AB4D}" type="pres">
      <dgm:prSet presAssocID="{12CDCF44-DCDB-42BB-9D59-C156D8A8A850}" presName="linear" presStyleCnt="0">
        <dgm:presLayoutVars>
          <dgm:dir/>
          <dgm:animLvl val="lvl"/>
          <dgm:resizeHandles val="exact"/>
        </dgm:presLayoutVars>
      </dgm:prSet>
      <dgm:spPr/>
    </dgm:pt>
    <dgm:pt modelId="{DA8518EF-8A25-4B87-A7FE-9503F91DC727}" type="pres">
      <dgm:prSet presAssocID="{2EBD2543-989A-490F-9F38-2F86AB41027D}" presName="parentLin" presStyleCnt="0"/>
      <dgm:spPr/>
    </dgm:pt>
    <dgm:pt modelId="{3CE36FA1-F7DB-49B5-A8EF-3DCE52FC975E}" type="pres">
      <dgm:prSet presAssocID="{2EBD2543-989A-490F-9F38-2F86AB41027D}" presName="parentLeftMargin" presStyleLbl="node1" presStyleIdx="0" presStyleCnt="3"/>
      <dgm:spPr/>
    </dgm:pt>
    <dgm:pt modelId="{32102B57-4C0A-49DD-B555-80D6AE5C7E61}" type="pres">
      <dgm:prSet presAssocID="{2EBD2543-989A-490F-9F38-2F86AB41027D}" presName="parentText" presStyleLbl="node1" presStyleIdx="0" presStyleCnt="3" custScaleX="142857" custScaleY="245645">
        <dgm:presLayoutVars>
          <dgm:chMax val="0"/>
          <dgm:bulletEnabled val="1"/>
        </dgm:presLayoutVars>
      </dgm:prSet>
      <dgm:spPr/>
    </dgm:pt>
    <dgm:pt modelId="{8E187CC4-6474-4130-8A48-8D056A49E58A}" type="pres">
      <dgm:prSet presAssocID="{2EBD2543-989A-490F-9F38-2F86AB41027D}" presName="negativeSpace" presStyleCnt="0"/>
      <dgm:spPr/>
    </dgm:pt>
    <dgm:pt modelId="{3D6413CB-A3F8-4CC7-8AA1-84F2365D9CB0}" type="pres">
      <dgm:prSet presAssocID="{2EBD2543-989A-490F-9F38-2F86AB41027D}" presName="childText" presStyleLbl="conFgAcc1" presStyleIdx="0" presStyleCnt="3">
        <dgm:presLayoutVars>
          <dgm:bulletEnabled val="1"/>
        </dgm:presLayoutVars>
      </dgm:prSet>
      <dgm:spPr/>
    </dgm:pt>
    <dgm:pt modelId="{F5B0E694-FB8F-4A41-B30D-60252957FB03}" type="pres">
      <dgm:prSet presAssocID="{BFB1C603-2BB8-421D-BB81-C1FE99423773}" presName="spaceBetweenRectangles" presStyleCnt="0"/>
      <dgm:spPr/>
    </dgm:pt>
    <dgm:pt modelId="{C68FE8E9-1306-4BC8-878C-961C496AD311}" type="pres">
      <dgm:prSet presAssocID="{D535DEE1-CBAE-4095-87AF-0996A2FC346F}" presName="parentLin" presStyleCnt="0"/>
      <dgm:spPr/>
    </dgm:pt>
    <dgm:pt modelId="{ACB1C29D-AFFC-4665-A650-EE4FA0433284}" type="pres">
      <dgm:prSet presAssocID="{D535DEE1-CBAE-4095-87AF-0996A2FC346F}" presName="parentLeftMargin" presStyleLbl="node1" presStyleIdx="0" presStyleCnt="3"/>
      <dgm:spPr/>
    </dgm:pt>
    <dgm:pt modelId="{C3F88CDE-217E-4ABD-9C40-C12A60C1B957}" type="pres">
      <dgm:prSet presAssocID="{D535DEE1-CBAE-4095-87AF-0996A2FC346F}" presName="parentText" presStyleLbl="node1" presStyleIdx="1" presStyleCnt="3" custScaleX="142857" custScaleY="253626">
        <dgm:presLayoutVars>
          <dgm:chMax val="0"/>
          <dgm:bulletEnabled val="1"/>
        </dgm:presLayoutVars>
      </dgm:prSet>
      <dgm:spPr/>
    </dgm:pt>
    <dgm:pt modelId="{075B709A-249F-430D-98E8-49784428E4CD}" type="pres">
      <dgm:prSet presAssocID="{D535DEE1-CBAE-4095-87AF-0996A2FC346F}" presName="negativeSpace" presStyleCnt="0"/>
      <dgm:spPr/>
    </dgm:pt>
    <dgm:pt modelId="{BDE30B22-5D29-49B0-9920-7507209CE268}" type="pres">
      <dgm:prSet presAssocID="{D535DEE1-CBAE-4095-87AF-0996A2FC346F}" presName="childText" presStyleLbl="conFgAcc1" presStyleIdx="1" presStyleCnt="3">
        <dgm:presLayoutVars>
          <dgm:bulletEnabled val="1"/>
        </dgm:presLayoutVars>
      </dgm:prSet>
      <dgm:spPr/>
    </dgm:pt>
    <dgm:pt modelId="{ED6B1185-5931-4C8B-9F4B-64B7C9C53F8C}" type="pres">
      <dgm:prSet presAssocID="{3C5A12BF-8538-4DF2-B153-2A010546C47D}" presName="spaceBetweenRectangles" presStyleCnt="0"/>
      <dgm:spPr/>
    </dgm:pt>
    <dgm:pt modelId="{F5290E12-2DC6-4C34-AD23-3AA859C03C52}" type="pres">
      <dgm:prSet presAssocID="{42C3EC5B-47C7-4B25-9760-E6B38FEFEE77}" presName="parentLin" presStyleCnt="0"/>
      <dgm:spPr/>
    </dgm:pt>
    <dgm:pt modelId="{DCDDFB38-D18D-4D1D-8B7A-C0A8DEA31048}" type="pres">
      <dgm:prSet presAssocID="{42C3EC5B-47C7-4B25-9760-E6B38FEFEE77}" presName="parentLeftMargin" presStyleLbl="node1" presStyleIdx="1" presStyleCnt="3"/>
      <dgm:spPr/>
    </dgm:pt>
    <dgm:pt modelId="{8852532F-686F-4D47-B47C-008111ACE512}" type="pres">
      <dgm:prSet presAssocID="{42C3EC5B-47C7-4B25-9760-E6B38FEFEE77}" presName="parentText" presStyleLbl="node1" presStyleIdx="2" presStyleCnt="3" custScaleX="142857" custScaleY="248188">
        <dgm:presLayoutVars>
          <dgm:chMax val="0"/>
          <dgm:bulletEnabled val="1"/>
        </dgm:presLayoutVars>
      </dgm:prSet>
      <dgm:spPr/>
    </dgm:pt>
    <dgm:pt modelId="{D0D080D4-976C-44A2-AC7E-DCF4CD975228}" type="pres">
      <dgm:prSet presAssocID="{42C3EC5B-47C7-4B25-9760-E6B38FEFEE77}" presName="negativeSpace" presStyleCnt="0"/>
      <dgm:spPr/>
    </dgm:pt>
    <dgm:pt modelId="{E8ED073A-ED74-4E36-AA21-DB33EF3A60E9}" type="pres">
      <dgm:prSet presAssocID="{42C3EC5B-47C7-4B25-9760-E6B38FEFEE7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40ECA034-958A-4744-BB1A-2C85E2522D2A}" srcId="{12CDCF44-DCDB-42BB-9D59-C156D8A8A850}" destId="{D535DEE1-CBAE-4095-87AF-0996A2FC346F}" srcOrd="1" destOrd="0" parTransId="{2DCEBAE0-0F15-44E2-AE09-697FFE3488F2}" sibTransId="{3C5A12BF-8538-4DF2-B153-2A010546C47D}"/>
    <dgm:cxn modelId="{340CE95E-708F-4876-B40D-B271710F4CCE}" type="presOf" srcId="{2EBD2543-989A-490F-9F38-2F86AB41027D}" destId="{3CE36FA1-F7DB-49B5-A8EF-3DCE52FC975E}" srcOrd="0" destOrd="0" presId="urn:microsoft.com/office/officeart/2005/8/layout/list1"/>
    <dgm:cxn modelId="{345CC062-8446-4BDA-923D-17BF6798A915}" type="presOf" srcId="{2EBD2543-989A-490F-9F38-2F86AB41027D}" destId="{32102B57-4C0A-49DD-B555-80D6AE5C7E61}" srcOrd="1" destOrd="0" presId="urn:microsoft.com/office/officeart/2005/8/layout/list1"/>
    <dgm:cxn modelId="{FDE17945-AD31-4826-BA05-FBF049714602}" type="presOf" srcId="{12CDCF44-DCDB-42BB-9D59-C156D8A8A850}" destId="{437B7175-C15D-4513-AE20-22929A67AB4D}" srcOrd="0" destOrd="0" presId="urn:microsoft.com/office/officeart/2005/8/layout/list1"/>
    <dgm:cxn modelId="{CD6AFF7C-5B01-4AA2-B969-F1FCEC5DF9F7}" srcId="{12CDCF44-DCDB-42BB-9D59-C156D8A8A850}" destId="{2EBD2543-989A-490F-9F38-2F86AB41027D}" srcOrd="0" destOrd="0" parTransId="{67E7DCC2-E4CA-4924-AEBF-CAB920D22FED}" sibTransId="{BFB1C603-2BB8-421D-BB81-C1FE99423773}"/>
    <dgm:cxn modelId="{CBBEC190-188E-4EA7-9A51-F6A61E904692}" type="presOf" srcId="{42C3EC5B-47C7-4B25-9760-E6B38FEFEE77}" destId="{DCDDFB38-D18D-4D1D-8B7A-C0A8DEA31048}" srcOrd="0" destOrd="0" presId="urn:microsoft.com/office/officeart/2005/8/layout/list1"/>
    <dgm:cxn modelId="{5EC925CA-D77E-41BE-8448-EE2039F06264}" srcId="{12CDCF44-DCDB-42BB-9D59-C156D8A8A850}" destId="{42C3EC5B-47C7-4B25-9760-E6B38FEFEE77}" srcOrd="2" destOrd="0" parTransId="{81FAF80F-A5C6-4822-A277-DB78F84D1230}" sibTransId="{4B32FDAE-9701-4D52-8922-57ED26F42832}"/>
    <dgm:cxn modelId="{4AF9C5CF-936E-4AA8-A5CB-62FC7016EC0D}" type="presOf" srcId="{42C3EC5B-47C7-4B25-9760-E6B38FEFEE77}" destId="{8852532F-686F-4D47-B47C-008111ACE512}" srcOrd="1" destOrd="0" presId="urn:microsoft.com/office/officeart/2005/8/layout/list1"/>
    <dgm:cxn modelId="{63AFA1EB-E793-4F28-9ABA-4B1762D1F0E1}" type="presOf" srcId="{D535DEE1-CBAE-4095-87AF-0996A2FC346F}" destId="{ACB1C29D-AFFC-4665-A650-EE4FA0433284}" srcOrd="0" destOrd="0" presId="urn:microsoft.com/office/officeart/2005/8/layout/list1"/>
    <dgm:cxn modelId="{9340B6EF-7473-4BBC-B546-24368EFAA47A}" type="presOf" srcId="{D535DEE1-CBAE-4095-87AF-0996A2FC346F}" destId="{C3F88CDE-217E-4ABD-9C40-C12A60C1B957}" srcOrd="1" destOrd="0" presId="urn:microsoft.com/office/officeart/2005/8/layout/list1"/>
    <dgm:cxn modelId="{35FEE128-CF3C-4DDA-96CE-804B88C00136}" type="presParOf" srcId="{437B7175-C15D-4513-AE20-22929A67AB4D}" destId="{DA8518EF-8A25-4B87-A7FE-9503F91DC727}" srcOrd="0" destOrd="0" presId="urn:microsoft.com/office/officeart/2005/8/layout/list1"/>
    <dgm:cxn modelId="{79F2CC70-525C-40A9-8764-78040E15429E}" type="presParOf" srcId="{DA8518EF-8A25-4B87-A7FE-9503F91DC727}" destId="{3CE36FA1-F7DB-49B5-A8EF-3DCE52FC975E}" srcOrd="0" destOrd="0" presId="urn:microsoft.com/office/officeart/2005/8/layout/list1"/>
    <dgm:cxn modelId="{7BE9B71C-973D-4B8D-94A4-4C0C319C468D}" type="presParOf" srcId="{DA8518EF-8A25-4B87-A7FE-9503F91DC727}" destId="{32102B57-4C0A-49DD-B555-80D6AE5C7E61}" srcOrd="1" destOrd="0" presId="urn:microsoft.com/office/officeart/2005/8/layout/list1"/>
    <dgm:cxn modelId="{E57B9B52-91FC-4D7C-9387-A5DE907799EF}" type="presParOf" srcId="{437B7175-C15D-4513-AE20-22929A67AB4D}" destId="{8E187CC4-6474-4130-8A48-8D056A49E58A}" srcOrd="1" destOrd="0" presId="urn:microsoft.com/office/officeart/2005/8/layout/list1"/>
    <dgm:cxn modelId="{F2EFB7D6-FA25-4549-9B8E-42FD7471B547}" type="presParOf" srcId="{437B7175-C15D-4513-AE20-22929A67AB4D}" destId="{3D6413CB-A3F8-4CC7-8AA1-84F2365D9CB0}" srcOrd="2" destOrd="0" presId="urn:microsoft.com/office/officeart/2005/8/layout/list1"/>
    <dgm:cxn modelId="{0750CDAF-0200-48A3-AD66-3BB5BE3DCA36}" type="presParOf" srcId="{437B7175-C15D-4513-AE20-22929A67AB4D}" destId="{F5B0E694-FB8F-4A41-B30D-60252957FB03}" srcOrd="3" destOrd="0" presId="urn:microsoft.com/office/officeart/2005/8/layout/list1"/>
    <dgm:cxn modelId="{73E6F5BA-19F0-476C-B05F-C06B06A4639F}" type="presParOf" srcId="{437B7175-C15D-4513-AE20-22929A67AB4D}" destId="{C68FE8E9-1306-4BC8-878C-961C496AD311}" srcOrd="4" destOrd="0" presId="urn:microsoft.com/office/officeart/2005/8/layout/list1"/>
    <dgm:cxn modelId="{CF697936-C5D3-4C1E-84D1-33B825E58451}" type="presParOf" srcId="{C68FE8E9-1306-4BC8-878C-961C496AD311}" destId="{ACB1C29D-AFFC-4665-A650-EE4FA0433284}" srcOrd="0" destOrd="0" presId="urn:microsoft.com/office/officeart/2005/8/layout/list1"/>
    <dgm:cxn modelId="{95D68A49-6149-47A4-82A9-6CE43A30E5CF}" type="presParOf" srcId="{C68FE8E9-1306-4BC8-878C-961C496AD311}" destId="{C3F88CDE-217E-4ABD-9C40-C12A60C1B957}" srcOrd="1" destOrd="0" presId="urn:microsoft.com/office/officeart/2005/8/layout/list1"/>
    <dgm:cxn modelId="{93E137EE-1C9F-40B9-A393-EEFF311DB5F6}" type="presParOf" srcId="{437B7175-C15D-4513-AE20-22929A67AB4D}" destId="{075B709A-249F-430D-98E8-49784428E4CD}" srcOrd="5" destOrd="0" presId="urn:microsoft.com/office/officeart/2005/8/layout/list1"/>
    <dgm:cxn modelId="{3CA16EF5-1994-45C6-923D-02C58930281B}" type="presParOf" srcId="{437B7175-C15D-4513-AE20-22929A67AB4D}" destId="{BDE30B22-5D29-49B0-9920-7507209CE268}" srcOrd="6" destOrd="0" presId="urn:microsoft.com/office/officeart/2005/8/layout/list1"/>
    <dgm:cxn modelId="{60419E28-E2B0-412F-9991-0E1FB58E28F4}" type="presParOf" srcId="{437B7175-C15D-4513-AE20-22929A67AB4D}" destId="{ED6B1185-5931-4C8B-9F4B-64B7C9C53F8C}" srcOrd="7" destOrd="0" presId="urn:microsoft.com/office/officeart/2005/8/layout/list1"/>
    <dgm:cxn modelId="{BFB00D69-A6F8-4820-947E-CF98E8D0EFE2}" type="presParOf" srcId="{437B7175-C15D-4513-AE20-22929A67AB4D}" destId="{F5290E12-2DC6-4C34-AD23-3AA859C03C52}" srcOrd="8" destOrd="0" presId="urn:microsoft.com/office/officeart/2005/8/layout/list1"/>
    <dgm:cxn modelId="{5D5B0CEB-E5F8-4700-A4DA-5A171E0D2A3C}" type="presParOf" srcId="{F5290E12-2DC6-4C34-AD23-3AA859C03C52}" destId="{DCDDFB38-D18D-4D1D-8B7A-C0A8DEA31048}" srcOrd="0" destOrd="0" presId="urn:microsoft.com/office/officeart/2005/8/layout/list1"/>
    <dgm:cxn modelId="{BA6718D0-D0FF-4D3B-B02B-5C3CDFFAB0BA}" type="presParOf" srcId="{F5290E12-2DC6-4C34-AD23-3AA859C03C52}" destId="{8852532F-686F-4D47-B47C-008111ACE512}" srcOrd="1" destOrd="0" presId="urn:microsoft.com/office/officeart/2005/8/layout/list1"/>
    <dgm:cxn modelId="{F6634FC9-1B02-4C9D-A861-C6D47302EA39}" type="presParOf" srcId="{437B7175-C15D-4513-AE20-22929A67AB4D}" destId="{D0D080D4-976C-44A2-AC7E-DCF4CD975228}" srcOrd="9" destOrd="0" presId="urn:microsoft.com/office/officeart/2005/8/layout/list1"/>
    <dgm:cxn modelId="{686C7903-777E-48F2-A38F-33CDC3E4066C}" type="presParOf" srcId="{437B7175-C15D-4513-AE20-22929A67AB4D}" destId="{E8ED073A-ED74-4E36-AA21-DB33EF3A60E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12CDCF44-DCDB-42BB-9D59-C156D8A8A850}" type="doc">
      <dgm:prSet loTypeId="urn:microsoft.com/office/officeart/2005/8/layout/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zh-CN" altLang="en-US"/>
        </a:p>
      </dgm:t>
    </dgm:pt>
    <dgm:pt modelId="{2EBD2543-989A-490F-9F38-2F86AB41027D}">
      <dgm:prSet phldrT="[文本]" custT="1"/>
      <dgm:spPr/>
      <dgm:t>
        <a:bodyPr/>
        <a:lstStyle/>
        <a:p>
          <a:r>
            <a: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1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）网络计划中， 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总时差最小的工作为关键工作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gm:t>
    </dgm:pt>
    <dgm:pt modelId="{67E7DCC2-E4CA-4924-AEBF-CAB920D22FED}" type="parTrans" cxnId="{CD6AFF7C-5B01-4AA2-B969-F1FCEC5DF9F7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BFB1C603-2BB8-421D-BB81-C1FE99423773}" type="sibTrans" cxnId="{CD6AFF7C-5B01-4AA2-B969-F1FCEC5DF9F7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D535DEE1-CBAE-4095-87AF-0996A2FC346F}">
      <dgm:prSet phldrT="[文本]" custT="1"/>
      <dgm:spPr/>
      <dgm:t>
        <a:bodyPr/>
        <a:lstStyle/>
        <a:p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 </a:t>
          </a:r>
          <a:r>
            <a: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2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）当网络计划的 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计划工期等于计算工期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时， 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总时差为零的工作就是关键工作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gm:t>
    </dgm:pt>
    <dgm:pt modelId="{2DCEBAE0-0F15-44E2-AE09-697FFE3488F2}" type="parTrans" cxnId="{40ECA034-958A-4744-BB1A-2C85E2522D2A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3C5A12BF-8538-4DF2-B153-2A010546C47D}" type="sibTrans" cxnId="{40ECA034-958A-4744-BB1A-2C85E2522D2A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2C3EC5B-47C7-4B25-9760-E6B38FEFEE77}">
      <dgm:prSet phldrT="[文本]" custT="1"/>
      <dgm:spPr/>
      <dgm:t>
        <a:bodyPr/>
        <a:lstStyle/>
        <a:p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 </a:t>
          </a:r>
          <a:r>
            <a: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3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）当计划工期大于计算工期时，关键工作的总时差均为正值；反之，均为负值；</a:t>
          </a:r>
        </a:p>
      </dgm:t>
    </dgm:pt>
    <dgm:pt modelId="{81FAF80F-A5C6-4822-A277-DB78F84D1230}" type="parTrans" cxnId="{5EC925CA-D77E-41BE-8448-EE2039F06264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B32FDAE-9701-4D52-8922-57ED26F42832}" type="sibTrans" cxnId="{5EC925CA-D77E-41BE-8448-EE2039F06264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716A5427-146B-4AE5-9410-3EF3412BD361}">
      <dgm:prSet phldrT="[文本]" custT="1"/>
      <dgm:spPr/>
      <dgm:t>
        <a:bodyPr/>
        <a:lstStyle/>
        <a:p>
          <a:r>
            <a: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4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）关键工作是迟开始与早开始差值最小的工作；关键工作也是迟完成与早完成差值最小的工作；</a:t>
          </a:r>
        </a:p>
      </dgm:t>
    </dgm:pt>
    <dgm:pt modelId="{1B5FE195-2B9F-44E0-AEEF-E0DD5F5BBAE0}" type="parTrans" cxnId="{870A218A-ED09-4C70-BFC8-A93DC43DBF15}">
      <dgm:prSet/>
      <dgm:spPr/>
      <dgm:t>
        <a:bodyPr/>
        <a:lstStyle/>
        <a:p>
          <a:endParaRPr lang="zh-CN" altLang="en-US"/>
        </a:p>
      </dgm:t>
    </dgm:pt>
    <dgm:pt modelId="{887F8857-0B40-4133-BA9E-36D3B41A261B}" type="sibTrans" cxnId="{870A218A-ED09-4C70-BFC8-A93DC43DBF15}">
      <dgm:prSet/>
      <dgm:spPr/>
      <dgm:t>
        <a:bodyPr/>
        <a:lstStyle/>
        <a:p>
          <a:endParaRPr lang="zh-CN" altLang="en-US"/>
        </a:p>
      </dgm:t>
    </dgm:pt>
    <dgm:pt modelId="{437B7175-C15D-4513-AE20-22929A67AB4D}" type="pres">
      <dgm:prSet presAssocID="{12CDCF44-DCDB-42BB-9D59-C156D8A8A850}" presName="linear" presStyleCnt="0">
        <dgm:presLayoutVars>
          <dgm:dir/>
          <dgm:animLvl val="lvl"/>
          <dgm:resizeHandles val="exact"/>
        </dgm:presLayoutVars>
      </dgm:prSet>
      <dgm:spPr/>
    </dgm:pt>
    <dgm:pt modelId="{DA8518EF-8A25-4B87-A7FE-9503F91DC727}" type="pres">
      <dgm:prSet presAssocID="{2EBD2543-989A-490F-9F38-2F86AB41027D}" presName="parentLin" presStyleCnt="0"/>
      <dgm:spPr/>
    </dgm:pt>
    <dgm:pt modelId="{3CE36FA1-F7DB-49B5-A8EF-3DCE52FC975E}" type="pres">
      <dgm:prSet presAssocID="{2EBD2543-989A-490F-9F38-2F86AB41027D}" presName="parentLeftMargin" presStyleLbl="node1" presStyleIdx="0" presStyleCnt="4"/>
      <dgm:spPr/>
    </dgm:pt>
    <dgm:pt modelId="{32102B57-4C0A-49DD-B555-80D6AE5C7E61}" type="pres">
      <dgm:prSet presAssocID="{2EBD2543-989A-490F-9F38-2F86AB41027D}" presName="parentText" presStyleLbl="node1" presStyleIdx="0" presStyleCnt="4" custScaleX="142857" custScaleY="245645">
        <dgm:presLayoutVars>
          <dgm:chMax val="0"/>
          <dgm:bulletEnabled val="1"/>
        </dgm:presLayoutVars>
      </dgm:prSet>
      <dgm:spPr/>
    </dgm:pt>
    <dgm:pt modelId="{8E187CC4-6474-4130-8A48-8D056A49E58A}" type="pres">
      <dgm:prSet presAssocID="{2EBD2543-989A-490F-9F38-2F86AB41027D}" presName="negativeSpace" presStyleCnt="0"/>
      <dgm:spPr/>
    </dgm:pt>
    <dgm:pt modelId="{3D6413CB-A3F8-4CC7-8AA1-84F2365D9CB0}" type="pres">
      <dgm:prSet presAssocID="{2EBD2543-989A-490F-9F38-2F86AB41027D}" presName="childText" presStyleLbl="conFgAcc1" presStyleIdx="0" presStyleCnt="4">
        <dgm:presLayoutVars>
          <dgm:bulletEnabled val="1"/>
        </dgm:presLayoutVars>
      </dgm:prSet>
      <dgm:spPr/>
    </dgm:pt>
    <dgm:pt modelId="{F5B0E694-FB8F-4A41-B30D-60252957FB03}" type="pres">
      <dgm:prSet presAssocID="{BFB1C603-2BB8-421D-BB81-C1FE99423773}" presName="spaceBetweenRectangles" presStyleCnt="0"/>
      <dgm:spPr/>
    </dgm:pt>
    <dgm:pt modelId="{C68FE8E9-1306-4BC8-878C-961C496AD311}" type="pres">
      <dgm:prSet presAssocID="{D535DEE1-CBAE-4095-87AF-0996A2FC346F}" presName="parentLin" presStyleCnt="0"/>
      <dgm:spPr/>
    </dgm:pt>
    <dgm:pt modelId="{ACB1C29D-AFFC-4665-A650-EE4FA0433284}" type="pres">
      <dgm:prSet presAssocID="{D535DEE1-CBAE-4095-87AF-0996A2FC346F}" presName="parentLeftMargin" presStyleLbl="node1" presStyleIdx="0" presStyleCnt="4"/>
      <dgm:spPr/>
    </dgm:pt>
    <dgm:pt modelId="{C3F88CDE-217E-4ABD-9C40-C12A60C1B957}" type="pres">
      <dgm:prSet presAssocID="{D535DEE1-CBAE-4095-87AF-0996A2FC346F}" presName="parentText" presStyleLbl="node1" presStyleIdx="1" presStyleCnt="4" custScaleX="142857" custScaleY="253626">
        <dgm:presLayoutVars>
          <dgm:chMax val="0"/>
          <dgm:bulletEnabled val="1"/>
        </dgm:presLayoutVars>
      </dgm:prSet>
      <dgm:spPr/>
    </dgm:pt>
    <dgm:pt modelId="{075B709A-249F-430D-98E8-49784428E4CD}" type="pres">
      <dgm:prSet presAssocID="{D535DEE1-CBAE-4095-87AF-0996A2FC346F}" presName="negativeSpace" presStyleCnt="0"/>
      <dgm:spPr/>
    </dgm:pt>
    <dgm:pt modelId="{BDE30B22-5D29-49B0-9920-7507209CE268}" type="pres">
      <dgm:prSet presAssocID="{D535DEE1-CBAE-4095-87AF-0996A2FC346F}" presName="childText" presStyleLbl="conFgAcc1" presStyleIdx="1" presStyleCnt="4">
        <dgm:presLayoutVars>
          <dgm:bulletEnabled val="1"/>
        </dgm:presLayoutVars>
      </dgm:prSet>
      <dgm:spPr/>
    </dgm:pt>
    <dgm:pt modelId="{ED6B1185-5931-4C8B-9F4B-64B7C9C53F8C}" type="pres">
      <dgm:prSet presAssocID="{3C5A12BF-8538-4DF2-B153-2A010546C47D}" presName="spaceBetweenRectangles" presStyleCnt="0"/>
      <dgm:spPr/>
    </dgm:pt>
    <dgm:pt modelId="{F5290E12-2DC6-4C34-AD23-3AA859C03C52}" type="pres">
      <dgm:prSet presAssocID="{42C3EC5B-47C7-4B25-9760-E6B38FEFEE77}" presName="parentLin" presStyleCnt="0"/>
      <dgm:spPr/>
    </dgm:pt>
    <dgm:pt modelId="{DCDDFB38-D18D-4D1D-8B7A-C0A8DEA31048}" type="pres">
      <dgm:prSet presAssocID="{42C3EC5B-47C7-4B25-9760-E6B38FEFEE77}" presName="parentLeftMargin" presStyleLbl="node1" presStyleIdx="1" presStyleCnt="4"/>
      <dgm:spPr/>
    </dgm:pt>
    <dgm:pt modelId="{8852532F-686F-4D47-B47C-008111ACE512}" type="pres">
      <dgm:prSet presAssocID="{42C3EC5B-47C7-4B25-9760-E6B38FEFEE77}" presName="parentText" presStyleLbl="node1" presStyleIdx="2" presStyleCnt="4" custScaleX="142857" custScaleY="248188">
        <dgm:presLayoutVars>
          <dgm:chMax val="0"/>
          <dgm:bulletEnabled val="1"/>
        </dgm:presLayoutVars>
      </dgm:prSet>
      <dgm:spPr/>
    </dgm:pt>
    <dgm:pt modelId="{D0D080D4-976C-44A2-AC7E-DCF4CD975228}" type="pres">
      <dgm:prSet presAssocID="{42C3EC5B-47C7-4B25-9760-E6B38FEFEE77}" presName="negativeSpace" presStyleCnt="0"/>
      <dgm:spPr/>
    </dgm:pt>
    <dgm:pt modelId="{E8ED073A-ED74-4E36-AA21-DB33EF3A60E9}" type="pres">
      <dgm:prSet presAssocID="{42C3EC5B-47C7-4B25-9760-E6B38FEFEE77}" presName="childText" presStyleLbl="conFgAcc1" presStyleIdx="2" presStyleCnt="4">
        <dgm:presLayoutVars>
          <dgm:bulletEnabled val="1"/>
        </dgm:presLayoutVars>
      </dgm:prSet>
      <dgm:spPr/>
    </dgm:pt>
    <dgm:pt modelId="{D1ECA0A4-B429-4B00-AB00-D33AAD9B59E3}" type="pres">
      <dgm:prSet presAssocID="{4B32FDAE-9701-4D52-8922-57ED26F42832}" presName="spaceBetweenRectangles" presStyleCnt="0"/>
      <dgm:spPr/>
    </dgm:pt>
    <dgm:pt modelId="{63EF07FD-D25B-4F37-B42E-C85DD5B49AEF}" type="pres">
      <dgm:prSet presAssocID="{716A5427-146B-4AE5-9410-3EF3412BD361}" presName="parentLin" presStyleCnt="0"/>
      <dgm:spPr/>
    </dgm:pt>
    <dgm:pt modelId="{BC3EE465-BE8E-466E-BC1F-43F791AF4732}" type="pres">
      <dgm:prSet presAssocID="{716A5427-146B-4AE5-9410-3EF3412BD361}" presName="parentLeftMargin" presStyleLbl="node1" presStyleIdx="2" presStyleCnt="4"/>
      <dgm:spPr/>
    </dgm:pt>
    <dgm:pt modelId="{C9F314C2-4167-43E7-ACD2-A6F0792F377E}" type="pres">
      <dgm:prSet presAssocID="{716A5427-146B-4AE5-9410-3EF3412BD361}" presName="parentText" presStyleLbl="node1" presStyleIdx="3" presStyleCnt="4" custScaleX="142857" custScaleY="220107">
        <dgm:presLayoutVars>
          <dgm:chMax val="0"/>
          <dgm:bulletEnabled val="1"/>
        </dgm:presLayoutVars>
      </dgm:prSet>
      <dgm:spPr/>
    </dgm:pt>
    <dgm:pt modelId="{E338C198-27D1-48C2-BB14-982F096423C2}" type="pres">
      <dgm:prSet presAssocID="{716A5427-146B-4AE5-9410-3EF3412BD361}" presName="negativeSpace" presStyleCnt="0"/>
      <dgm:spPr/>
    </dgm:pt>
    <dgm:pt modelId="{E4B79D57-DDA1-47C4-A333-B7CFC71029AE}" type="pres">
      <dgm:prSet presAssocID="{716A5427-146B-4AE5-9410-3EF3412BD361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18A26C1A-974C-458A-95C2-60B0FC6FA714}" type="presOf" srcId="{716A5427-146B-4AE5-9410-3EF3412BD361}" destId="{BC3EE465-BE8E-466E-BC1F-43F791AF4732}" srcOrd="0" destOrd="0" presId="urn:microsoft.com/office/officeart/2005/8/layout/list1"/>
    <dgm:cxn modelId="{40ECA034-958A-4744-BB1A-2C85E2522D2A}" srcId="{12CDCF44-DCDB-42BB-9D59-C156D8A8A850}" destId="{D535DEE1-CBAE-4095-87AF-0996A2FC346F}" srcOrd="1" destOrd="0" parTransId="{2DCEBAE0-0F15-44E2-AE09-697FFE3488F2}" sibTransId="{3C5A12BF-8538-4DF2-B153-2A010546C47D}"/>
    <dgm:cxn modelId="{CD6AFF7C-5B01-4AA2-B969-F1FCEC5DF9F7}" srcId="{12CDCF44-DCDB-42BB-9D59-C156D8A8A850}" destId="{2EBD2543-989A-490F-9F38-2F86AB41027D}" srcOrd="0" destOrd="0" parTransId="{67E7DCC2-E4CA-4924-AEBF-CAB920D22FED}" sibTransId="{BFB1C603-2BB8-421D-BB81-C1FE99423773}"/>
    <dgm:cxn modelId="{BC27F384-4722-4CDF-B9E2-C8400F058B44}" type="presOf" srcId="{716A5427-146B-4AE5-9410-3EF3412BD361}" destId="{C9F314C2-4167-43E7-ACD2-A6F0792F377E}" srcOrd="1" destOrd="0" presId="urn:microsoft.com/office/officeart/2005/8/layout/list1"/>
    <dgm:cxn modelId="{870A218A-ED09-4C70-BFC8-A93DC43DBF15}" srcId="{12CDCF44-DCDB-42BB-9D59-C156D8A8A850}" destId="{716A5427-146B-4AE5-9410-3EF3412BD361}" srcOrd="3" destOrd="0" parTransId="{1B5FE195-2B9F-44E0-AEEF-E0DD5F5BBAE0}" sibTransId="{887F8857-0B40-4133-BA9E-36D3B41A261B}"/>
    <dgm:cxn modelId="{AED59EAE-8086-43E6-A8EA-EA2BF4B53312}" type="presOf" srcId="{12CDCF44-DCDB-42BB-9D59-C156D8A8A850}" destId="{437B7175-C15D-4513-AE20-22929A67AB4D}" srcOrd="0" destOrd="0" presId="urn:microsoft.com/office/officeart/2005/8/layout/list1"/>
    <dgm:cxn modelId="{1C2F8EAF-CE3D-404F-976D-30D8E4EA4864}" type="presOf" srcId="{42C3EC5B-47C7-4B25-9760-E6B38FEFEE77}" destId="{8852532F-686F-4D47-B47C-008111ACE512}" srcOrd="1" destOrd="0" presId="urn:microsoft.com/office/officeart/2005/8/layout/list1"/>
    <dgm:cxn modelId="{A6A3EEB1-5901-4508-A7A7-417EC3817173}" type="presOf" srcId="{2EBD2543-989A-490F-9F38-2F86AB41027D}" destId="{32102B57-4C0A-49DD-B555-80D6AE5C7E61}" srcOrd="1" destOrd="0" presId="urn:microsoft.com/office/officeart/2005/8/layout/list1"/>
    <dgm:cxn modelId="{D3B737B3-CF86-4FB5-AB93-749F3D3CF3F7}" type="presOf" srcId="{D535DEE1-CBAE-4095-87AF-0996A2FC346F}" destId="{ACB1C29D-AFFC-4665-A650-EE4FA0433284}" srcOrd="0" destOrd="0" presId="urn:microsoft.com/office/officeart/2005/8/layout/list1"/>
    <dgm:cxn modelId="{5EC925CA-D77E-41BE-8448-EE2039F06264}" srcId="{12CDCF44-DCDB-42BB-9D59-C156D8A8A850}" destId="{42C3EC5B-47C7-4B25-9760-E6B38FEFEE77}" srcOrd="2" destOrd="0" parTransId="{81FAF80F-A5C6-4822-A277-DB78F84D1230}" sibTransId="{4B32FDAE-9701-4D52-8922-57ED26F42832}"/>
    <dgm:cxn modelId="{A06ABBD2-1D1E-4F71-9195-875F8864160D}" type="presOf" srcId="{42C3EC5B-47C7-4B25-9760-E6B38FEFEE77}" destId="{DCDDFB38-D18D-4D1D-8B7A-C0A8DEA31048}" srcOrd="0" destOrd="0" presId="urn:microsoft.com/office/officeart/2005/8/layout/list1"/>
    <dgm:cxn modelId="{03DF7ED4-CD9E-46EF-94B0-7D9B942A2D91}" type="presOf" srcId="{D535DEE1-CBAE-4095-87AF-0996A2FC346F}" destId="{C3F88CDE-217E-4ABD-9C40-C12A60C1B957}" srcOrd="1" destOrd="0" presId="urn:microsoft.com/office/officeart/2005/8/layout/list1"/>
    <dgm:cxn modelId="{9FA60FDE-6183-43DF-8168-41B7493C3143}" type="presOf" srcId="{2EBD2543-989A-490F-9F38-2F86AB41027D}" destId="{3CE36FA1-F7DB-49B5-A8EF-3DCE52FC975E}" srcOrd="0" destOrd="0" presId="urn:microsoft.com/office/officeart/2005/8/layout/list1"/>
    <dgm:cxn modelId="{63C6EC66-BA45-4F78-8365-C4B318A3BAF1}" type="presParOf" srcId="{437B7175-C15D-4513-AE20-22929A67AB4D}" destId="{DA8518EF-8A25-4B87-A7FE-9503F91DC727}" srcOrd="0" destOrd="0" presId="urn:microsoft.com/office/officeart/2005/8/layout/list1"/>
    <dgm:cxn modelId="{84980B2A-C3D6-4586-9995-B8B3C1027510}" type="presParOf" srcId="{DA8518EF-8A25-4B87-A7FE-9503F91DC727}" destId="{3CE36FA1-F7DB-49B5-A8EF-3DCE52FC975E}" srcOrd="0" destOrd="0" presId="urn:microsoft.com/office/officeart/2005/8/layout/list1"/>
    <dgm:cxn modelId="{D2E69994-F1EB-4791-A58B-F55DEE1802B2}" type="presParOf" srcId="{DA8518EF-8A25-4B87-A7FE-9503F91DC727}" destId="{32102B57-4C0A-49DD-B555-80D6AE5C7E61}" srcOrd="1" destOrd="0" presId="urn:microsoft.com/office/officeart/2005/8/layout/list1"/>
    <dgm:cxn modelId="{AA4E22E2-CAB8-4E43-A588-B968324150F7}" type="presParOf" srcId="{437B7175-C15D-4513-AE20-22929A67AB4D}" destId="{8E187CC4-6474-4130-8A48-8D056A49E58A}" srcOrd="1" destOrd="0" presId="urn:microsoft.com/office/officeart/2005/8/layout/list1"/>
    <dgm:cxn modelId="{38952637-282E-49F4-9A71-10535C112974}" type="presParOf" srcId="{437B7175-C15D-4513-AE20-22929A67AB4D}" destId="{3D6413CB-A3F8-4CC7-8AA1-84F2365D9CB0}" srcOrd="2" destOrd="0" presId="urn:microsoft.com/office/officeart/2005/8/layout/list1"/>
    <dgm:cxn modelId="{AC5D20B3-2223-4029-B3A1-025A2D6B569E}" type="presParOf" srcId="{437B7175-C15D-4513-AE20-22929A67AB4D}" destId="{F5B0E694-FB8F-4A41-B30D-60252957FB03}" srcOrd="3" destOrd="0" presId="urn:microsoft.com/office/officeart/2005/8/layout/list1"/>
    <dgm:cxn modelId="{3B0AB018-D7AE-42AE-BAE5-6FD755C6AFFD}" type="presParOf" srcId="{437B7175-C15D-4513-AE20-22929A67AB4D}" destId="{C68FE8E9-1306-4BC8-878C-961C496AD311}" srcOrd="4" destOrd="0" presId="urn:microsoft.com/office/officeart/2005/8/layout/list1"/>
    <dgm:cxn modelId="{E1CC08F9-21B9-44E5-8F45-6A3706C84FA0}" type="presParOf" srcId="{C68FE8E9-1306-4BC8-878C-961C496AD311}" destId="{ACB1C29D-AFFC-4665-A650-EE4FA0433284}" srcOrd="0" destOrd="0" presId="urn:microsoft.com/office/officeart/2005/8/layout/list1"/>
    <dgm:cxn modelId="{A8EC1C34-F8EC-4833-9A03-FCB3A9134E2D}" type="presParOf" srcId="{C68FE8E9-1306-4BC8-878C-961C496AD311}" destId="{C3F88CDE-217E-4ABD-9C40-C12A60C1B957}" srcOrd="1" destOrd="0" presId="urn:microsoft.com/office/officeart/2005/8/layout/list1"/>
    <dgm:cxn modelId="{6068E537-FF2D-4AE9-819C-B8AC726CD44A}" type="presParOf" srcId="{437B7175-C15D-4513-AE20-22929A67AB4D}" destId="{075B709A-249F-430D-98E8-49784428E4CD}" srcOrd="5" destOrd="0" presId="urn:microsoft.com/office/officeart/2005/8/layout/list1"/>
    <dgm:cxn modelId="{9E730284-02DD-4371-8B9F-E0C51C4EAA3B}" type="presParOf" srcId="{437B7175-C15D-4513-AE20-22929A67AB4D}" destId="{BDE30B22-5D29-49B0-9920-7507209CE268}" srcOrd="6" destOrd="0" presId="urn:microsoft.com/office/officeart/2005/8/layout/list1"/>
    <dgm:cxn modelId="{404A4A9C-3E63-46BB-AC43-DD9A00EDFB5E}" type="presParOf" srcId="{437B7175-C15D-4513-AE20-22929A67AB4D}" destId="{ED6B1185-5931-4C8B-9F4B-64B7C9C53F8C}" srcOrd="7" destOrd="0" presId="urn:microsoft.com/office/officeart/2005/8/layout/list1"/>
    <dgm:cxn modelId="{67F6DBE2-D68F-4C97-B4B2-1D82DE78EA26}" type="presParOf" srcId="{437B7175-C15D-4513-AE20-22929A67AB4D}" destId="{F5290E12-2DC6-4C34-AD23-3AA859C03C52}" srcOrd="8" destOrd="0" presId="urn:microsoft.com/office/officeart/2005/8/layout/list1"/>
    <dgm:cxn modelId="{3D466E65-6C4A-470F-A9FC-3EFF2E243F63}" type="presParOf" srcId="{F5290E12-2DC6-4C34-AD23-3AA859C03C52}" destId="{DCDDFB38-D18D-4D1D-8B7A-C0A8DEA31048}" srcOrd="0" destOrd="0" presId="urn:microsoft.com/office/officeart/2005/8/layout/list1"/>
    <dgm:cxn modelId="{0CF33FC6-7BF9-4BFC-8026-89A2F1395282}" type="presParOf" srcId="{F5290E12-2DC6-4C34-AD23-3AA859C03C52}" destId="{8852532F-686F-4D47-B47C-008111ACE512}" srcOrd="1" destOrd="0" presId="urn:microsoft.com/office/officeart/2005/8/layout/list1"/>
    <dgm:cxn modelId="{5C8ADC6A-F691-4A18-B653-62F39DB280BD}" type="presParOf" srcId="{437B7175-C15D-4513-AE20-22929A67AB4D}" destId="{D0D080D4-976C-44A2-AC7E-DCF4CD975228}" srcOrd="9" destOrd="0" presId="urn:microsoft.com/office/officeart/2005/8/layout/list1"/>
    <dgm:cxn modelId="{2452674D-724C-4A11-975D-F36F47B5862D}" type="presParOf" srcId="{437B7175-C15D-4513-AE20-22929A67AB4D}" destId="{E8ED073A-ED74-4E36-AA21-DB33EF3A60E9}" srcOrd="10" destOrd="0" presId="urn:microsoft.com/office/officeart/2005/8/layout/list1"/>
    <dgm:cxn modelId="{DB7C89E7-9BB4-4EB7-B4B4-C45147820400}" type="presParOf" srcId="{437B7175-C15D-4513-AE20-22929A67AB4D}" destId="{D1ECA0A4-B429-4B00-AB00-D33AAD9B59E3}" srcOrd="11" destOrd="0" presId="urn:microsoft.com/office/officeart/2005/8/layout/list1"/>
    <dgm:cxn modelId="{99598791-6E4C-41CA-BB40-4BF702EF55D3}" type="presParOf" srcId="{437B7175-C15D-4513-AE20-22929A67AB4D}" destId="{63EF07FD-D25B-4F37-B42E-C85DD5B49AEF}" srcOrd="12" destOrd="0" presId="urn:microsoft.com/office/officeart/2005/8/layout/list1"/>
    <dgm:cxn modelId="{3E689890-8607-498A-9187-D1E33E06A2E7}" type="presParOf" srcId="{63EF07FD-D25B-4F37-B42E-C85DD5B49AEF}" destId="{BC3EE465-BE8E-466E-BC1F-43F791AF4732}" srcOrd="0" destOrd="0" presId="urn:microsoft.com/office/officeart/2005/8/layout/list1"/>
    <dgm:cxn modelId="{ADD3CF77-ACDE-4D85-BFAC-0D6CB485091E}" type="presParOf" srcId="{63EF07FD-D25B-4F37-B42E-C85DD5B49AEF}" destId="{C9F314C2-4167-43E7-ACD2-A6F0792F377E}" srcOrd="1" destOrd="0" presId="urn:microsoft.com/office/officeart/2005/8/layout/list1"/>
    <dgm:cxn modelId="{B2F60C8A-588C-4075-82C2-DFE272C323F3}" type="presParOf" srcId="{437B7175-C15D-4513-AE20-22929A67AB4D}" destId="{E338C198-27D1-48C2-BB14-982F096423C2}" srcOrd="13" destOrd="0" presId="urn:microsoft.com/office/officeart/2005/8/layout/list1"/>
    <dgm:cxn modelId="{EA3CDF50-E433-4E74-B54E-982466D6D374}" type="presParOf" srcId="{437B7175-C15D-4513-AE20-22929A67AB4D}" destId="{E4B79D57-DDA1-47C4-A333-B7CFC71029AE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2CDCF44-DCDB-42BB-9D59-C156D8A8A850}" type="doc">
      <dgm:prSet loTypeId="urn:microsoft.com/office/officeart/2005/8/layout/list1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zh-CN" altLang="en-US"/>
        </a:p>
      </dgm:t>
    </dgm:pt>
    <dgm:pt modelId="{2EBD2543-989A-490F-9F38-2F86AB41027D}">
      <dgm:prSet phldrT="[文本]" custT="1"/>
      <dgm:spPr/>
      <dgm:t>
        <a:bodyPr/>
        <a:lstStyle/>
        <a:p>
          <a:r>
            <a: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5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）关键工作的六个时间参数：当计划工期等于计算工期时，</a:t>
          </a:r>
          <a:r>
            <a:rPr lang="en-US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ES=LS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、</a:t>
          </a:r>
          <a:r>
            <a:rPr lang="en-US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EF=LF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、</a:t>
          </a:r>
          <a:r>
            <a:rPr lang="en-US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FF=TF=0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gm:t>
    </dgm:pt>
    <dgm:pt modelId="{67E7DCC2-E4CA-4924-AEBF-CAB920D22FED}" type="parTrans" cxnId="{CD6AFF7C-5B01-4AA2-B969-F1FCEC5DF9F7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BFB1C603-2BB8-421D-BB81-C1FE99423773}" type="sibTrans" cxnId="{CD6AFF7C-5B01-4AA2-B969-F1FCEC5DF9F7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D535DEE1-CBAE-4095-87AF-0996A2FC346F}">
      <dgm:prSet phldrT="[文本]" custT="1"/>
      <dgm:spPr/>
      <dgm:t>
        <a:bodyPr/>
        <a:lstStyle/>
        <a:p>
          <a:r>
            <a: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6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）在双代号网络图中，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由关键工作组成的线路是关键线路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gm:t>
    </dgm:pt>
    <dgm:pt modelId="{2DCEBAE0-0F15-44E2-AE09-697FFE3488F2}" type="parTrans" cxnId="{40ECA034-958A-4744-BB1A-2C85E2522D2A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3C5A12BF-8538-4DF2-B153-2A010546C47D}" type="sibTrans" cxnId="{40ECA034-958A-4744-BB1A-2C85E2522D2A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2C3EC5B-47C7-4B25-9760-E6B38FEFEE77}">
      <dgm:prSet phldrT="[文本]" custT="1"/>
      <dgm:spPr/>
      <dgm:t>
        <a:bodyPr/>
        <a:lstStyle/>
        <a:p>
          <a:r>
            <a: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7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）关键线路的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万能判定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：“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总的持续时间最长的线路是关键线路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”；</a:t>
          </a:r>
        </a:p>
      </dgm:t>
    </dgm:pt>
    <dgm:pt modelId="{81FAF80F-A5C6-4822-A277-DB78F84D1230}" type="parTrans" cxnId="{5EC925CA-D77E-41BE-8448-EE2039F06264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B32FDAE-9701-4D52-8922-57ED26F42832}" type="sibTrans" cxnId="{5EC925CA-D77E-41BE-8448-EE2039F06264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716A5427-146B-4AE5-9410-3EF3412BD361}">
      <dgm:prSet phldrT="[文本]" custT="1"/>
      <dgm:spPr/>
      <dgm:t>
        <a:bodyPr/>
        <a:lstStyle/>
        <a:p>
          <a:r>
            <a: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8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）关键线路上的工作是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关键工作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；关键工作两端的节点是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关键节点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gm:t>
    </dgm:pt>
    <dgm:pt modelId="{1B5FE195-2B9F-44E0-AEEF-E0DD5F5BBAE0}" type="parTrans" cxnId="{870A218A-ED09-4C70-BFC8-A93DC43DBF15}">
      <dgm:prSet/>
      <dgm:spPr/>
      <dgm:t>
        <a:bodyPr/>
        <a:lstStyle/>
        <a:p>
          <a:endParaRPr lang="zh-CN" altLang="en-US"/>
        </a:p>
      </dgm:t>
    </dgm:pt>
    <dgm:pt modelId="{887F8857-0B40-4133-BA9E-36D3B41A261B}" type="sibTrans" cxnId="{870A218A-ED09-4C70-BFC8-A93DC43DBF15}">
      <dgm:prSet/>
      <dgm:spPr/>
      <dgm:t>
        <a:bodyPr/>
        <a:lstStyle/>
        <a:p>
          <a:endParaRPr lang="zh-CN" altLang="en-US"/>
        </a:p>
      </dgm:t>
    </dgm:pt>
    <dgm:pt modelId="{437B7175-C15D-4513-AE20-22929A67AB4D}" type="pres">
      <dgm:prSet presAssocID="{12CDCF44-DCDB-42BB-9D59-C156D8A8A850}" presName="linear" presStyleCnt="0">
        <dgm:presLayoutVars>
          <dgm:dir/>
          <dgm:animLvl val="lvl"/>
          <dgm:resizeHandles val="exact"/>
        </dgm:presLayoutVars>
      </dgm:prSet>
      <dgm:spPr/>
    </dgm:pt>
    <dgm:pt modelId="{DA8518EF-8A25-4B87-A7FE-9503F91DC727}" type="pres">
      <dgm:prSet presAssocID="{2EBD2543-989A-490F-9F38-2F86AB41027D}" presName="parentLin" presStyleCnt="0"/>
      <dgm:spPr/>
    </dgm:pt>
    <dgm:pt modelId="{3CE36FA1-F7DB-49B5-A8EF-3DCE52FC975E}" type="pres">
      <dgm:prSet presAssocID="{2EBD2543-989A-490F-9F38-2F86AB41027D}" presName="parentLeftMargin" presStyleLbl="node1" presStyleIdx="0" presStyleCnt="4"/>
      <dgm:spPr/>
    </dgm:pt>
    <dgm:pt modelId="{32102B57-4C0A-49DD-B555-80D6AE5C7E61}" type="pres">
      <dgm:prSet presAssocID="{2EBD2543-989A-490F-9F38-2F86AB41027D}" presName="parentText" presStyleLbl="node1" presStyleIdx="0" presStyleCnt="4" custScaleX="142857" custScaleY="245645">
        <dgm:presLayoutVars>
          <dgm:chMax val="0"/>
          <dgm:bulletEnabled val="1"/>
        </dgm:presLayoutVars>
      </dgm:prSet>
      <dgm:spPr/>
    </dgm:pt>
    <dgm:pt modelId="{8E187CC4-6474-4130-8A48-8D056A49E58A}" type="pres">
      <dgm:prSet presAssocID="{2EBD2543-989A-490F-9F38-2F86AB41027D}" presName="negativeSpace" presStyleCnt="0"/>
      <dgm:spPr/>
    </dgm:pt>
    <dgm:pt modelId="{3D6413CB-A3F8-4CC7-8AA1-84F2365D9CB0}" type="pres">
      <dgm:prSet presAssocID="{2EBD2543-989A-490F-9F38-2F86AB41027D}" presName="childText" presStyleLbl="conFgAcc1" presStyleIdx="0" presStyleCnt="4">
        <dgm:presLayoutVars>
          <dgm:bulletEnabled val="1"/>
        </dgm:presLayoutVars>
      </dgm:prSet>
      <dgm:spPr/>
    </dgm:pt>
    <dgm:pt modelId="{F5B0E694-FB8F-4A41-B30D-60252957FB03}" type="pres">
      <dgm:prSet presAssocID="{BFB1C603-2BB8-421D-BB81-C1FE99423773}" presName="spaceBetweenRectangles" presStyleCnt="0"/>
      <dgm:spPr/>
    </dgm:pt>
    <dgm:pt modelId="{C68FE8E9-1306-4BC8-878C-961C496AD311}" type="pres">
      <dgm:prSet presAssocID="{D535DEE1-CBAE-4095-87AF-0996A2FC346F}" presName="parentLin" presStyleCnt="0"/>
      <dgm:spPr/>
    </dgm:pt>
    <dgm:pt modelId="{ACB1C29D-AFFC-4665-A650-EE4FA0433284}" type="pres">
      <dgm:prSet presAssocID="{D535DEE1-CBAE-4095-87AF-0996A2FC346F}" presName="parentLeftMargin" presStyleLbl="node1" presStyleIdx="0" presStyleCnt="4"/>
      <dgm:spPr/>
    </dgm:pt>
    <dgm:pt modelId="{C3F88CDE-217E-4ABD-9C40-C12A60C1B957}" type="pres">
      <dgm:prSet presAssocID="{D535DEE1-CBAE-4095-87AF-0996A2FC346F}" presName="parentText" presStyleLbl="node1" presStyleIdx="1" presStyleCnt="4" custScaleX="142857" custScaleY="253626">
        <dgm:presLayoutVars>
          <dgm:chMax val="0"/>
          <dgm:bulletEnabled val="1"/>
        </dgm:presLayoutVars>
      </dgm:prSet>
      <dgm:spPr/>
    </dgm:pt>
    <dgm:pt modelId="{075B709A-249F-430D-98E8-49784428E4CD}" type="pres">
      <dgm:prSet presAssocID="{D535DEE1-CBAE-4095-87AF-0996A2FC346F}" presName="negativeSpace" presStyleCnt="0"/>
      <dgm:spPr/>
    </dgm:pt>
    <dgm:pt modelId="{BDE30B22-5D29-49B0-9920-7507209CE268}" type="pres">
      <dgm:prSet presAssocID="{D535DEE1-CBAE-4095-87AF-0996A2FC346F}" presName="childText" presStyleLbl="conFgAcc1" presStyleIdx="1" presStyleCnt="4">
        <dgm:presLayoutVars>
          <dgm:bulletEnabled val="1"/>
        </dgm:presLayoutVars>
      </dgm:prSet>
      <dgm:spPr/>
    </dgm:pt>
    <dgm:pt modelId="{ED6B1185-5931-4C8B-9F4B-64B7C9C53F8C}" type="pres">
      <dgm:prSet presAssocID="{3C5A12BF-8538-4DF2-B153-2A010546C47D}" presName="spaceBetweenRectangles" presStyleCnt="0"/>
      <dgm:spPr/>
    </dgm:pt>
    <dgm:pt modelId="{F5290E12-2DC6-4C34-AD23-3AA859C03C52}" type="pres">
      <dgm:prSet presAssocID="{42C3EC5B-47C7-4B25-9760-E6B38FEFEE77}" presName="parentLin" presStyleCnt="0"/>
      <dgm:spPr/>
    </dgm:pt>
    <dgm:pt modelId="{DCDDFB38-D18D-4D1D-8B7A-C0A8DEA31048}" type="pres">
      <dgm:prSet presAssocID="{42C3EC5B-47C7-4B25-9760-E6B38FEFEE77}" presName="parentLeftMargin" presStyleLbl="node1" presStyleIdx="1" presStyleCnt="4"/>
      <dgm:spPr/>
    </dgm:pt>
    <dgm:pt modelId="{8852532F-686F-4D47-B47C-008111ACE512}" type="pres">
      <dgm:prSet presAssocID="{42C3EC5B-47C7-4B25-9760-E6B38FEFEE77}" presName="parentText" presStyleLbl="node1" presStyleIdx="2" presStyleCnt="4" custScaleX="142857" custScaleY="248188">
        <dgm:presLayoutVars>
          <dgm:chMax val="0"/>
          <dgm:bulletEnabled val="1"/>
        </dgm:presLayoutVars>
      </dgm:prSet>
      <dgm:spPr/>
    </dgm:pt>
    <dgm:pt modelId="{D0D080D4-976C-44A2-AC7E-DCF4CD975228}" type="pres">
      <dgm:prSet presAssocID="{42C3EC5B-47C7-4B25-9760-E6B38FEFEE77}" presName="negativeSpace" presStyleCnt="0"/>
      <dgm:spPr/>
    </dgm:pt>
    <dgm:pt modelId="{E8ED073A-ED74-4E36-AA21-DB33EF3A60E9}" type="pres">
      <dgm:prSet presAssocID="{42C3EC5B-47C7-4B25-9760-E6B38FEFEE77}" presName="childText" presStyleLbl="conFgAcc1" presStyleIdx="2" presStyleCnt="4">
        <dgm:presLayoutVars>
          <dgm:bulletEnabled val="1"/>
        </dgm:presLayoutVars>
      </dgm:prSet>
      <dgm:spPr/>
    </dgm:pt>
    <dgm:pt modelId="{D1ECA0A4-B429-4B00-AB00-D33AAD9B59E3}" type="pres">
      <dgm:prSet presAssocID="{4B32FDAE-9701-4D52-8922-57ED26F42832}" presName="spaceBetweenRectangles" presStyleCnt="0"/>
      <dgm:spPr/>
    </dgm:pt>
    <dgm:pt modelId="{63EF07FD-D25B-4F37-B42E-C85DD5B49AEF}" type="pres">
      <dgm:prSet presAssocID="{716A5427-146B-4AE5-9410-3EF3412BD361}" presName="parentLin" presStyleCnt="0"/>
      <dgm:spPr/>
    </dgm:pt>
    <dgm:pt modelId="{BC3EE465-BE8E-466E-BC1F-43F791AF4732}" type="pres">
      <dgm:prSet presAssocID="{716A5427-146B-4AE5-9410-3EF3412BD361}" presName="parentLeftMargin" presStyleLbl="node1" presStyleIdx="2" presStyleCnt="4"/>
      <dgm:spPr/>
    </dgm:pt>
    <dgm:pt modelId="{C9F314C2-4167-43E7-ACD2-A6F0792F377E}" type="pres">
      <dgm:prSet presAssocID="{716A5427-146B-4AE5-9410-3EF3412BD361}" presName="parentText" presStyleLbl="node1" presStyleIdx="3" presStyleCnt="4" custScaleX="142857" custScaleY="220107">
        <dgm:presLayoutVars>
          <dgm:chMax val="0"/>
          <dgm:bulletEnabled val="1"/>
        </dgm:presLayoutVars>
      </dgm:prSet>
      <dgm:spPr/>
    </dgm:pt>
    <dgm:pt modelId="{E338C198-27D1-48C2-BB14-982F096423C2}" type="pres">
      <dgm:prSet presAssocID="{716A5427-146B-4AE5-9410-3EF3412BD361}" presName="negativeSpace" presStyleCnt="0"/>
      <dgm:spPr/>
    </dgm:pt>
    <dgm:pt modelId="{E4B79D57-DDA1-47C4-A333-B7CFC71029AE}" type="pres">
      <dgm:prSet presAssocID="{716A5427-146B-4AE5-9410-3EF3412BD361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8E530702-5DD9-45DC-94B7-6B37DAEE9452}" type="presOf" srcId="{2EBD2543-989A-490F-9F38-2F86AB41027D}" destId="{32102B57-4C0A-49DD-B555-80D6AE5C7E61}" srcOrd="1" destOrd="0" presId="urn:microsoft.com/office/officeart/2005/8/layout/list1"/>
    <dgm:cxn modelId="{170EE00D-2B14-4637-AB68-2CB47CA6DD4E}" type="presOf" srcId="{D535DEE1-CBAE-4095-87AF-0996A2FC346F}" destId="{C3F88CDE-217E-4ABD-9C40-C12A60C1B957}" srcOrd="1" destOrd="0" presId="urn:microsoft.com/office/officeart/2005/8/layout/list1"/>
    <dgm:cxn modelId="{40ECA034-958A-4744-BB1A-2C85E2522D2A}" srcId="{12CDCF44-DCDB-42BB-9D59-C156D8A8A850}" destId="{D535DEE1-CBAE-4095-87AF-0996A2FC346F}" srcOrd="1" destOrd="0" parTransId="{2DCEBAE0-0F15-44E2-AE09-697FFE3488F2}" sibTransId="{3C5A12BF-8538-4DF2-B153-2A010546C47D}"/>
    <dgm:cxn modelId="{09246139-3BD4-4CB0-AD26-AE6013BABA8A}" type="presOf" srcId="{2EBD2543-989A-490F-9F38-2F86AB41027D}" destId="{3CE36FA1-F7DB-49B5-A8EF-3DCE52FC975E}" srcOrd="0" destOrd="0" presId="urn:microsoft.com/office/officeart/2005/8/layout/list1"/>
    <dgm:cxn modelId="{99FF9749-DE04-4B08-A6DB-574C6C9A4BFF}" type="presOf" srcId="{D535DEE1-CBAE-4095-87AF-0996A2FC346F}" destId="{ACB1C29D-AFFC-4665-A650-EE4FA0433284}" srcOrd="0" destOrd="0" presId="urn:microsoft.com/office/officeart/2005/8/layout/list1"/>
    <dgm:cxn modelId="{CD6AFF7C-5B01-4AA2-B969-F1FCEC5DF9F7}" srcId="{12CDCF44-DCDB-42BB-9D59-C156D8A8A850}" destId="{2EBD2543-989A-490F-9F38-2F86AB41027D}" srcOrd="0" destOrd="0" parTransId="{67E7DCC2-E4CA-4924-AEBF-CAB920D22FED}" sibTransId="{BFB1C603-2BB8-421D-BB81-C1FE99423773}"/>
    <dgm:cxn modelId="{80CB9081-BC05-46A9-A3FB-A9636F085DE9}" type="presOf" srcId="{42C3EC5B-47C7-4B25-9760-E6B38FEFEE77}" destId="{8852532F-686F-4D47-B47C-008111ACE512}" srcOrd="1" destOrd="0" presId="urn:microsoft.com/office/officeart/2005/8/layout/list1"/>
    <dgm:cxn modelId="{870A218A-ED09-4C70-BFC8-A93DC43DBF15}" srcId="{12CDCF44-DCDB-42BB-9D59-C156D8A8A850}" destId="{716A5427-146B-4AE5-9410-3EF3412BD361}" srcOrd="3" destOrd="0" parTransId="{1B5FE195-2B9F-44E0-AEEF-E0DD5F5BBAE0}" sibTransId="{887F8857-0B40-4133-BA9E-36D3B41A261B}"/>
    <dgm:cxn modelId="{83D3CDB2-C7B7-4CF0-B2BF-AC89FFDC859A}" type="presOf" srcId="{716A5427-146B-4AE5-9410-3EF3412BD361}" destId="{C9F314C2-4167-43E7-ACD2-A6F0792F377E}" srcOrd="1" destOrd="0" presId="urn:microsoft.com/office/officeart/2005/8/layout/list1"/>
    <dgm:cxn modelId="{3DD456B6-CE43-41C9-9FD9-638BFA34F495}" type="presOf" srcId="{716A5427-146B-4AE5-9410-3EF3412BD361}" destId="{BC3EE465-BE8E-466E-BC1F-43F791AF4732}" srcOrd="0" destOrd="0" presId="urn:microsoft.com/office/officeart/2005/8/layout/list1"/>
    <dgm:cxn modelId="{5EC925CA-D77E-41BE-8448-EE2039F06264}" srcId="{12CDCF44-DCDB-42BB-9D59-C156D8A8A850}" destId="{42C3EC5B-47C7-4B25-9760-E6B38FEFEE77}" srcOrd="2" destOrd="0" parTransId="{81FAF80F-A5C6-4822-A277-DB78F84D1230}" sibTransId="{4B32FDAE-9701-4D52-8922-57ED26F42832}"/>
    <dgm:cxn modelId="{DB3BB8DF-2B2D-42FD-95D9-34768107F4F5}" type="presOf" srcId="{12CDCF44-DCDB-42BB-9D59-C156D8A8A850}" destId="{437B7175-C15D-4513-AE20-22929A67AB4D}" srcOrd="0" destOrd="0" presId="urn:microsoft.com/office/officeart/2005/8/layout/list1"/>
    <dgm:cxn modelId="{9BFBF6FE-7C5C-4D3A-A711-223636C17B20}" type="presOf" srcId="{42C3EC5B-47C7-4B25-9760-E6B38FEFEE77}" destId="{DCDDFB38-D18D-4D1D-8B7A-C0A8DEA31048}" srcOrd="0" destOrd="0" presId="urn:microsoft.com/office/officeart/2005/8/layout/list1"/>
    <dgm:cxn modelId="{6A2CB193-1798-4002-9BAE-BBBD972C8731}" type="presParOf" srcId="{437B7175-C15D-4513-AE20-22929A67AB4D}" destId="{DA8518EF-8A25-4B87-A7FE-9503F91DC727}" srcOrd="0" destOrd="0" presId="urn:microsoft.com/office/officeart/2005/8/layout/list1"/>
    <dgm:cxn modelId="{5791E96E-DD9D-4841-98ED-679365B2F59A}" type="presParOf" srcId="{DA8518EF-8A25-4B87-A7FE-9503F91DC727}" destId="{3CE36FA1-F7DB-49B5-A8EF-3DCE52FC975E}" srcOrd="0" destOrd="0" presId="urn:microsoft.com/office/officeart/2005/8/layout/list1"/>
    <dgm:cxn modelId="{E5A3DB7D-6B95-4160-AFA8-4A9931B3B3B7}" type="presParOf" srcId="{DA8518EF-8A25-4B87-A7FE-9503F91DC727}" destId="{32102B57-4C0A-49DD-B555-80D6AE5C7E61}" srcOrd="1" destOrd="0" presId="urn:microsoft.com/office/officeart/2005/8/layout/list1"/>
    <dgm:cxn modelId="{BF49F556-5B33-4606-9615-67DCEE59C787}" type="presParOf" srcId="{437B7175-C15D-4513-AE20-22929A67AB4D}" destId="{8E187CC4-6474-4130-8A48-8D056A49E58A}" srcOrd="1" destOrd="0" presId="urn:microsoft.com/office/officeart/2005/8/layout/list1"/>
    <dgm:cxn modelId="{49EC74B9-82C1-4F2B-931D-BBE530843D46}" type="presParOf" srcId="{437B7175-C15D-4513-AE20-22929A67AB4D}" destId="{3D6413CB-A3F8-4CC7-8AA1-84F2365D9CB0}" srcOrd="2" destOrd="0" presId="urn:microsoft.com/office/officeart/2005/8/layout/list1"/>
    <dgm:cxn modelId="{5DCC1ACA-4655-4E0B-A848-903B831A6C50}" type="presParOf" srcId="{437B7175-C15D-4513-AE20-22929A67AB4D}" destId="{F5B0E694-FB8F-4A41-B30D-60252957FB03}" srcOrd="3" destOrd="0" presId="urn:microsoft.com/office/officeart/2005/8/layout/list1"/>
    <dgm:cxn modelId="{1DE67E4C-B84F-4563-97D3-0EBDACE02BCC}" type="presParOf" srcId="{437B7175-C15D-4513-AE20-22929A67AB4D}" destId="{C68FE8E9-1306-4BC8-878C-961C496AD311}" srcOrd="4" destOrd="0" presId="urn:microsoft.com/office/officeart/2005/8/layout/list1"/>
    <dgm:cxn modelId="{0C28C794-C886-4FB6-AE68-A7804507F356}" type="presParOf" srcId="{C68FE8E9-1306-4BC8-878C-961C496AD311}" destId="{ACB1C29D-AFFC-4665-A650-EE4FA0433284}" srcOrd="0" destOrd="0" presId="urn:microsoft.com/office/officeart/2005/8/layout/list1"/>
    <dgm:cxn modelId="{C3F9CD5B-1C8D-4FA5-8D06-6503D5BCA65A}" type="presParOf" srcId="{C68FE8E9-1306-4BC8-878C-961C496AD311}" destId="{C3F88CDE-217E-4ABD-9C40-C12A60C1B957}" srcOrd="1" destOrd="0" presId="urn:microsoft.com/office/officeart/2005/8/layout/list1"/>
    <dgm:cxn modelId="{9FA8FAEA-6AC8-4CDB-B5F2-AF9FEB96AFD5}" type="presParOf" srcId="{437B7175-C15D-4513-AE20-22929A67AB4D}" destId="{075B709A-249F-430D-98E8-49784428E4CD}" srcOrd="5" destOrd="0" presId="urn:microsoft.com/office/officeart/2005/8/layout/list1"/>
    <dgm:cxn modelId="{68DC12D1-CB2B-42F5-93A1-D417AA38FFA2}" type="presParOf" srcId="{437B7175-C15D-4513-AE20-22929A67AB4D}" destId="{BDE30B22-5D29-49B0-9920-7507209CE268}" srcOrd="6" destOrd="0" presId="urn:microsoft.com/office/officeart/2005/8/layout/list1"/>
    <dgm:cxn modelId="{E34DEF9C-9C2F-405D-A45A-5B97DE53F833}" type="presParOf" srcId="{437B7175-C15D-4513-AE20-22929A67AB4D}" destId="{ED6B1185-5931-4C8B-9F4B-64B7C9C53F8C}" srcOrd="7" destOrd="0" presId="urn:microsoft.com/office/officeart/2005/8/layout/list1"/>
    <dgm:cxn modelId="{3D371828-1030-4C35-BA52-606C3842E050}" type="presParOf" srcId="{437B7175-C15D-4513-AE20-22929A67AB4D}" destId="{F5290E12-2DC6-4C34-AD23-3AA859C03C52}" srcOrd="8" destOrd="0" presId="urn:microsoft.com/office/officeart/2005/8/layout/list1"/>
    <dgm:cxn modelId="{B5036AB2-8186-47CE-8195-3BBCAA6ADE17}" type="presParOf" srcId="{F5290E12-2DC6-4C34-AD23-3AA859C03C52}" destId="{DCDDFB38-D18D-4D1D-8B7A-C0A8DEA31048}" srcOrd="0" destOrd="0" presId="urn:microsoft.com/office/officeart/2005/8/layout/list1"/>
    <dgm:cxn modelId="{196DD822-FAB1-436C-B112-E4B22EDFB1F4}" type="presParOf" srcId="{F5290E12-2DC6-4C34-AD23-3AA859C03C52}" destId="{8852532F-686F-4D47-B47C-008111ACE512}" srcOrd="1" destOrd="0" presId="urn:microsoft.com/office/officeart/2005/8/layout/list1"/>
    <dgm:cxn modelId="{9E2BAB26-7922-45D8-8EB1-8F16D2632668}" type="presParOf" srcId="{437B7175-C15D-4513-AE20-22929A67AB4D}" destId="{D0D080D4-976C-44A2-AC7E-DCF4CD975228}" srcOrd="9" destOrd="0" presId="urn:microsoft.com/office/officeart/2005/8/layout/list1"/>
    <dgm:cxn modelId="{A04896D6-D1B8-4645-8D80-23711355FEC0}" type="presParOf" srcId="{437B7175-C15D-4513-AE20-22929A67AB4D}" destId="{E8ED073A-ED74-4E36-AA21-DB33EF3A60E9}" srcOrd="10" destOrd="0" presId="urn:microsoft.com/office/officeart/2005/8/layout/list1"/>
    <dgm:cxn modelId="{1BF950D8-314F-4DEC-A541-E3270B9F6B88}" type="presParOf" srcId="{437B7175-C15D-4513-AE20-22929A67AB4D}" destId="{D1ECA0A4-B429-4B00-AB00-D33AAD9B59E3}" srcOrd="11" destOrd="0" presId="urn:microsoft.com/office/officeart/2005/8/layout/list1"/>
    <dgm:cxn modelId="{CA61E941-43D2-4B32-9800-6F7B3BFE5581}" type="presParOf" srcId="{437B7175-C15D-4513-AE20-22929A67AB4D}" destId="{63EF07FD-D25B-4F37-B42E-C85DD5B49AEF}" srcOrd="12" destOrd="0" presId="urn:microsoft.com/office/officeart/2005/8/layout/list1"/>
    <dgm:cxn modelId="{542EF939-69CF-4474-80D4-5F6040D1EB00}" type="presParOf" srcId="{63EF07FD-D25B-4F37-B42E-C85DD5B49AEF}" destId="{BC3EE465-BE8E-466E-BC1F-43F791AF4732}" srcOrd="0" destOrd="0" presId="urn:microsoft.com/office/officeart/2005/8/layout/list1"/>
    <dgm:cxn modelId="{EBE622A3-D73B-403F-937C-0A65D552BE09}" type="presParOf" srcId="{63EF07FD-D25B-4F37-B42E-C85DD5B49AEF}" destId="{C9F314C2-4167-43E7-ACD2-A6F0792F377E}" srcOrd="1" destOrd="0" presId="urn:microsoft.com/office/officeart/2005/8/layout/list1"/>
    <dgm:cxn modelId="{D2AC1532-66E3-451F-96C7-B210B366FA87}" type="presParOf" srcId="{437B7175-C15D-4513-AE20-22929A67AB4D}" destId="{E338C198-27D1-48C2-BB14-982F096423C2}" srcOrd="13" destOrd="0" presId="urn:microsoft.com/office/officeart/2005/8/layout/list1"/>
    <dgm:cxn modelId="{8BDA7E8D-917C-4DDF-BDDE-0AEC5BCC2966}" type="presParOf" srcId="{437B7175-C15D-4513-AE20-22929A67AB4D}" destId="{E4B79D57-DDA1-47C4-A333-B7CFC71029AE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2CDCF44-DCDB-42BB-9D59-C156D8A8A850}" type="doc">
      <dgm:prSet loTypeId="urn:microsoft.com/office/officeart/2005/8/layout/list1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zh-CN" altLang="en-US"/>
        </a:p>
      </dgm:t>
    </dgm:pt>
    <dgm:pt modelId="{2EBD2543-989A-490F-9F38-2F86AB41027D}">
      <dgm:prSet phldrT="[文本]" custT="1"/>
      <dgm:spPr/>
      <dgm:t>
        <a:bodyPr/>
        <a:lstStyle/>
        <a:p>
          <a:r>
            <a: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9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）关键工作两端的节点必为关键节点，但两端为关键节点的工作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不一定是关键工作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gm:t>
    </dgm:pt>
    <dgm:pt modelId="{67E7DCC2-E4CA-4924-AEBF-CAB920D22FED}" type="parTrans" cxnId="{CD6AFF7C-5B01-4AA2-B969-F1FCEC5DF9F7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BFB1C603-2BB8-421D-BB81-C1FE99423773}" type="sibTrans" cxnId="{CD6AFF7C-5B01-4AA2-B969-F1FCEC5DF9F7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D535DEE1-CBAE-4095-87AF-0996A2FC346F}">
      <dgm:prSet phldrT="[文本]" custT="1"/>
      <dgm:spPr/>
      <dgm:t>
        <a:bodyPr/>
        <a:lstStyle/>
        <a:p>
          <a:r>
            <a: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10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）关键节点必然处在关键线路上，但由关键节点组成的线路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不一定是关键线路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gm:t>
    </dgm:pt>
    <dgm:pt modelId="{2DCEBAE0-0F15-44E2-AE09-697FFE3488F2}" type="parTrans" cxnId="{40ECA034-958A-4744-BB1A-2C85E2522D2A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3C5A12BF-8538-4DF2-B153-2A010546C47D}" type="sibTrans" cxnId="{40ECA034-958A-4744-BB1A-2C85E2522D2A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2C3EC5B-47C7-4B25-9760-E6B38FEFEE77}">
      <dgm:prSet phldrT="[文本]" custT="1"/>
      <dgm:spPr/>
      <dgm:t>
        <a:bodyPr/>
        <a:lstStyle/>
        <a:p>
          <a:r>
            <a: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11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）以关键节点为完成节点的工作，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其总时差和自由时差必然相等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gm:t>
    </dgm:pt>
    <dgm:pt modelId="{81FAF80F-A5C6-4822-A277-DB78F84D1230}" type="parTrans" cxnId="{5EC925CA-D77E-41BE-8448-EE2039F06264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B32FDAE-9701-4D52-8922-57ED26F42832}" type="sibTrans" cxnId="{5EC925CA-D77E-41BE-8448-EE2039F06264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37B7175-C15D-4513-AE20-22929A67AB4D}" type="pres">
      <dgm:prSet presAssocID="{12CDCF44-DCDB-42BB-9D59-C156D8A8A850}" presName="linear" presStyleCnt="0">
        <dgm:presLayoutVars>
          <dgm:dir/>
          <dgm:animLvl val="lvl"/>
          <dgm:resizeHandles val="exact"/>
        </dgm:presLayoutVars>
      </dgm:prSet>
      <dgm:spPr/>
    </dgm:pt>
    <dgm:pt modelId="{DA8518EF-8A25-4B87-A7FE-9503F91DC727}" type="pres">
      <dgm:prSet presAssocID="{2EBD2543-989A-490F-9F38-2F86AB41027D}" presName="parentLin" presStyleCnt="0"/>
      <dgm:spPr/>
    </dgm:pt>
    <dgm:pt modelId="{3CE36FA1-F7DB-49B5-A8EF-3DCE52FC975E}" type="pres">
      <dgm:prSet presAssocID="{2EBD2543-989A-490F-9F38-2F86AB41027D}" presName="parentLeftMargin" presStyleLbl="node1" presStyleIdx="0" presStyleCnt="3"/>
      <dgm:spPr/>
    </dgm:pt>
    <dgm:pt modelId="{32102B57-4C0A-49DD-B555-80D6AE5C7E61}" type="pres">
      <dgm:prSet presAssocID="{2EBD2543-989A-490F-9F38-2F86AB41027D}" presName="parentText" presStyleLbl="node1" presStyleIdx="0" presStyleCnt="3" custScaleX="142857" custScaleY="245645">
        <dgm:presLayoutVars>
          <dgm:chMax val="0"/>
          <dgm:bulletEnabled val="1"/>
        </dgm:presLayoutVars>
      </dgm:prSet>
      <dgm:spPr/>
    </dgm:pt>
    <dgm:pt modelId="{8E187CC4-6474-4130-8A48-8D056A49E58A}" type="pres">
      <dgm:prSet presAssocID="{2EBD2543-989A-490F-9F38-2F86AB41027D}" presName="negativeSpace" presStyleCnt="0"/>
      <dgm:spPr/>
    </dgm:pt>
    <dgm:pt modelId="{3D6413CB-A3F8-4CC7-8AA1-84F2365D9CB0}" type="pres">
      <dgm:prSet presAssocID="{2EBD2543-989A-490F-9F38-2F86AB41027D}" presName="childText" presStyleLbl="conFgAcc1" presStyleIdx="0" presStyleCnt="3">
        <dgm:presLayoutVars>
          <dgm:bulletEnabled val="1"/>
        </dgm:presLayoutVars>
      </dgm:prSet>
      <dgm:spPr/>
    </dgm:pt>
    <dgm:pt modelId="{F5B0E694-FB8F-4A41-B30D-60252957FB03}" type="pres">
      <dgm:prSet presAssocID="{BFB1C603-2BB8-421D-BB81-C1FE99423773}" presName="spaceBetweenRectangles" presStyleCnt="0"/>
      <dgm:spPr/>
    </dgm:pt>
    <dgm:pt modelId="{C68FE8E9-1306-4BC8-878C-961C496AD311}" type="pres">
      <dgm:prSet presAssocID="{D535DEE1-CBAE-4095-87AF-0996A2FC346F}" presName="parentLin" presStyleCnt="0"/>
      <dgm:spPr/>
    </dgm:pt>
    <dgm:pt modelId="{ACB1C29D-AFFC-4665-A650-EE4FA0433284}" type="pres">
      <dgm:prSet presAssocID="{D535DEE1-CBAE-4095-87AF-0996A2FC346F}" presName="parentLeftMargin" presStyleLbl="node1" presStyleIdx="0" presStyleCnt="3"/>
      <dgm:spPr/>
    </dgm:pt>
    <dgm:pt modelId="{C3F88CDE-217E-4ABD-9C40-C12A60C1B957}" type="pres">
      <dgm:prSet presAssocID="{D535DEE1-CBAE-4095-87AF-0996A2FC346F}" presName="parentText" presStyleLbl="node1" presStyleIdx="1" presStyleCnt="3" custScaleX="142857" custScaleY="253626">
        <dgm:presLayoutVars>
          <dgm:chMax val="0"/>
          <dgm:bulletEnabled val="1"/>
        </dgm:presLayoutVars>
      </dgm:prSet>
      <dgm:spPr/>
    </dgm:pt>
    <dgm:pt modelId="{075B709A-249F-430D-98E8-49784428E4CD}" type="pres">
      <dgm:prSet presAssocID="{D535DEE1-CBAE-4095-87AF-0996A2FC346F}" presName="negativeSpace" presStyleCnt="0"/>
      <dgm:spPr/>
    </dgm:pt>
    <dgm:pt modelId="{BDE30B22-5D29-49B0-9920-7507209CE268}" type="pres">
      <dgm:prSet presAssocID="{D535DEE1-CBAE-4095-87AF-0996A2FC346F}" presName="childText" presStyleLbl="conFgAcc1" presStyleIdx="1" presStyleCnt="3">
        <dgm:presLayoutVars>
          <dgm:bulletEnabled val="1"/>
        </dgm:presLayoutVars>
      </dgm:prSet>
      <dgm:spPr/>
    </dgm:pt>
    <dgm:pt modelId="{ED6B1185-5931-4C8B-9F4B-64B7C9C53F8C}" type="pres">
      <dgm:prSet presAssocID="{3C5A12BF-8538-4DF2-B153-2A010546C47D}" presName="spaceBetweenRectangles" presStyleCnt="0"/>
      <dgm:spPr/>
    </dgm:pt>
    <dgm:pt modelId="{F5290E12-2DC6-4C34-AD23-3AA859C03C52}" type="pres">
      <dgm:prSet presAssocID="{42C3EC5B-47C7-4B25-9760-E6B38FEFEE77}" presName="parentLin" presStyleCnt="0"/>
      <dgm:spPr/>
    </dgm:pt>
    <dgm:pt modelId="{DCDDFB38-D18D-4D1D-8B7A-C0A8DEA31048}" type="pres">
      <dgm:prSet presAssocID="{42C3EC5B-47C7-4B25-9760-E6B38FEFEE77}" presName="parentLeftMargin" presStyleLbl="node1" presStyleIdx="1" presStyleCnt="3"/>
      <dgm:spPr/>
    </dgm:pt>
    <dgm:pt modelId="{8852532F-686F-4D47-B47C-008111ACE512}" type="pres">
      <dgm:prSet presAssocID="{42C3EC5B-47C7-4B25-9760-E6B38FEFEE77}" presName="parentText" presStyleLbl="node1" presStyleIdx="2" presStyleCnt="3" custScaleX="142857" custScaleY="248188">
        <dgm:presLayoutVars>
          <dgm:chMax val="0"/>
          <dgm:bulletEnabled val="1"/>
        </dgm:presLayoutVars>
      </dgm:prSet>
      <dgm:spPr/>
    </dgm:pt>
    <dgm:pt modelId="{D0D080D4-976C-44A2-AC7E-DCF4CD975228}" type="pres">
      <dgm:prSet presAssocID="{42C3EC5B-47C7-4B25-9760-E6B38FEFEE77}" presName="negativeSpace" presStyleCnt="0"/>
      <dgm:spPr/>
    </dgm:pt>
    <dgm:pt modelId="{E8ED073A-ED74-4E36-AA21-DB33EF3A60E9}" type="pres">
      <dgm:prSet presAssocID="{42C3EC5B-47C7-4B25-9760-E6B38FEFEE7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FCC83421-5BC8-47E2-AF6D-238F74B718F1}" type="presOf" srcId="{12CDCF44-DCDB-42BB-9D59-C156D8A8A850}" destId="{437B7175-C15D-4513-AE20-22929A67AB4D}" srcOrd="0" destOrd="0" presId="urn:microsoft.com/office/officeart/2005/8/layout/list1"/>
    <dgm:cxn modelId="{088AE228-B2E6-4BCD-BA08-BD992A150452}" type="presOf" srcId="{2EBD2543-989A-490F-9F38-2F86AB41027D}" destId="{3CE36FA1-F7DB-49B5-A8EF-3DCE52FC975E}" srcOrd="0" destOrd="0" presId="urn:microsoft.com/office/officeart/2005/8/layout/list1"/>
    <dgm:cxn modelId="{40ECA034-958A-4744-BB1A-2C85E2522D2A}" srcId="{12CDCF44-DCDB-42BB-9D59-C156D8A8A850}" destId="{D535DEE1-CBAE-4095-87AF-0996A2FC346F}" srcOrd="1" destOrd="0" parTransId="{2DCEBAE0-0F15-44E2-AE09-697FFE3488F2}" sibTransId="{3C5A12BF-8538-4DF2-B153-2A010546C47D}"/>
    <dgm:cxn modelId="{71EE6A44-A312-45B5-9C0C-0E2E1C485E7A}" type="presOf" srcId="{D535DEE1-CBAE-4095-87AF-0996A2FC346F}" destId="{ACB1C29D-AFFC-4665-A650-EE4FA0433284}" srcOrd="0" destOrd="0" presId="urn:microsoft.com/office/officeart/2005/8/layout/list1"/>
    <dgm:cxn modelId="{8C1C0A79-614C-4D95-AEE0-E23B4100A993}" type="presOf" srcId="{42C3EC5B-47C7-4B25-9760-E6B38FEFEE77}" destId="{DCDDFB38-D18D-4D1D-8B7A-C0A8DEA31048}" srcOrd="0" destOrd="0" presId="urn:microsoft.com/office/officeart/2005/8/layout/list1"/>
    <dgm:cxn modelId="{CD6AFF7C-5B01-4AA2-B969-F1FCEC5DF9F7}" srcId="{12CDCF44-DCDB-42BB-9D59-C156D8A8A850}" destId="{2EBD2543-989A-490F-9F38-2F86AB41027D}" srcOrd="0" destOrd="0" parTransId="{67E7DCC2-E4CA-4924-AEBF-CAB920D22FED}" sibTransId="{BFB1C603-2BB8-421D-BB81-C1FE99423773}"/>
    <dgm:cxn modelId="{B329A194-BB90-4AC4-A2BB-E5033B5479D4}" type="presOf" srcId="{2EBD2543-989A-490F-9F38-2F86AB41027D}" destId="{32102B57-4C0A-49DD-B555-80D6AE5C7E61}" srcOrd="1" destOrd="0" presId="urn:microsoft.com/office/officeart/2005/8/layout/list1"/>
    <dgm:cxn modelId="{2BF909BA-25E9-4880-81C9-3F877D52E23F}" type="presOf" srcId="{D535DEE1-CBAE-4095-87AF-0996A2FC346F}" destId="{C3F88CDE-217E-4ABD-9C40-C12A60C1B957}" srcOrd="1" destOrd="0" presId="urn:microsoft.com/office/officeart/2005/8/layout/list1"/>
    <dgm:cxn modelId="{5EC925CA-D77E-41BE-8448-EE2039F06264}" srcId="{12CDCF44-DCDB-42BB-9D59-C156D8A8A850}" destId="{42C3EC5B-47C7-4B25-9760-E6B38FEFEE77}" srcOrd="2" destOrd="0" parTransId="{81FAF80F-A5C6-4822-A277-DB78F84D1230}" sibTransId="{4B32FDAE-9701-4D52-8922-57ED26F42832}"/>
    <dgm:cxn modelId="{E029BDF0-A322-4EE3-8F12-1182183C1A18}" type="presOf" srcId="{42C3EC5B-47C7-4B25-9760-E6B38FEFEE77}" destId="{8852532F-686F-4D47-B47C-008111ACE512}" srcOrd="1" destOrd="0" presId="urn:microsoft.com/office/officeart/2005/8/layout/list1"/>
    <dgm:cxn modelId="{858A2168-6C70-4220-B661-0DA3184787F2}" type="presParOf" srcId="{437B7175-C15D-4513-AE20-22929A67AB4D}" destId="{DA8518EF-8A25-4B87-A7FE-9503F91DC727}" srcOrd="0" destOrd="0" presId="urn:microsoft.com/office/officeart/2005/8/layout/list1"/>
    <dgm:cxn modelId="{970EE00D-7431-4C64-95D8-EE39C7C36E60}" type="presParOf" srcId="{DA8518EF-8A25-4B87-A7FE-9503F91DC727}" destId="{3CE36FA1-F7DB-49B5-A8EF-3DCE52FC975E}" srcOrd="0" destOrd="0" presId="urn:microsoft.com/office/officeart/2005/8/layout/list1"/>
    <dgm:cxn modelId="{E7BD0E35-94DE-475B-9020-9A2F71F1F445}" type="presParOf" srcId="{DA8518EF-8A25-4B87-A7FE-9503F91DC727}" destId="{32102B57-4C0A-49DD-B555-80D6AE5C7E61}" srcOrd="1" destOrd="0" presId="urn:microsoft.com/office/officeart/2005/8/layout/list1"/>
    <dgm:cxn modelId="{7277E804-6F1B-4379-82F1-4BA86AC79FAD}" type="presParOf" srcId="{437B7175-C15D-4513-AE20-22929A67AB4D}" destId="{8E187CC4-6474-4130-8A48-8D056A49E58A}" srcOrd="1" destOrd="0" presId="urn:microsoft.com/office/officeart/2005/8/layout/list1"/>
    <dgm:cxn modelId="{A17DF2A4-1097-430F-81AE-DF3849C15DEE}" type="presParOf" srcId="{437B7175-C15D-4513-AE20-22929A67AB4D}" destId="{3D6413CB-A3F8-4CC7-8AA1-84F2365D9CB0}" srcOrd="2" destOrd="0" presId="urn:microsoft.com/office/officeart/2005/8/layout/list1"/>
    <dgm:cxn modelId="{8B63D995-1AEF-4B13-9D81-E9213D824B09}" type="presParOf" srcId="{437B7175-C15D-4513-AE20-22929A67AB4D}" destId="{F5B0E694-FB8F-4A41-B30D-60252957FB03}" srcOrd="3" destOrd="0" presId="urn:microsoft.com/office/officeart/2005/8/layout/list1"/>
    <dgm:cxn modelId="{3A888F4B-4CBD-49B2-96C2-6EFCCF00C189}" type="presParOf" srcId="{437B7175-C15D-4513-AE20-22929A67AB4D}" destId="{C68FE8E9-1306-4BC8-878C-961C496AD311}" srcOrd="4" destOrd="0" presId="urn:microsoft.com/office/officeart/2005/8/layout/list1"/>
    <dgm:cxn modelId="{5FFCC969-AD63-4C74-A181-ECFE6CC8B3AF}" type="presParOf" srcId="{C68FE8E9-1306-4BC8-878C-961C496AD311}" destId="{ACB1C29D-AFFC-4665-A650-EE4FA0433284}" srcOrd="0" destOrd="0" presId="urn:microsoft.com/office/officeart/2005/8/layout/list1"/>
    <dgm:cxn modelId="{D344ACE3-707B-4F75-AC3B-AEAB554BE579}" type="presParOf" srcId="{C68FE8E9-1306-4BC8-878C-961C496AD311}" destId="{C3F88CDE-217E-4ABD-9C40-C12A60C1B957}" srcOrd="1" destOrd="0" presId="urn:microsoft.com/office/officeart/2005/8/layout/list1"/>
    <dgm:cxn modelId="{13B6C529-40D9-46B8-B6F3-394F1968E3C1}" type="presParOf" srcId="{437B7175-C15D-4513-AE20-22929A67AB4D}" destId="{075B709A-249F-430D-98E8-49784428E4CD}" srcOrd="5" destOrd="0" presId="urn:microsoft.com/office/officeart/2005/8/layout/list1"/>
    <dgm:cxn modelId="{640CC774-29BB-4BB1-985E-C1220652B2F9}" type="presParOf" srcId="{437B7175-C15D-4513-AE20-22929A67AB4D}" destId="{BDE30B22-5D29-49B0-9920-7507209CE268}" srcOrd="6" destOrd="0" presId="urn:microsoft.com/office/officeart/2005/8/layout/list1"/>
    <dgm:cxn modelId="{FD29EA92-673F-49CC-B3DB-763C0DE0F464}" type="presParOf" srcId="{437B7175-C15D-4513-AE20-22929A67AB4D}" destId="{ED6B1185-5931-4C8B-9F4B-64B7C9C53F8C}" srcOrd="7" destOrd="0" presId="urn:microsoft.com/office/officeart/2005/8/layout/list1"/>
    <dgm:cxn modelId="{A404BF44-8667-4E28-9921-B93FFACA8603}" type="presParOf" srcId="{437B7175-C15D-4513-AE20-22929A67AB4D}" destId="{F5290E12-2DC6-4C34-AD23-3AA859C03C52}" srcOrd="8" destOrd="0" presId="urn:microsoft.com/office/officeart/2005/8/layout/list1"/>
    <dgm:cxn modelId="{AC34A3D3-BE5C-468A-9205-F419E1BD6B7D}" type="presParOf" srcId="{F5290E12-2DC6-4C34-AD23-3AA859C03C52}" destId="{DCDDFB38-D18D-4D1D-8B7A-C0A8DEA31048}" srcOrd="0" destOrd="0" presId="urn:microsoft.com/office/officeart/2005/8/layout/list1"/>
    <dgm:cxn modelId="{8A8DAB71-FC98-4425-86D0-4ABE9792AF55}" type="presParOf" srcId="{F5290E12-2DC6-4C34-AD23-3AA859C03C52}" destId="{8852532F-686F-4D47-B47C-008111ACE512}" srcOrd="1" destOrd="0" presId="urn:microsoft.com/office/officeart/2005/8/layout/list1"/>
    <dgm:cxn modelId="{7BACC195-2C75-4584-B55D-DF5F3609FCB0}" type="presParOf" srcId="{437B7175-C15D-4513-AE20-22929A67AB4D}" destId="{D0D080D4-976C-44A2-AC7E-DCF4CD975228}" srcOrd="9" destOrd="0" presId="urn:microsoft.com/office/officeart/2005/8/layout/list1"/>
    <dgm:cxn modelId="{32227684-A33F-4F3D-AF46-D6CA33B19CF3}" type="presParOf" srcId="{437B7175-C15D-4513-AE20-22929A67AB4D}" destId="{E8ED073A-ED74-4E36-AA21-DB33EF3A60E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12CDCF44-DCDB-42BB-9D59-C156D8A8A850}" type="doc">
      <dgm:prSet loTypeId="urn:microsoft.com/office/officeart/2005/8/layout/list1" loCatId="list" qsTypeId="urn:microsoft.com/office/officeart/2005/8/quickstyle/simple1" qsCatId="simple" csTypeId="urn:microsoft.com/office/officeart/2005/8/colors/accent5_1" csCatId="accent5" phldr="1"/>
      <dgm:spPr/>
      <dgm:t>
        <a:bodyPr/>
        <a:lstStyle/>
        <a:p>
          <a:endParaRPr lang="zh-CN" altLang="en-US"/>
        </a:p>
      </dgm:t>
    </dgm:pt>
    <dgm:pt modelId="{2EBD2543-989A-490F-9F38-2F86AB41027D}">
      <dgm:prSet phldrT="[文本]" custT="1"/>
      <dgm:spPr/>
      <dgm:t>
        <a:bodyPr/>
        <a:lstStyle/>
        <a:p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记忆技巧</a:t>
          </a:r>
          <a:r>
            <a: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——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“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高铁进站四定法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”，具体内容如下：</a:t>
          </a:r>
          <a:endParaRPr lang="en-US" altLang="zh-CN" sz="2000" b="1" dirty="0">
            <a:latin typeface="Times New Roman" pitchFamily="18" charset="0"/>
            <a:ea typeface="宋体" pitchFamily="2" charset="-122"/>
            <a:cs typeface="Times New Roman" pitchFamily="18" charset="0"/>
          </a:endParaRPr>
        </a:p>
        <a:p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1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）单车立定点，多车大定点；</a:t>
          </a:r>
          <a:endParaRPr lang="en-US" altLang="zh-CN" sz="2000" b="1" dirty="0">
            <a:latin typeface="Times New Roman" pitchFamily="18" charset="0"/>
            <a:ea typeface="宋体" pitchFamily="2" charset="-122"/>
            <a:cs typeface="Times New Roman" pitchFamily="18" charset="0"/>
          </a:endParaRPr>
        </a:p>
        <a:p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2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）减小波形线；</a:t>
          </a:r>
          <a:endParaRPr lang="en-US" altLang="zh-CN" sz="2000" b="1" dirty="0">
            <a:latin typeface="Times New Roman" pitchFamily="18" charset="0"/>
            <a:ea typeface="宋体" pitchFamily="2" charset="-122"/>
            <a:cs typeface="Times New Roman" pitchFamily="18" charset="0"/>
          </a:endParaRPr>
        </a:p>
        <a:p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3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）顺着箭线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定点定波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，逆着箭线</a:t>
          </a:r>
          <a:r>
            <a: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定房定线</a:t>
          </a:r>
          <a:r>
            <a:rPr lang="zh-CN" altLang="en-US" sz="20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gm:t>
    </dgm:pt>
    <dgm:pt modelId="{67E7DCC2-E4CA-4924-AEBF-CAB920D22FED}" type="parTrans" cxnId="{CD6AFF7C-5B01-4AA2-B969-F1FCEC5DF9F7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BFB1C603-2BB8-421D-BB81-C1FE99423773}" type="sibTrans" cxnId="{CD6AFF7C-5B01-4AA2-B969-F1FCEC5DF9F7}">
      <dgm:prSet/>
      <dgm:spPr/>
      <dgm:t>
        <a:bodyPr/>
        <a:lstStyle/>
        <a:p>
          <a:endParaRPr lang="zh-CN" altLang="en-US" sz="20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37B7175-C15D-4513-AE20-22929A67AB4D}" type="pres">
      <dgm:prSet presAssocID="{12CDCF44-DCDB-42BB-9D59-C156D8A8A850}" presName="linear" presStyleCnt="0">
        <dgm:presLayoutVars>
          <dgm:dir/>
          <dgm:animLvl val="lvl"/>
          <dgm:resizeHandles val="exact"/>
        </dgm:presLayoutVars>
      </dgm:prSet>
      <dgm:spPr/>
    </dgm:pt>
    <dgm:pt modelId="{DA8518EF-8A25-4B87-A7FE-9503F91DC727}" type="pres">
      <dgm:prSet presAssocID="{2EBD2543-989A-490F-9F38-2F86AB41027D}" presName="parentLin" presStyleCnt="0"/>
      <dgm:spPr/>
    </dgm:pt>
    <dgm:pt modelId="{3CE36FA1-F7DB-49B5-A8EF-3DCE52FC975E}" type="pres">
      <dgm:prSet presAssocID="{2EBD2543-989A-490F-9F38-2F86AB41027D}" presName="parentLeftMargin" presStyleLbl="node1" presStyleIdx="0" presStyleCnt="1"/>
      <dgm:spPr/>
    </dgm:pt>
    <dgm:pt modelId="{32102B57-4C0A-49DD-B555-80D6AE5C7E61}" type="pres">
      <dgm:prSet presAssocID="{2EBD2543-989A-490F-9F38-2F86AB41027D}" presName="parentText" presStyleLbl="node1" presStyleIdx="0" presStyleCnt="1" custScaleX="142857" custScaleY="245645">
        <dgm:presLayoutVars>
          <dgm:chMax val="0"/>
          <dgm:bulletEnabled val="1"/>
        </dgm:presLayoutVars>
      </dgm:prSet>
      <dgm:spPr/>
    </dgm:pt>
    <dgm:pt modelId="{8E187CC4-6474-4130-8A48-8D056A49E58A}" type="pres">
      <dgm:prSet presAssocID="{2EBD2543-989A-490F-9F38-2F86AB41027D}" presName="negativeSpace" presStyleCnt="0"/>
      <dgm:spPr/>
    </dgm:pt>
    <dgm:pt modelId="{3D6413CB-A3F8-4CC7-8AA1-84F2365D9CB0}" type="pres">
      <dgm:prSet presAssocID="{2EBD2543-989A-490F-9F38-2F86AB41027D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4163BB04-CA5E-4260-9E69-5D86949155B2}" type="presOf" srcId="{2EBD2543-989A-490F-9F38-2F86AB41027D}" destId="{3CE36FA1-F7DB-49B5-A8EF-3DCE52FC975E}" srcOrd="0" destOrd="0" presId="urn:microsoft.com/office/officeart/2005/8/layout/list1"/>
    <dgm:cxn modelId="{C049F040-9D15-4417-93EB-DC4B42379A93}" type="presOf" srcId="{12CDCF44-DCDB-42BB-9D59-C156D8A8A850}" destId="{437B7175-C15D-4513-AE20-22929A67AB4D}" srcOrd="0" destOrd="0" presId="urn:microsoft.com/office/officeart/2005/8/layout/list1"/>
    <dgm:cxn modelId="{CD6AFF7C-5B01-4AA2-B969-F1FCEC5DF9F7}" srcId="{12CDCF44-DCDB-42BB-9D59-C156D8A8A850}" destId="{2EBD2543-989A-490F-9F38-2F86AB41027D}" srcOrd="0" destOrd="0" parTransId="{67E7DCC2-E4CA-4924-AEBF-CAB920D22FED}" sibTransId="{BFB1C603-2BB8-421D-BB81-C1FE99423773}"/>
    <dgm:cxn modelId="{9725B3BE-8374-4177-B2CB-1963A042D8C0}" type="presOf" srcId="{2EBD2543-989A-490F-9F38-2F86AB41027D}" destId="{32102B57-4C0A-49DD-B555-80D6AE5C7E61}" srcOrd="1" destOrd="0" presId="urn:microsoft.com/office/officeart/2005/8/layout/list1"/>
    <dgm:cxn modelId="{5ED66DC6-3484-4AA6-9C66-D97C034302F8}" type="presParOf" srcId="{437B7175-C15D-4513-AE20-22929A67AB4D}" destId="{DA8518EF-8A25-4B87-A7FE-9503F91DC727}" srcOrd="0" destOrd="0" presId="urn:microsoft.com/office/officeart/2005/8/layout/list1"/>
    <dgm:cxn modelId="{58C72451-9434-4693-B7DD-142DFAFC9156}" type="presParOf" srcId="{DA8518EF-8A25-4B87-A7FE-9503F91DC727}" destId="{3CE36FA1-F7DB-49B5-A8EF-3DCE52FC975E}" srcOrd="0" destOrd="0" presId="urn:microsoft.com/office/officeart/2005/8/layout/list1"/>
    <dgm:cxn modelId="{4F949C68-584E-48AE-92D2-69AA4EBD947F}" type="presParOf" srcId="{DA8518EF-8A25-4B87-A7FE-9503F91DC727}" destId="{32102B57-4C0A-49DD-B555-80D6AE5C7E61}" srcOrd="1" destOrd="0" presId="urn:microsoft.com/office/officeart/2005/8/layout/list1"/>
    <dgm:cxn modelId="{1C1F2EDF-0A82-4B9F-8B50-C408F6AC43A6}" type="presParOf" srcId="{437B7175-C15D-4513-AE20-22929A67AB4D}" destId="{8E187CC4-6474-4130-8A48-8D056A49E58A}" srcOrd="1" destOrd="0" presId="urn:microsoft.com/office/officeart/2005/8/layout/list1"/>
    <dgm:cxn modelId="{7E69FE8B-5178-4C6A-86F6-D2EC069527C8}" type="presParOf" srcId="{437B7175-C15D-4513-AE20-22929A67AB4D}" destId="{3D6413CB-A3F8-4CC7-8AA1-84F2365D9CB0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12CDCF44-DCDB-42BB-9D59-C156D8A8A850}" type="doc">
      <dgm:prSet loTypeId="urn:microsoft.com/office/officeart/2005/8/layout/list1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zh-CN" altLang="en-US"/>
        </a:p>
      </dgm:t>
    </dgm:pt>
    <dgm:pt modelId="{2EBD2543-989A-490F-9F38-2F86AB41027D}">
      <dgm:prSet phldrT="[文本]" custT="1"/>
      <dgm:spPr/>
      <dgm:t>
        <a:bodyPr/>
        <a:lstStyle/>
        <a:p>
          <a:r>
            <a:rPr lang="zh-CN" altLang="en-US" sz="18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18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1</a:t>
          </a:r>
          <a:r>
            <a:rPr lang="zh-CN" altLang="en-US" sz="18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）节点最早时间：以该节点为开始节点的各项工作的最早开始时间；</a:t>
          </a:r>
        </a:p>
      </dgm:t>
    </dgm:pt>
    <dgm:pt modelId="{67E7DCC2-E4CA-4924-AEBF-CAB920D22FED}" type="parTrans" cxnId="{CD6AFF7C-5B01-4AA2-B969-F1FCEC5DF9F7}">
      <dgm:prSet/>
      <dgm:spPr/>
      <dgm:t>
        <a:bodyPr/>
        <a:lstStyle/>
        <a:p>
          <a:endParaRPr lang="zh-CN" altLang="en-US" sz="18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BFB1C603-2BB8-421D-BB81-C1FE99423773}" type="sibTrans" cxnId="{CD6AFF7C-5B01-4AA2-B969-F1FCEC5DF9F7}">
      <dgm:prSet/>
      <dgm:spPr/>
      <dgm:t>
        <a:bodyPr/>
        <a:lstStyle/>
        <a:p>
          <a:endParaRPr lang="zh-CN" altLang="en-US" sz="18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D535DEE1-CBAE-4095-87AF-0996A2FC346F}">
      <dgm:prSet phldrT="[文本]" custT="1"/>
      <dgm:spPr/>
      <dgm:t>
        <a:bodyPr/>
        <a:lstStyle/>
        <a:p>
          <a:r>
            <a:rPr lang="zh-CN" altLang="en-US" sz="18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18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2</a:t>
          </a:r>
          <a:r>
            <a:rPr lang="zh-CN" altLang="en-US" sz="18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）节点</a:t>
          </a:r>
          <a:r>
            <a:rPr lang="en-US" altLang="en-US" sz="18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i</a:t>
          </a:r>
          <a:r>
            <a:rPr lang="zh-CN" altLang="en-US" sz="18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的最早时间</a:t>
          </a:r>
          <a:r>
            <a:rPr lang="en-US" altLang="en-US" sz="1800" b="1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ET</a:t>
          </a:r>
          <a:r>
            <a:rPr lang="en-US" altLang="en-US" sz="1800" b="1" baseline="-25000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i</a:t>
          </a:r>
          <a:r>
            <a:rPr lang="zh-CN" altLang="en-US" sz="18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应从网络计划的起点节点开始，顺着箭线方向，依次逐项计算；</a:t>
          </a:r>
        </a:p>
      </dgm:t>
    </dgm:pt>
    <dgm:pt modelId="{2DCEBAE0-0F15-44E2-AE09-697FFE3488F2}" type="parTrans" cxnId="{40ECA034-958A-4744-BB1A-2C85E2522D2A}">
      <dgm:prSet/>
      <dgm:spPr/>
      <dgm:t>
        <a:bodyPr/>
        <a:lstStyle/>
        <a:p>
          <a:endParaRPr lang="zh-CN" altLang="en-US" sz="18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3C5A12BF-8538-4DF2-B153-2A010546C47D}" type="sibTrans" cxnId="{40ECA034-958A-4744-BB1A-2C85E2522D2A}">
      <dgm:prSet/>
      <dgm:spPr/>
      <dgm:t>
        <a:bodyPr/>
        <a:lstStyle/>
        <a:p>
          <a:endParaRPr lang="zh-CN" altLang="en-US" sz="18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2C3EC5B-47C7-4B25-9760-E6B38FEFEE77}">
      <dgm:prSet phldrT="[文本]" custT="1"/>
      <dgm:spPr/>
      <dgm:t>
        <a:bodyPr/>
        <a:lstStyle/>
        <a:p>
          <a:r>
            <a:rPr lang="zh-CN" altLang="en-US" sz="18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18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3</a:t>
          </a:r>
          <a:r>
            <a:rPr lang="zh-CN" altLang="en-US" sz="18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）起点节点</a:t>
          </a:r>
          <a:r>
            <a:rPr lang="en-US" altLang="en-US" sz="18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i</a:t>
          </a:r>
          <a:r>
            <a:rPr lang="zh-CN" altLang="en-US" sz="18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如未规定最早时间</a:t>
          </a:r>
          <a:r>
            <a:rPr lang="en-US" altLang="en-US" sz="1800" b="1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ET</a:t>
          </a:r>
          <a:r>
            <a:rPr lang="en-US" altLang="en-US" sz="1800" b="1" baseline="-25000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i</a:t>
          </a:r>
          <a:r>
            <a:rPr lang="zh-CN" altLang="en-US" sz="18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时，其值应等于零，即：</a:t>
          </a:r>
          <a:r>
            <a:rPr lang="en-US" altLang="en-US" sz="1800" b="1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ET</a:t>
          </a:r>
          <a:r>
            <a:rPr lang="en-US" altLang="en-US" sz="1800" b="1" baseline="-25000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i</a:t>
          </a:r>
          <a:r>
            <a:rPr lang="en-US" altLang="en-US" sz="18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=0(i=1)</a:t>
          </a:r>
          <a:r>
            <a:rPr lang="zh-CN" altLang="en-US" sz="18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gm:t>
    </dgm:pt>
    <dgm:pt modelId="{81FAF80F-A5C6-4822-A277-DB78F84D1230}" type="parTrans" cxnId="{5EC925CA-D77E-41BE-8448-EE2039F06264}">
      <dgm:prSet/>
      <dgm:spPr/>
      <dgm:t>
        <a:bodyPr/>
        <a:lstStyle/>
        <a:p>
          <a:endParaRPr lang="zh-CN" altLang="en-US" sz="18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B32FDAE-9701-4D52-8922-57ED26F42832}" type="sibTrans" cxnId="{5EC925CA-D77E-41BE-8448-EE2039F06264}">
      <dgm:prSet/>
      <dgm:spPr/>
      <dgm:t>
        <a:bodyPr/>
        <a:lstStyle/>
        <a:p>
          <a:endParaRPr lang="zh-CN" altLang="en-US" sz="1800" b="1"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F3E6097E-19D6-470E-84D8-9AA097E1B0DA}">
      <dgm:prSet phldrT="[文本]" custT="1"/>
      <dgm:spPr/>
      <dgm:t>
        <a:bodyPr/>
        <a:lstStyle/>
        <a:p>
          <a:r>
            <a:rPr lang="zh-CN" altLang="en-US" sz="18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18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4</a:t>
          </a:r>
          <a:r>
            <a:rPr lang="zh-CN" altLang="en-US" sz="18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）当节点</a:t>
          </a:r>
          <a:r>
            <a:rPr lang="en-US" altLang="en-US" sz="18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j</a:t>
          </a:r>
          <a:r>
            <a:rPr lang="zh-CN" altLang="en-US" sz="18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只有一条内向箭线时，其最早时间为：</a:t>
          </a:r>
          <a:r>
            <a:rPr lang="en-US" altLang="en-US" sz="1800" b="1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ET</a:t>
          </a:r>
          <a:r>
            <a:rPr lang="en-US" altLang="en-US" sz="1800" b="1" baseline="-25000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j</a:t>
          </a:r>
          <a:r>
            <a:rPr lang="en-US" altLang="en-US" sz="18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=</a:t>
          </a:r>
          <a:r>
            <a:rPr lang="en-US" altLang="en-US" sz="1800" b="1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ET</a:t>
          </a:r>
          <a:r>
            <a:rPr lang="en-US" altLang="en-US" sz="1800" b="1" baseline="-25000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i</a:t>
          </a:r>
          <a:r>
            <a:rPr lang="en-US" altLang="en-US" sz="1800" b="1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+D</a:t>
          </a:r>
          <a:r>
            <a:rPr lang="en-US" altLang="en-US" sz="1800" b="1" baseline="-25000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i-j</a:t>
          </a:r>
          <a:r>
            <a:rPr lang="zh-CN" altLang="en-US" sz="18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gm:t>
    </dgm:pt>
    <dgm:pt modelId="{B9AC2D6D-3127-4938-8496-4FC5F929C966}" type="parTrans" cxnId="{374AC1D5-4EB3-42DE-91AE-73FDF4A8A51D}">
      <dgm:prSet/>
      <dgm:spPr/>
      <dgm:t>
        <a:bodyPr/>
        <a:lstStyle/>
        <a:p>
          <a:endParaRPr lang="zh-CN" altLang="en-US"/>
        </a:p>
      </dgm:t>
    </dgm:pt>
    <dgm:pt modelId="{ABF34716-F049-4656-A856-3FF82847CBE3}" type="sibTrans" cxnId="{374AC1D5-4EB3-42DE-91AE-73FDF4A8A51D}">
      <dgm:prSet/>
      <dgm:spPr/>
      <dgm:t>
        <a:bodyPr/>
        <a:lstStyle/>
        <a:p>
          <a:endParaRPr lang="zh-CN" altLang="en-US"/>
        </a:p>
      </dgm:t>
    </dgm:pt>
    <dgm:pt modelId="{E3382549-F37D-4791-8423-BD99940C7CF7}">
      <dgm:prSet phldrT="[文本]" custT="1"/>
      <dgm:spPr/>
      <dgm:t>
        <a:bodyPr/>
        <a:lstStyle/>
        <a:p>
          <a:r>
            <a:rPr lang="zh-CN" altLang="en-US" sz="18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18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5</a:t>
          </a:r>
          <a:r>
            <a:rPr lang="zh-CN" altLang="en-US" sz="18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）当节点</a:t>
          </a:r>
          <a:r>
            <a:rPr lang="en-US" altLang="en-US" sz="18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j</a:t>
          </a:r>
          <a:r>
            <a:rPr lang="zh-CN" altLang="en-US" sz="18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有多条内向箭线时，其最早时间</a:t>
          </a:r>
          <a:r>
            <a:rPr lang="en-US" altLang="en-US" sz="1800" b="1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ET</a:t>
          </a:r>
          <a:r>
            <a:rPr lang="en-US" altLang="en-US" sz="1800" b="1" baseline="-25000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j</a:t>
          </a:r>
          <a:r>
            <a:rPr lang="zh-CN" altLang="en-US" sz="18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应为：</a:t>
          </a:r>
          <a:r>
            <a:rPr lang="en-US" altLang="en-US" sz="1800" b="1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ET</a:t>
          </a:r>
          <a:r>
            <a:rPr lang="en-US" altLang="en-US" sz="1800" b="1" baseline="-25000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j</a:t>
          </a:r>
          <a:r>
            <a:rPr lang="en-US" altLang="en-US" sz="18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=max{</a:t>
          </a:r>
          <a:r>
            <a:rPr lang="en-US" altLang="en-US" sz="1800" b="1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ET</a:t>
          </a:r>
          <a:r>
            <a:rPr lang="en-US" altLang="en-US" sz="1800" b="1" baseline="-25000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i</a:t>
          </a:r>
          <a:r>
            <a:rPr lang="en-US" altLang="en-US" sz="1800" b="1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+D</a:t>
          </a:r>
          <a:r>
            <a:rPr lang="en-US" altLang="en-US" sz="1800" b="1" baseline="-25000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i-j</a:t>
          </a:r>
          <a:r>
            <a:rPr lang="en-US" altLang="en-US" sz="18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}</a:t>
          </a:r>
          <a:r>
            <a:rPr lang="zh-CN" altLang="en-US" sz="18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gm:t>
    </dgm:pt>
    <dgm:pt modelId="{C2C1A27D-5994-4CF4-85D0-EEE161AC91BC}" type="parTrans" cxnId="{225EB523-1D8F-424A-A4BF-43584794CAD8}">
      <dgm:prSet/>
      <dgm:spPr/>
      <dgm:t>
        <a:bodyPr/>
        <a:lstStyle/>
        <a:p>
          <a:endParaRPr lang="zh-CN" altLang="en-US"/>
        </a:p>
      </dgm:t>
    </dgm:pt>
    <dgm:pt modelId="{AF030ECD-2FE3-4913-A384-097C6229ADC4}" type="sibTrans" cxnId="{225EB523-1D8F-424A-A4BF-43584794CAD8}">
      <dgm:prSet/>
      <dgm:spPr/>
      <dgm:t>
        <a:bodyPr/>
        <a:lstStyle/>
        <a:p>
          <a:endParaRPr lang="zh-CN" altLang="en-US"/>
        </a:p>
      </dgm:t>
    </dgm:pt>
    <dgm:pt modelId="{437B7175-C15D-4513-AE20-22929A67AB4D}" type="pres">
      <dgm:prSet presAssocID="{12CDCF44-DCDB-42BB-9D59-C156D8A8A850}" presName="linear" presStyleCnt="0">
        <dgm:presLayoutVars>
          <dgm:dir/>
          <dgm:animLvl val="lvl"/>
          <dgm:resizeHandles val="exact"/>
        </dgm:presLayoutVars>
      </dgm:prSet>
      <dgm:spPr/>
    </dgm:pt>
    <dgm:pt modelId="{DA8518EF-8A25-4B87-A7FE-9503F91DC727}" type="pres">
      <dgm:prSet presAssocID="{2EBD2543-989A-490F-9F38-2F86AB41027D}" presName="parentLin" presStyleCnt="0"/>
      <dgm:spPr/>
    </dgm:pt>
    <dgm:pt modelId="{3CE36FA1-F7DB-49B5-A8EF-3DCE52FC975E}" type="pres">
      <dgm:prSet presAssocID="{2EBD2543-989A-490F-9F38-2F86AB41027D}" presName="parentLeftMargin" presStyleLbl="node1" presStyleIdx="0" presStyleCnt="5"/>
      <dgm:spPr/>
    </dgm:pt>
    <dgm:pt modelId="{32102B57-4C0A-49DD-B555-80D6AE5C7E61}" type="pres">
      <dgm:prSet presAssocID="{2EBD2543-989A-490F-9F38-2F86AB41027D}" presName="parentText" presStyleLbl="node1" presStyleIdx="0" presStyleCnt="5" custScaleX="142857" custScaleY="245645">
        <dgm:presLayoutVars>
          <dgm:chMax val="0"/>
          <dgm:bulletEnabled val="1"/>
        </dgm:presLayoutVars>
      </dgm:prSet>
      <dgm:spPr/>
    </dgm:pt>
    <dgm:pt modelId="{8E187CC4-6474-4130-8A48-8D056A49E58A}" type="pres">
      <dgm:prSet presAssocID="{2EBD2543-989A-490F-9F38-2F86AB41027D}" presName="negativeSpace" presStyleCnt="0"/>
      <dgm:spPr/>
    </dgm:pt>
    <dgm:pt modelId="{3D6413CB-A3F8-4CC7-8AA1-84F2365D9CB0}" type="pres">
      <dgm:prSet presAssocID="{2EBD2543-989A-490F-9F38-2F86AB41027D}" presName="childText" presStyleLbl="conFgAcc1" presStyleIdx="0" presStyleCnt="5">
        <dgm:presLayoutVars>
          <dgm:bulletEnabled val="1"/>
        </dgm:presLayoutVars>
      </dgm:prSet>
      <dgm:spPr/>
    </dgm:pt>
    <dgm:pt modelId="{F5B0E694-FB8F-4A41-B30D-60252957FB03}" type="pres">
      <dgm:prSet presAssocID="{BFB1C603-2BB8-421D-BB81-C1FE99423773}" presName="spaceBetweenRectangles" presStyleCnt="0"/>
      <dgm:spPr/>
    </dgm:pt>
    <dgm:pt modelId="{C68FE8E9-1306-4BC8-878C-961C496AD311}" type="pres">
      <dgm:prSet presAssocID="{D535DEE1-CBAE-4095-87AF-0996A2FC346F}" presName="parentLin" presStyleCnt="0"/>
      <dgm:spPr/>
    </dgm:pt>
    <dgm:pt modelId="{ACB1C29D-AFFC-4665-A650-EE4FA0433284}" type="pres">
      <dgm:prSet presAssocID="{D535DEE1-CBAE-4095-87AF-0996A2FC346F}" presName="parentLeftMargin" presStyleLbl="node1" presStyleIdx="0" presStyleCnt="5"/>
      <dgm:spPr/>
    </dgm:pt>
    <dgm:pt modelId="{C3F88CDE-217E-4ABD-9C40-C12A60C1B957}" type="pres">
      <dgm:prSet presAssocID="{D535DEE1-CBAE-4095-87AF-0996A2FC346F}" presName="parentText" presStyleLbl="node1" presStyleIdx="1" presStyleCnt="5" custScaleX="142857" custScaleY="253626">
        <dgm:presLayoutVars>
          <dgm:chMax val="0"/>
          <dgm:bulletEnabled val="1"/>
        </dgm:presLayoutVars>
      </dgm:prSet>
      <dgm:spPr/>
    </dgm:pt>
    <dgm:pt modelId="{075B709A-249F-430D-98E8-49784428E4CD}" type="pres">
      <dgm:prSet presAssocID="{D535DEE1-CBAE-4095-87AF-0996A2FC346F}" presName="negativeSpace" presStyleCnt="0"/>
      <dgm:spPr/>
    </dgm:pt>
    <dgm:pt modelId="{BDE30B22-5D29-49B0-9920-7507209CE268}" type="pres">
      <dgm:prSet presAssocID="{D535DEE1-CBAE-4095-87AF-0996A2FC346F}" presName="childText" presStyleLbl="conFgAcc1" presStyleIdx="1" presStyleCnt="5">
        <dgm:presLayoutVars>
          <dgm:bulletEnabled val="1"/>
        </dgm:presLayoutVars>
      </dgm:prSet>
      <dgm:spPr/>
    </dgm:pt>
    <dgm:pt modelId="{ED6B1185-5931-4C8B-9F4B-64B7C9C53F8C}" type="pres">
      <dgm:prSet presAssocID="{3C5A12BF-8538-4DF2-B153-2A010546C47D}" presName="spaceBetweenRectangles" presStyleCnt="0"/>
      <dgm:spPr/>
    </dgm:pt>
    <dgm:pt modelId="{F5290E12-2DC6-4C34-AD23-3AA859C03C52}" type="pres">
      <dgm:prSet presAssocID="{42C3EC5B-47C7-4B25-9760-E6B38FEFEE77}" presName="parentLin" presStyleCnt="0"/>
      <dgm:spPr/>
    </dgm:pt>
    <dgm:pt modelId="{DCDDFB38-D18D-4D1D-8B7A-C0A8DEA31048}" type="pres">
      <dgm:prSet presAssocID="{42C3EC5B-47C7-4B25-9760-E6B38FEFEE77}" presName="parentLeftMargin" presStyleLbl="node1" presStyleIdx="1" presStyleCnt="5"/>
      <dgm:spPr/>
    </dgm:pt>
    <dgm:pt modelId="{8852532F-686F-4D47-B47C-008111ACE512}" type="pres">
      <dgm:prSet presAssocID="{42C3EC5B-47C7-4B25-9760-E6B38FEFEE77}" presName="parentText" presStyleLbl="node1" presStyleIdx="2" presStyleCnt="5" custScaleX="142857" custScaleY="248188">
        <dgm:presLayoutVars>
          <dgm:chMax val="0"/>
          <dgm:bulletEnabled val="1"/>
        </dgm:presLayoutVars>
      </dgm:prSet>
      <dgm:spPr/>
    </dgm:pt>
    <dgm:pt modelId="{D0D080D4-976C-44A2-AC7E-DCF4CD975228}" type="pres">
      <dgm:prSet presAssocID="{42C3EC5B-47C7-4B25-9760-E6B38FEFEE77}" presName="negativeSpace" presStyleCnt="0"/>
      <dgm:spPr/>
    </dgm:pt>
    <dgm:pt modelId="{E8ED073A-ED74-4E36-AA21-DB33EF3A60E9}" type="pres">
      <dgm:prSet presAssocID="{42C3EC5B-47C7-4B25-9760-E6B38FEFEE77}" presName="childText" presStyleLbl="conFgAcc1" presStyleIdx="2" presStyleCnt="5">
        <dgm:presLayoutVars>
          <dgm:bulletEnabled val="1"/>
        </dgm:presLayoutVars>
      </dgm:prSet>
      <dgm:spPr/>
    </dgm:pt>
    <dgm:pt modelId="{3C064D38-AC8F-4CB0-862F-AAC2E4C04A81}" type="pres">
      <dgm:prSet presAssocID="{4B32FDAE-9701-4D52-8922-57ED26F42832}" presName="spaceBetweenRectangles" presStyleCnt="0"/>
      <dgm:spPr/>
    </dgm:pt>
    <dgm:pt modelId="{F28FF653-F835-448C-B755-F4D988EA54E8}" type="pres">
      <dgm:prSet presAssocID="{F3E6097E-19D6-470E-84D8-9AA097E1B0DA}" presName="parentLin" presStyleCnt="0"/>
      <dgm:spPr/>
    </dgm:pt>
    <dgm:pt modelId="{D1264BEA-5CF3-4ED1-8F35-DA49691E890B}" type="pres">
      <dgm:prSet presAssocID="{F3E6097E-19D6-470E-84D8-9AA097E1B0DA}" presName="parentLeftMargin" presStyleLbl="node1" presStyleIdx="2" presStyleCnt="5"/>
      <dgm:spPr/>
    </dgm:pt>
    <dgm:pt modelId="{35510E94-271F-4BD8-8C76-BFCDBEA0A748}" type="pres">
      <dgm:prSet presAssocID="{F3E6097E-19D6-470E-84D8-9AA097E1B0DA}" presName="parentText" presStyleLbl="node1" presStyleIdx="3" presStyleCnt="5" custScaleX="142857" custScaleY="202241">
        <dgm:presLayoutVars>
          <dgm:chMax val="0"/>
          <dgm:bulletEnabled val="1"/>
        </dgm:presLayoutVars>
      </dgm:prSet>
      <dgm:spPr/>
    </dgm:pt>
    <dgm:pt modelId="{0F40C7A5-AD4B-4155-A1AF-85D8C1ED988C}" type="pres">
      <dgm:prSet presAssocID="{F3E6097E-19D6-470E-84D8-9AA097E1B0DA}" presName="negativeSpace" presStyleCnt="0"/>
      <dgm:spPr/>
    </dgm:pt>
    <dgm:pt modelId="{D28A2118-FB88-43F3-BBAC-4C61253BFBEB}" type="pres">
      <dgm:prSet presAssocID="{F3E6097E-19D6-470E-84D8-9AA097E1B0DA}" presName="childText" presStyleLbl="conFgAcc1" presStyleIdx="3" presStyleCnt="5">
        <dgm:presLayoutVars>
          <dgm:bulletEnabled val="1"/>
        </dgm:presLayoutVars>
      </dgm:prSet>
      <dgm:spPr/>
    </dgm:pt>
    <dgm:pt modelId="{67EFA3DC-0081-4F82-B3A0-5265E5E9B22A}" type="pres">
      <dgm:prSet presAssocID="{ABF34716-F049-4656-A856-3FF82847CBE3}" presName="spaceBetweenRectangles" presStyleCnt="0"/>
      <dgm:spPr/>
    </dgm:pt>
    <dgm:pt modelId="{29A02496-54DE-4CFE-9B6A-F70BD792B784}" type="pres">
      <dgm:prSet presAssocID="{E3382549-F37D-4791-8423-BD99940C7CF7}" presName="parentLin" presStyleCnt="0"/>
      <dgm:spPr/>
    </dgm:pt>
    <dgm:pt modelId="{E5D1D4E3-BA34-422F-95AE-AD03C6F63435}" type="pres">
      <dgm:prSet presAssocID="{E3382549-F37D-4791-8423-BD99940C7CF7}" presName="parentLeftMargin" presStyleLbl="node1" presStyleIdx="3" presStyleCnt="5"/>
      <dgm:spPr/>
    </dgm:pt>
    <dgm:pt modelId="{DE8C8730-D80F-4E8A-B986-C8A55097AD9C}" type="pres">
      <dgm:prSet presAssocID="{E3382549-F37D-4791-8423-BD99940C7CF7}" presName="parentText" presStyleLbl="node1" presStyleIdx="4" presStyleCnt="5" custScaleX="142857" custScaleY="226350">
        <dgm:presLayoutVars>
          <dgm:chMax val="0"/>
          <dgm:bulletEnabled val="1"/>
        </dgm:presLayoutVars>
      </dgm:prSet>
      <dgm:spPr/>
    </dgm:pt>
    <dgm:pt modelId="{78019863-F907-4AB5-8790-5FBB77D5232A}" type="pres">
      <dgm:prSet presAssocID="{E3382549-F37D-4791-8423-BD99940C7CF7}" presName="negativeSpace" presStyleCnt="0"/>
      <dgm:spPr/>
    </dgm:pt>
    <dgm:pt modelId="{935926D7-6D04-4449-84E2-B51612DA5F1F}" type="pres">
      <dgm:prSet presAssocID="{E3382549-F37D-4791-8423-BD99940C7CF7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98202303-A5F0-49BF-8F79-70996ACC852A}" type="presOf" srcId="{42C3EC5B-47C7-4B25-9760-E6B38FEFEE77}" destId="{DCDDFB38-D18D-4D1D-8B7A-C0A8DEA31048}" srcOrd="0" destOrd="0" presId="urn:microsoft.com/office/officeart/2005/8/layout/list1"/>
    <dgm:cxn modelId="{2BD5C220-59ED-4922-88CE-7C6F03F01743}" type="presOf" srcId="{42C3EC5B-47C7-4B25-9760-E6B38FEFEE77}" destId="{8852532F-686F-4D47-B47C-008111ACE512}" srcOrd="1" destOrd="0" presId="urn:microsoft.com/office/officeart/2005/8/layout/list1"/>
    <dgm:cxn modelId="{A9438A23-6078-44A3-8CDF-8BEF9A4CB882}" type="presOf" srcId="{F3E6097E-19D6-470E-84D8-9AA097E1B0DA}" destId="{D1264BEA-5CF3-4ED1-8F35-DA49691E890B}" srcOrd="0" destOrd="0" presId="urn:microsoft.com/office/officeart/2005/8/layout/list1"/>
    <dgm:cxn modelId="{225EB523-1D8F-424A-A4BF-43584794CAD8}" srcId="{12CDCF44-DCDB-42BB-9D59-C156D8A8A850}" destId="{E3382549-F37D-4791-8423-BD99940C7CF7}" srcOrd="4" destOrd="0" parTransId="{C2C1A27D-5994-4CF4-85D0-EEE161AC91BC}" sibTransId="{AF030ECD-2FE3-4913-A384-097C6229ADC4}"/>
    <dgm:cxn modelId="{40ECA034-958A-4744-BB1A-2C85E2522D2A}" srcId="{12CDCF44-DCDB-42BB-9D59-C156D8A8A850}" destId="{D535DEE1-CBAE-4095-87AF-0996A2FC346F}" srcOrd="1" destOrd="0" parTransId="{2DCEBAE0-0F15-44E2-AE09-697FFE3488F2}" sibTransId="{3C5A12BF-8538-4DF2-B153-2A010546C47D}"/>
    <dgm:cxn modelId="{4603F740-4FE5-4984-BB7E-F62A68B1489E}" type="presOf" srcId="{D535DEE1-CBAE-4095-87AF-0996A2FC346F}" destId="{C3F88CDE-217E-4ABD-9C40-C12A60C1B957}" srcOrd="1" destOrd="0" presId="urn:microsoft.com/office/officeart/2005/8/layout/list1"/>
    <dgm:cxn modelId="{3C941D67-0D0F-407E-9AF0-E60C4A8A3B1D}" type="presOf" srcId="{12CDCF44-DCDB-42BB-9D59-C156D8A8A850}" destId="{437B7175-C15D-4513-AE20-22929A67AB4D}" srcOrd="0" destOrd="0" presId="urn:microsoft.com/office/officeart/2005/8/layout/list1"/>
    <dgm:cxn modelId="{DAAE5F55-5D70-4850-847F-EB434A40C0EB}" type="presOf" srcId="{F3E6097E-19D6-470E-84D8-9AA097E1B0DA}" destId="{35510E94-271F-4BD8-8C76-BFCDBEA0A748}" srcOrd="1" destOrd="0" presId="urn:microsoft.com/office/officeart/2005/8/layout/list1"/>
    <dgm:cxn modelId="{CD6AFF7C-5B01-4AA2-B969-F1FCEC5DF9F7}" srcId="{12CDCF44-DCDB-42BB-9D59-C156D8A8A850}" destId="{2EBD2543-989A-490F-9F38-2F86AB41027D}" srcOrd="0" destOrd="0" parTransId="{67E7DCC2-E4CA-4924-AEBF-CAB920D22FED}" sibTransId="{BFB1C603-2BB8-421D-BB81-C1FE99423773}"/>
    <dgm:cxn modelId="{CC4746A8-5953-411B-B83D-95E90EB7109C}" type="presOf" srcId="{D535DEE1-CBAE-4095-87AF-0996A2FC346F}" destId="{ACB1C29D-AFFC-4665-A650-EE4FA0433284}" srcOrd="0" destOrd="0" presId="urn:microsoft.com/office/officeart/2005/8/layout/list1"/>
    <dgm:cxn modelId="{5EC925CA-D77E-41BE-8448-EE2039F06264}" srcId="{12CDCF44-DCDB-42BB-9D59-C156D8A8A850}" destId="{42C3EC5B-47C7-4B25-9760-E6B38FEFEE77}" srcOrd="2" destOrd="0" parTransId="{81FAF80F-A5C6-4822-A277-DB78F84D1230}" sibTransId="{4B32FDAE-9701-4D52-8922-57ED26F42832}"/>
    <dgm:cxn modelId="{374AC1D5-4EB3-42DE-91AE-73FDF4A8A51D}" srcId="{12CDCF44-DCDB-42BB-9D59-C156D8A8A850}" destId="{F3E6097E-19D6-470E-84D8-9AA097E1B0DA}" srcOrd="3" destOrd="0" parTransId="{B9AC2D6D-3127-4938-8496-4FC5F929C966}" sibTransId="{ABF34716-F049-4656-A856-3FF82847CBE3}"/>
    <dgm:cxn modelId="{2105BBDF-A26B-4F59-855D-9610BDA78D5A}" type="presOf" srcId="{E3382549-F37D-4791-8423-BD99940C7CF7}" destId="{DE8C8730-D80F-4E8A-B986-C8A55097AD9C}" srcOrd="1" destOrd="0" presId="urn:microsoft.com/office/officeart/2005/8/layout/list1"/>
    <dgm:cxn modelId="{045EDBDF-7C7C-4D1C-A7EB-432055F14CF3}" type="presOf" srcId="{E3382549-F37D-4791-8423-BD99940C7CF7}" destId="{E5D1D4E3-BA34-422F-95AE-AD03C6F63435}" srcOrd="0" destOrd="0" presId="urn:microsoft.com/office/officeart/2005/8/layout/list1"/>
    <dgm:cxn modelId="{086715F6-7818-4171-A2DD-C19D5E0C9848}" type="presOf" srcId="{2EBD2543-989A-490F-9F38-2F86AB41027D}" destId="{32102B57-4C0A-49DD-B555-80D6AE5C7E61}" srcOrd="1" destOrd="0" presId="urn:microsoft.com/office/officeart/2005/8/layout/list1"/>
    <dgm:cxn modelId="{ADDCACF6-6DAF-4A76-9C4E-A459D0F7E8DA}" type="presOf" srcId="{2EBD2543-989A-490F-9F38-2F86AB41027D}" destId="{3CE36FA1-F7DB-49B5-A8EF-3DCE52FC975E}" srcOrd="0" destOrd="0" presId="urn:microsoft.com/office/officeart/2005/8/layout/list1"/>
    <dgm:cxn modelId="{6D65E722-760F-4853-AD57-CD20A66023B1}" type="presParOf" srcId="{437B7175-C15D-4513-AE20-22929A67AB4D}" destId="{DA8518EF-8A25-4B87-A7FE-9503F91DC727}" srcOrd="0" destOrd="0" presId="urn:microsoft.com/office/officeart/2005/8/layout/list1"/>
    <dgm:cxn modelId="{64312BD1-F55E-46A7-B2A6-1435158E6516}" type="presParOf" srcId="{DA8518EF-8A25-4B87-A7FE-9503F91DC727}" destId="{3CE36FA1-F7DB-49B5-A8EF-3DCE52FC975E}" srcOrd="0" destOrd="0" presId="urn:microsoft.com/office/officeart/2005/8/layout/list1"/>
    <dgm:cxn modelId="{6D816841-7AA5-41A1-BC52-220128B678F5}" type="presParOf" srcId="{DA8518EF-8A25-4B87-A7FE-9503F91DC727}" destId="{32102B57-4C0A-49DD-B555-80D6AE5C7E61}" srcOrd="1" destOrd="0" presId="urn:microsoft.com/office/officeart/2005/8/layout/list1"/>
    <dgm:cxn modelId="{C9E94B5B-C6F3-440B-8490-33EEA277F2F6}" type="presParOf" srcId="{437B7175-C15D-4513-AE20-22929A67AB4D}" destId="{8E187CC4-6474-4130-8A48-8D056A49E58A}" srcOrd="1" destOrd="0" presId="urn:microsoft.com/office/officeart/2005/8/layout/list1"/>
    <dgm:cxn modelId="{7F4BC8F1-DE86-45D3-B57D-45A455BFF3E5}" type="presParOf" srcId="{437B7175-C15D-4513-AE20-22929A67AB4D}" destId="{3D6413CB-A3F8-4CC7-8AA1-84F2365D9CB0}" srcOrd="2" destOrd="0" presId="urn:microsoft.com/office/officeart/2005/8/layout/list1"/>
    <dgm:cxn modelId="{3DD587C3-A070-4819-A4A0-1E477CB1E41F}" type="presParOf" srcId="{437B7175-C15D-4513-AE20-22929A67AB4D}" destId="{F5B0E694-FB8F-4A41-B30D-60252957FB03}" srcOrd="3" destOrd="0" presId="urn:microsoft.com/office/officeart/2005/8/layout/list1"/>
    <dgm:cxn modelId="{7ED0B481-C394-4430-AADC-6FC9A37E5FD8}" type="presParOf" srcId="{437B7175-C15D-4513-AE20-22929A67AB4D}" destId="{C68FE8E9-1306-4BC8-878C-961C496AD311}" srcOrd="4" destOrd="0" presId="urn:microsoft.com/office/officeart/2005/8/layout/list1"/>
    <dgm:cxn modelId="{6EC25A05-09BE-49CE-924C-E50C24433BBE}" type="presParOf" srcId="{C68FE8E9-1306-4BC8-878C-961C496AD311}" destId="{ACB1C29D-AFFC-4665-A650-EE4FA0433284}" srcOrd="0" destOrd="0" presId="urn:microsoft.com/office/officeart/2005/8/layout/list1"/>
    <dgm:cxn modelId="{2561C384-9431-4938-8353-6DD3D2D7ED85}" type="presParOf" srcId="{C68FE8E9-1306-4BC8-878C-961C496AD311}" destId="{C3F88CDE-217E-4ABD-9C40-C12A60C1B957}" srcOrd="1" destOrd="0" presId="urn:microsoft.com/office/officeart/2005/8/layout/list1"/>
    <dgm:cxn modelId="{61D952D9-7C11-44A9-A155-E0C159205636}" type="presParOf" srcId="{437B7175-C15D-4513-AE20-22929A67AB4D}" destId="{075B709A-249F-430D-98E8-49784428E4CD}" srcOrd="5" destOrd="0" presId="urn:microsoft.com/office/officeart/2005/8/layout/list1"/>
    <dgm:cxn modelId="{3CF0F8FD-0D2B-497F-92D2-50102110DAE1}" type="presParOf" srcId="{437B7175-C15D-4513-AE20-22929A67AB4D}" destId="{BDE30B22-5D29-49B0-9920-7507209CE268}" srcOrd="6" destOrd="0" presId="urn:microsoft.com/office/officeart/2005/8/layout/list1"/>
    <dgm:cxn modelId="{3E90E2D7-B386-40CC-ADCC-6B44EE3DD799}" type="presParOf" srcId="{437B7175-C15D-4513-AE20-22929A67AB4D}" destId="{ED6B1185-5931-4C8B-9F4B-64B7C9C53F8C}" srcOrd="7" destOrd="0" presId="urn:microsoft.com/office/officeart/2005/8/layout/list1"/>
    <dgm:cxn modelId="{AB110101-2D0F-4CA4-A8F9-21F9E38B17CE}" type="presParOf" srcId="{437B7175-C15D-4513-AE20-22929A67AB4D}" destId="{F5290E12-2DC6-4C34-AD23-3AA859C03C52}" srcOrd="8" destOrd="0" presId="urn:microsoft.com/office/officeart/2005/8/layout/list1"/>
    <dgm:cxn modelId="{F0344253-6948-4435-9104-5AE0F7818FDC}" type="presParOf" srcId="{F5290E12-2DC6-4C34-AD23-3AA859C03C52}" destId="{DCDDFB38-D18D-4D1D-8B7A-C0A8DEA31048}" srcOrd="0" destOrd="0" presId="urn:microsoft.com/office/officeart/2005/8/layout/list1"/>
    <dgm:cxn modelId="{2D883B19-0EC5-41E9-A4CF-9369A26F555B}" type="presParOf" srcId="{F5290E12-2DC6-4C34-AD23-3AA859C03C52}" destId="{8852532F-686F-4D47-B47C-008111ACE512}" srcOrd="1" destOrd="0" presId="urn:microsoft.com/office/officeart/2005/8/layout/list1"/>
    <dgm:cxn modelId="{C3182F7F-9770-4B06-A5AD-CC7EEB4944BD}" type="presParOf" srcId="{437B7175-C15D-4513-AE20-22929A67AB4D}" destId="{D0D080D4-976C-44A2-AC7E-DCF4CD975228}" srcOrd="9" destOrd="0" presId="urn:microsoft.com/office/officeart/2005/8/layout/list1"/>
    <dgm:cxn modelId="{080228F3-0469-4D99-B096-4458D3C5A37A}" type="presParOf" srcId="{437B7175-C15D-4513-AE20-22929A67AB4D}" destId="{E8ED073A-ED74-4E36-AA21-DB33EF3A60E9}" srcOrd="10" destOrd="0" presId="urn:microsoft.com/office/officeart/2005/8/layout/list1"/>
    <dgm:cxn modelId="{C1768C21-BEEB-4FE5-8F54-A59555922766}" type="presParOf" srcId="{437B7175-C15D-4513-AE20-22929A67AB4D}" destId="{3C064D38-AC8F-4CB0-862F-AAC2E4C04A81}" srcOrd="11" destOrd="0" presId="urn:microsoft.com/office/officeart/2005/8/layout/list1"/>
    <dgm:cxn modelId="{044D68E3-8EC5-472C-8D05-8AFCBD8AB180}" type="presParOf" srcId="{437B7175-C15D-4513-AE20-22929A67AB4D}" destId="{F28FF653-F835-448C-B755-F4D988EA54E8}" srcOrd="12" destOrd="0" presId="urn:microsoft.com/office/officeart/2005/8/layout/list1"/>
    <dgm:cxn modelId="{CB932CA2-C91F-4361-9D3D-24F70D72EDB8}" type="presParOf" srcId="{F28FF653-F835-448C-B755-F4D988EA54E8}" destId="{D1264BEA-5CF3-4ED1-8F35-DA49691E890B}" srcOrd="0" destOrd="0" presId="urn:microsoft.com/office/officeart/2005/8/layout/list1"/>
    <dgm:cxn modelId="{5909A425-D27C-4471-9448-EA5226481073}" type="presParOf" srcId="{F28FF653-F835-448C-B755-F4D988EA54E8}" destId="{35510E94-271F-4BD8-8C76-BFCDBEA0A748}" srcOrd="1" destOrd="0" presId="urn:microsoft.com/office/officeart/2005/8/layout/list1"/>
    <dgm:cxn modelId="{1EBC91AA-4E9A-4913-AEF1-141A09FC1787}" type="presParOf" srcId="{437B7175-C15D-4513-AE20-22929A67AB4D}" destId="{0F40C7A5-AD4B-4155-A1AF-85D8C1ED988C}" srcOrd="13" destOrd="0" presId="urn:microsoft.com/office/officeart/2005/8/layout/list1"/>
    <dgm:cxn modelId="{995AE33F-2312-49C4-9B0F-438612042611}" type="presParOf" srcId="{437B7175-C15D-4513-AE20-22929A67AB4D}" destId="{D28A2118-FB88-43F3-BBAC-4C61253BFBEB}" srcOrd="14" destOrd="0" presId="urn:microsoft.com/office/officeart/2005/8/layout/list1"/>
    <dgm:cxn modelId="{E25470AE-CC12-41D2-B2D6-3D609D1379EF}" type="presParOf" srcId="{437B7175-C15D-4513-AE20-22929A67AB4D}" destId="{67EFA3DC-0081-4F82-B3A0-5265E5E9B22A}" srcOrd="15" destOrd="0" presId="urn:microsoft.com/office/officeart/2005/8/layout/list1"/>
    <dgm:cxn modelId="{02B161FD-63D0-4B63-9227-29DE281DF629}" type="presParOf" srcId="{437B7175-C15D-4513-AE20-22929A67AB4D}" destId="{29A02496-54DE-4CFE-9B6A-F70BD792B784}" srcOrd="16" destOrd="0" presId="urn:microsoft.com/office/officeart/2005/8/layout/list1"/>
    <dgm:cxn modelId="{528EC893-F7AD-4B1C-934C-CB574ED6569C}" type="presParOf" srcId="{29A02496-54DE-4CFE-9B6A-F70BD792B784}" destId="{E5D1D4E3-BA34-422F-95AE-AD03C6F63435}" srcOrd="0" destOrd="0" presId="urn:microsoft.com/office/officeart/2005/8/layout/list1"/>
    <dgm:cxn modelId="{AD625B1C-9231-4B56-BD85-DC56721FBD40}" type="presParOf" srcId="{29A02496-54DE-4CFE-9B6A-F70BD792B784}" destId="{DE8C8730-D80F-4E8A-B986-C8A55097AD9C}" srcOrd="1" destOrd="0" presId="urn:microsoft.com/office/officeart/2005/8/layout/list1"/>
    <dgm:cxn modelId="{647F02A2-4D98-497C-8065-3DCF980C12BB}" type="presParOf" srcId="{437B7175-C15D-4513-AE20-22929A67AB4D}" destId="{78019863-F907-4AB5-8790-5FBB77D5232A}" srcOrd="17" destOrd="0" presId="urn:microsoft.com/office/officeart/2005/8/layout/list1"/>
    <dgm:cxn modelId="{FC4B6AB8-4EF7-4D7F-A51E-19B5D8235621}" type="presParOf" srcId="{437B7175-C15D-4513-AE20-22929A67AB4D}" destId="{935926D7-6D04-4449-84E2-B51612DA5F1F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12CDCF44-DCDB-42BB-9D59-C156D8A8A850}" type="doc">
      <dgm:prSet loTypeId="urn:microsoft.com/office/officeart/2005/8/layout/list1" loCatId="list" qsTypeId="urn:microsoft.com/office/officeart/2005/8/quickstyle/simple3" qsCatId="simple" csTypeId="urn:microsoft.com/office/officeart/2005/8/colors/accent3_5" csCatId="accent3" phldr="1"/>
      <dgm:spPr/>
      <dgm:t>
        <a:bodyPr/>
        <a:lstStyle/>
        <a:p>
          <a:endParaRPr lang="zh-CN" altLang="en-US"/>
        </a:p>
      </dgm:t>
    </dgm:pt>
    <dgm:pt modelId="{2EBD2543-989A-490F-9F38-2F86AB41027D}">
      <dgm:prSet phldrT="[文本]" custT="1"/>
      <dgm:spPr/>
      <dgm:t>
        <a:bodyPr/>
        <a:lstStyle/>
        <a:p>
          <a:r>
            <a:rPr lang="zh-CN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1</a:t>
          </a:r>
          <a:r>
            <a:rPr lang="zh-CN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</a:t>
          </a:r>
          <a:r>
            <a:rPr lang="zh-CN" altLang="en-US" sz="1800" b="1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节点最迟时间：以该节点为完成节点的各项工作的最迟完成时间</a:t>
          </a:r>
          <a:r>
            <a:rPr lang="zh-CN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gm:t>
    </dgm:pt>
    <dgm:pt modelId="{67E7DCC2-E4CA-4924-AEBF-CAB920D22FED}" type="parTrans" cxnId="{CD6AFF7C-5B01-4AA2-B969-F1FCEC5DF9F7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BFB1C603-2BB8-421D-BB81-C1FE99423773}" type="sibTrans" cxnId="{CD6AFF7C-5B01-4AA2-B969-F1FCEC5DF9F7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D535DEE1-CBAE-4095-87AF-0996A2FC346F}">
      <dgm:prSet phldrT="[文本]" custT="1"/>
      <dgm:spPr/>
      <dgm:t>
        <a:bodyPr/>
        <a:lstStyle/>
        <a:p>
          <a:r>
            <a:rPr lang="zh-CN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2</a:t>
          </a:r>
          <a:r>
            <a:rPr lang="zh-CN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）节点</a:t>
          </a:r>
          <a:r>
            <a:rPr lang="en-US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i</a:t>
          </a:r>
          <a:r>
            <a:rPr lang="zh-CN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的最迟时间</a:t>
          </a:r>
          <a:r>
            <a:rPr lang="en-US" altLang="en-US" sz="1800" b="1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LT</a:t>
          </a:r>
          <a:r>
            <a:rPr lang="en-US" altLang="en-US" sz="1800" b="1" baseline="-25000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i</a:t>
          </a:r>
          <a:r>
            <a:rPr lang="zh-CN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应从网络计划的终点节点开始，逆着箭线方向依次逐项计算；</a:t>
          </a:r>
        </a:p>
      </dgm:t>
    </dgm:pt>
    <dgm:pt modelId="{2DCEBAE0-0F15-44E2-AE09-697FFE3488F2}" type="parTrans" cxnId="{40ECA034-958A-4744-BB1A-2C85E2522D2A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3C5A12BF-8538-4DF2-B153-2A010546C47D}" type="sibTrans" cxnId="{40ECA034-958A-4744-BB1A-2C85E2522D2A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2C3EC5B-47C7-4B25-9760-E6B38FEFEE77}">
      <dgm:prSet phldrT="[文本]" custT="1"/>
      <dgm:spPr/>
      <dgm:t>
        <a:bodyPr/>
        <a:lstStyle/>
        <a:p>
          <a:r>
            <a:rPr lang="zh-CN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3</a:t>
          </a:r>
          <a:r>
            <a:rPr lang="zh-CN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）终点节点</a:t>
          </a:r>
          <a:r>
            <a:rPr lang="en-US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n</a:t>
          </a:r>
          <a:r>
            <a:rPr lang="zh-CN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的最迟时间应按网络计划的计划工期</a:t>
          </a:r>
          <a:r>
            <a:rPr lang="en-US" altLang="en-US" sz="1800" b="1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T</a:t>
          </a:r>
          <a:r>
            <a:rPr lang="en-US" altLang="en-US" sz="1800" b="1" baseline="-25000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p</a:t>
          </a:r>
          <a:r>
            <a:rPr lang="zh-CN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确定，即：</a:t>
          </a:r>
          <a:r>
            <a:rPr lang="en-US" altLang="en-US" sz="1800" b="1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LT</a:t>
          </a:r>
          <a:r>
            <a:rPr lang="en-US" altLang="en-US" sz="1800" b="1" baseline="-25000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n</a:t>
          </a:r>
          <a:r>
            <a:rPr lang="en-US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=</a:t>
          </a:r>
          <a:r>
            <a:rPr lang="en-US" altLang="en-US" sz="1800" b="1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T</a:t>
          </a:r>
          <a:r>
            <a:rPr lang="en-US" altLang="en-US" sz="1800" b="1" baseline="-25000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p</a:t>
          </a:r>
          <a:r>
            <a:rPr lang="zh-CN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gm:t>
    </dgm:pt>
    <dgm:pt modelId="{81FAF80F-A5C6-4822-A277-DB78F84D1230}" type="parTrans" cxnId="{5EC925CA-D77E-41BE-8448-EE2039F06264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4B32FDAE-9701-4D52-8922-57ED26F42832}" type="sibTrans" cxnId="{5EC925CA-D77E-41BE-8448-EE2039F06264}">
      <dgm:prSet/>
      <dgm:spPr/>
      <dgm:t>
        <a:bodyPr/>
        <a:lstStyle/>
        <a:p>
          <a:endParaRPr lang="zh-CN" altLang="en-US" sz="1800" b="1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gm:t>
    </dgm:pt>
    <dgm:pt modelId="{F3E6097E-19D6-470E-84D8-9AA097E1B0DA}">
      <dgm:prSet phldrT="[文本]" custT="1"/>
      <dgm:spPr/>
      <dgm:t>
        <a:bodyPr/>
        <a:lstStyle/>
        <a:p>
          <a:r>
            <a:rPr lang="zh-CN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4</a:t>
          </a:r>
          <a:r>
            <a:rPr lang="zh-CN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）其他节点</a:t>
          </a:r>
          <a:r>
            <a:rPr lang="en-US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i</a:t>
          </a:r>
          <a:r>
            <a:rPr lang="zh-CN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的最迟时间</a:t>
          </a:r>
          <a:r>
            <a:rPr lang="en-US" altLang="en-US" sz="1800" b="1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LT</a:t>
          </a:r>
          <a:r>
            <a:rPr lang="en-US" altLang="en-US" sz="1800" b="1" baseline="-25000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i</a:t>
          </a:r>
          <a:r>
            <a:rPr lang="zh-CN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应为：</a:t>
          </a:r>
          <a:r>
            <a:rPr lang="en-US" altLang="en-US" sz="1800" b="1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LT</a:t>
          </a:r>
          <a:r>
            <a:rPr lang="en-US" altLang="en-US" sz="1800" b="1" baseline="-25000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i</a:t>
          </a:r>
          <a:r>
            <a:rPr lang="en-US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=min{</a:t>
          </a:r>
          <a:r>
            <a:rPr lang="en-US" altLang="en-US" sz="1800" b="1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LT</a:t>
          </a:r>
          <a:r>
            <a:rPr lang="en-US" altLang="en-US" sz="1800" b="1" baseline="-25000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j</a:t>
          </a:r>
          <a:r>
            <a:rPr lang="en-US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-D</a:t>
          </a:r>
          <a:r>
            <a:rPr lang="en-US" altLang="en-US" sz="1800" b="1" baseline="-250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i-j</a:t>
          </a:r>
          <a:r>
            <a:rPr lang="en-US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}</a:t>
          </a:r>
          <a:r>
            <a:rPr lang="zh-CN" altLang="en-US" sz="1800" b="1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gm:t>
    </dgm:pt>
    <dgm:pt modelId="{B9AC2D6D-3127-4938-8496-4FC5F929C966}" type="parTrans" cxnId="{374AC1D5-4EB3-42DE-91AE-73FDF4A8A51D}">
      <dgm:prSet/>
      <dgm:spPr/>
      <dgm:t>
        <a:bodyPr/>
        <a:lstStyle/>
        <a:p>
          <a:endParaRPr lang="zh-CN" altLang="en-US" b="1">
            <a:solidFill>
              <a:schemeClr val="tx1"/>
            </a:solidFill>
          </a:endParaRPr>
        </a:p>
      </dgm:t>
    </dgm:pt>
    <dgm:pt modelId="{ABF34716-F049-4656-A856-3FF82847CBE3}" type="sibTrans" cxnId="{374AC1D5-4EB3-42DE-91AE-73FDF4A8A51D}">
      <dgm:prSet/>
      <dgm:spPr/>
      <dgm:t>
        <a:bodyPr/>
        <a:lstStyle/>
        <a:p>
          <a:endParaRPr lang="zh-CN" altLang="en-US" b="1">
            <a:solidFill>
              <a:schemeClr val="tx1"/>
            </a:solidFill>
          </a:endParaRPr>
        </a:p>
      </dgm:t>
    </dgm:pt>
    <dgm:pt modelId="{437B7175-C15D-4513-AE20-22929A67AB4D}" type="pres">
      <dgm:prSet presAssocID="{12CDCF44-DCDB-42BB-9D59-C156D8A8A850}" presName="linear" presStyleCnt="0">
        <dgm:presLayoutVars>
          <dgm:dir/>
          <dgm:animLvl val="lvl"/>
          <dgm:resizeHandles val="exact"/>
        </dgm:presLayoutVars>
      </dgm:prSet>
      <dgm:spPr/>
    </dgm:pt>
    <dgm:pt modelId="{DA8518EF-8A25-4B87-A7FE-9503F91DC727}" type="pres">
      <dgm:prSet presAssocID="{2EBD2543-989A-490F-9F38-2F86AB41027D}" presName="parentLin" presStyleCnt="0"/>
      <dgm:spPr/>
    </dgm:pt>
    <dgm:pt modelId="{3CE36FA1-F7DB-49B5-A8EF-3DCE52FC975E}" type="pres">
      <dgm:prSet presAssocID="{2EBD2543-989A-490F-9F38-2F86AB41027D}" presName="parentLeftMargin" presStyleLbl="node1" presStyleIdx="0" presStyleCnt="4"/>
      <dgm:spPr/>
    </dgm:pt>
    <dgm:pt modelId="{32102B57-4C0A-49DD-B555-80D6AE5C7E61}" type="pres">
      <dgm:prSet presAssocID="{2EBD2543-989A-490F-9F38-2F86AB41027D}" presName="parentText" presStyleLbl="node1" presStyleIdx="0" presStyleCnt="4" custScaleX="142857" custScaleY="245645">
        <dgm:presLayoutVars>
          <dgm:chMax val="0"/>
          <dgm:bulletEnabled val="1"/>
        </dgm:presLayoutVars>
      </dgm:prSet>
      <dgm:spPr/>
    </dgm:pt>
    <dgm:pt modelId="{8E187CC4-6474-4130-8A48-8D056A49E58A}" type="pres">
      <dgm:prSet presAssocID="{2EBD2543-989A-490F-9F38-2F86AB41027D}" presName="negativeSpace" presStyleCnt="0"/>
      <dgm:spPr/>
    </dgm:pt>
    <dgm:pt modelId="{3D6413CB-A3F8-4CC7-8AA1-84F2365D9CB0}" type="pres">
      <dgm:prSet presAssocID="{2EBD2543-989A-490F-9F38-2F86AB41027D}" presName="childText" presStyleLbl="conFgAcc1" presStyleIdx="0" presStyleCnt="4">
        <dgm:presLayoutVars>
          <dgm:bulletEnabled val="1"/>
        </dgm:presLayoutVars>
      </dgm:prSet>
      <dgm:spPr/>
    </dgm:pt>
    <dgm:pt modelId="{F5B0E694-FB8F-4A41-B30D-60252957FB03}" type="pres">
      <dgm:prSet presAssocID="{BFB1C603-2BB8-421D-BB81-C1FE99423773}" presName="spaceBetweenRectangles" presStyleCnt="0"/>
      <dgm:spPr/>
    </dgm:pt>
    <dgm:pt modelId="{C68FE8E9-1306-4BC8-878C-961C496AD311}" type="pres">
      <dgm:prSet presAssocID="{D535DEE1-CBAE-4095-87AF-0996A2FC346F}" presName="parentLin" presStyleCnt="0"/>
      <dgm:spPr/>
    </dgm:pt>
    <dgm:pt modelId="{ACB1C29D-AFFC-4665-A650-EE4FA0433284}" type="pres">
      <dgm:prSet presAssocID="{D535DEE1-CBAE-4095-87AF-0996A2FC346F}" presName="parentLeftMargin" presStyleLbl="node1" presStyleIdx="0" presStyleCnt="4"/>
      <dgm:spPr/>
    </dgm:pt>
    <dgm:pt modelId="{C3F88CDE-217E-4ABD-9C40-C12A60C1B957}" type="pres">
      <dgm:prSet presAssocID="{D535DEE1-CBAE-4095-87AF-0996A2FC346F}" presName="parentText" presStyleLbl="node1" presStyleIdx="1" presStyleCnt="4" custScaleX="142857" custScaleY="253626">
        <dgm:presLayoutVars>
          <dgm:chMax val="0"/>
          <dgm:bulletEnabled val="1"/>
        </dgm:presLayoutVars>
      </dgm:prSet>
      <dgm:spPr/>
    </dgm:pt>
    <dgm:pt modelId="{075B709A-249F-430D-98E8-49784428E4CD}" type="pres">
      <dgm:prSet presAssocID="{D535DEE1-CBAE-4095-87AF-0996A2FC346F}" presName="negativeSpace" presStyleCnt="0"/>
      <dgm:spPr/>
    </dgm:pt>
    <dgm:pt modelId="{BDE30B22-5D29-49B0-9920-7507209CE268}" type="pres">
      <dgm:prSet presAssocID="{D535DEE1-CBAE-4095-87AF-0996A2FC346F}" presName="childText" presStyleLbl="conFgAcc1" presStyleIdx="1" presStyleCnt="4">
        <dgm:presLayoutVars>
          <dgm:bulletEnabled val="1"/>
        </dgm:presLayoutVars>
      </dgm:prSet>
      <dgm:spPr/>
    </dgm:pt>
    <dgm:pt modelId="{ED6B1185-5931-4C8B-9F4B-64B7C9C53F8C}" type="pres">
      <dgm:prSet presAssocID="{3C5A12BF-8538-4DF2-B153-2A010546C47D}" presName="spaceBetweenRectangles" presStyleCnt="0"/>
      <dgm:spPr/>
    </dgm:pt>
    <dgm:pt modelId="{F5290E12-2DC6-4C34-AD23-3AA859C03C52}" type="pres">
      <dgm:prSet presAssocID="{42C3EC5B-47C7-4B25-9760-E6B38FEFEE77}" presName="parentLin" presStyleCnt="0"/>
      <dgm:spPr/>
    </dgm:pt>
    <dgm:pt modelId="{DCDDFB38-D18D-4D1D-8B7A-C0A8DEA31048}" type="pres">
      <dgm:prSet presAssocID="{42C3EC5B-47C7-4B25-9760-E6B38FEFEE77}" presName="parentLeftMargin" presStyleLbl="node1" presStyleIdx="1" presStyleCnt="4"/>
      <dgm:spPr/>
    </dgm:pt>
    <dgm:pt modelId="{8852532F-686F-4D47-B47C-008111ACE512}" type="pres">
      <dgm:prSet presAssocID="{42C3EC5B-47C7-4B25-9760-E6B38FEFEE77}" presName="parentText" presStyleLbl="node1" presStyleIdx="2" presStyleCnt="4" custScaleX="142857" custScaleY="248188">
        <dgm:presLayoutVars>
          <dgm:chMax val="0"/>
          <dgm:bulletEnabled val="1"/>
        </dgm:presLayoutVars>
      </dgm:prSet>
      <dgm:spPr/>
    </dgm:pt>
    <dgm:pt modelId="{D0D080D4-976C-44A2-AC7E-DCF4CD975228}" type="pres">
      <dgm:prSet presAssocID="{42C3EC5B-47C7-4B25-9760-E6B38FEFEE77}" presName="negativeSpace" presStyleCnt="0"/>
      <dgm:spPr/>
    </dgm:pt>
    <dgm:pt modelId="{E8ED073A-ED74-4E36-AA21-DB33EF3A60E9}" type="pres">
      <dgm:prSet presAssocID="{42C3EC5B-47C7-4B25-9760-E6B38FEFEE77}" presName="childText" presStyleLbl="conFgAcc1" presStyleIdx="2" presStyleCnt="4">
        <dgm:presLayoutVars>
          <dgm:bulletEnabled val="1"/>
        </dgm:presLayoutVars>
      </dgm:prSet>
      <dgm:spPr/>
    </dgm:pt>
    <dgm:pt modelId="{3C064D38-AC8F-4CB0-862F-AAC2E4C04A81}" type="pres">
      <dgm:prSet presAssocID="{4B32FDAE-9701-4D52-8922-57ED26F42832}" presName="spaceBetweenRectangles" presStyleCnt="0"/>
      <dgm:spPr/>
    </dgm:pt>
    <dgm:pt modelId="{F28FF653-F835-448C-B755-F4D988EA54E8}" type="pres">
      <dgm:prSet presAssocID="{F3E6097E-19D6-470E-84D8-9AA097E1B0DA}" presName="parentLin" presStyleCnt="0"/>
      <dgm:spPr/>
    </dgm:pt>
    <dgm:pt modelId="{D1264BEA-5CF3-4ED1-8F35-DA49691E890B}" type="pres">
      <dgm:prSet presAssocID="{F3E6097E-19D6-470E-84D8-9AA097E1B0DA}" presName="parentLeftMargin" presStyleLbl="node1" presStyleIdx="2" presStyleCnt="4"/>
      <dgm:spPr/>
    </dgm:pt>
    <dgm:pt modelId="{35510E94-271F-4BD8-8C76-BFCDBEA0A748}" type="pres">
      <dgm:prSet presAssocID="{F3E6097E-19D6-470E-84D8-9AA097E1B0DA}" presName="parentText" presStyleLbl="node1" presStyleIdx="3" presStyleCnt="4" custScaleX="142857" custScaleY="202241">
        <dgm:presLayoutVars>
          <dgm:chMax val="0"/>
          <dgm:bulletEnabled val="1"/>
        </dgm:presLayoutVars>
      </dgm:prSet>
      <dgm:spPr/>
    </dgm:pt>
    <dgm:pt modelId="{0F40C7A5-AD4B-4155-A1AF-85D8C1ED988C}" type="pres">
      <dgm:prSet presAssocID="{F3E6097E-19D6-470E-84D8-9AA097E1B0DA}" presName="negativeSpace" presStyleCnt="0"/>
      <dgm:spPr/>
    </dgm:pt>
    <dgm:pt modelId="{D28A2118-FB88-43F3-BBAC-4C61253BFBEB}" type="pres">
      <dgm:prSet presAssocID="{F3E6097E-19D6-470E-84D8-9AA097E1B0DA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D59B950B-040B-4549-A3AB-09F2D188343A}" type="presOf" srcId="{D535DEE1-CBAE-4095-87AF-0996A2FC346F}" destId="{C3F88CDE-217E-4ABD-9C40-C12A60C1B957}" srcOrd="1" destOrd="0" presId="urn:microsoft.com/office/officeart/2005/8/layout/list1"/>
    <dgm:cxn modelId="{40ECA034-958A-4744-BB1A-2C85E2522D2A}" srcId="{12CDCF44-DCDB-42BB-9D59-C156D8A8A850}" destId="{D535DEE1-CBAE-4095-87AF-0996A2FC346F}" srcOrd="1" destOrd="0" parTransId="{2DCEBAE0-0F15-44E2-AE09-697FFE3488F2}" sibTransId="{3C5A12BF-8538-4DF2-B153-2A010546C47D}"/>
    <dgm:cxn modelId="{93EC075C-4834-4B58-9364-79DF4C4CFB2C}" type="presOf" srcId="{42C3EC5B-47C7-4B25-9760-E6B38FEFEE77}" destId="{DCDDFB38-D18D-4D1D-8B7A-C0A8DEA31048}" srcOrd="0" destOrd="0" presId="urn:microsoft.com/office/officeart/2005/8/layout/list1"/>
    <dgm:cxn modelId="{F7EF174C-08E0-4984-999D-FC2A82295DE0}" type="presOf" srcId="{D535DEE1-CBAE-4095-87AF-0996A2FC346F}" destId="{ACB1C29D-AFFC-4665-A650-EE4FA0433284}" srcOrd="0" destOrd="0" presId="urn:microsoft.com/office/officeart/2005/8/layout/list1"/>
    <dgm:cxn modelId="{D1CBCB51-8B91-4F70-8077-6ED56F4C0BD6}" type="presOf" srcId="{F3E6097E-19D6-470E-84D8-9AA097E1B0DA}" destId="{D1264BEA-5CF3-4ED1-8F35-DA49691E890B}" srcOrd="0" destOrd="0" presId="urn:microsoft.com/office/officeart/2005/8/layout/list1"/>
    <dgm:cxn modelId="{CD6AFF7C-5B01-4AA2-B969-F1FCEC5DF9F7}" srcId="{12CDCF44-DCDB-42BB-9D59-C156D8A8A850}" destId="{2EBD2543-989A-490F-9F38-2F86AB41027D}" srcOrd="0" destOrd="0" parTransId="{67E7DCC2-E4CA-4924-AEBF-CAB920D22FED}" sibTransId="{BFB1C603-2BB8-421D-BB81-C1FE99423773}"/>
    <dgm:cxn modelId="{FA23B88C-A8F4-4D11-8423-AB068679D180}" type="presOf" srcId="{42C3EC5B-47C7-4B25-9760-E6B38FEFEE77}" destId="{8852532F-686F-4D47-B47C-008111ACE512}" srcOrd="1" destOrd="0" presId="urn:microsoft.com/office/officeart/2005/8/layout/list1"/>
    <dgm:cxn modelId="{2A7D7990-1074-42CE-A692-116321559508}" type="presOf" srcId="{2EBD2543-989A-490F-9F38-2F86AB41027D}" destId="{3CE36FA1-F7DB-49B5-A8EF-3DCE52FC975E}" srcOrd="0" destOrd="0" presId="urn:microsoft.com/office/officeart/2005/8/layout/list1"/>
    <dgm:cxn modelId="{EC78C49B-E52E-44AE-8A6C-AF827EBB3390}" type="presOf" srcId="{F3E6097E-19D6-470E-84D8-9AA097E1B0DA}" destId="{35510E94-271F-4BD8-8C76-BFCDBEA0A748}" srcOrd="1" destOrd="0" presId="urn:microsoft.com/office/officeart/2005/8/layout/list1"/>
    <dgm:cxn modelId="{3A0BFA9D-2356-441F-8601-85D5B8E5FF10}" type="presOf" srcId="{2EBD2543-989A-490F-9F38-2F86AB41027D}" destId="{32102B57-4C0A-49DD-B555-80D6AE5C7E61}" srcOrd="1" destOrd="0" presId="urn:microsoft.com/office/officeart/2005/8/layout/list1"/>
    <dgm:cxn modelId="{5EC925CA-D77E-41BE-8448-EE2039F06264}" srcId="{12CDCF44-DCDB-42BB-9D59-C156D8A8A850}" destId="{42C3EC5B-47C7-4B25-9760-E6B38FEFEE77}" srcOrd="2" destOrd="0" parTransId="{81FAF80F-A5C6-4822-A277-DB78F84D1230}" sibTransId="{4B32FDAE-9701-4D52-8922-57ED26F42832}"/>
    <dgm:cxn modelId="{88A657D4-CFD5-4862-A24F-D58BC219FB47}" type="presOf" srcId="{12CDCF44-DCDB-42BB-9D59-C156D8A8A850}" destId="{437B7175-C15D-4513-AE20-22929A67AB4D}" srcOrd="0" destOrd="0" presId="urn:microsoft.com/office/officeart/2005/8/layout/list1"/>
    <dgm:cxn modelId="{374AC1D5-4EB3-42DE-91AE-73FDF4A8A51D}" srcId="{12CDCF44-DCDB-42BB-9D59-C156D8A8A850}" destId="{F3E6097E-19D6-470E-84D8-9AA097E1B0DA}" srcOrd="3" destOrd="0" parTransId="{B9AC2D6D-3127-4938-8496-4FC5F929C966}" sibTransId="{ABF34716-F049-4656-A856-3FF82847CBE3}"/>
    <dgm:cxn modelId="{C18E9453-9301-471A-8154-85221DB8175C}" type="presParOf" srcId="{437B7175-C15D-4513-AE20-22929A67AB4D}" destId="{DA8518EF-8A25-4B87-A7FE-9503F91DC727}" srcOrd="0" destOrd="0" presId="urn:microsoft.com/office/officeart/2005/8/layout/list1"/>
    <dgm:cxn modelId="{4316EBFA-27C4-4A2C-9911-9C774B20357F}" type="presParOf" srcId="{DA8518EF-8A25-4B87-A7FE-9503F91DC727}" destId="{3CE36FA1-F7DB-49B5-A8EF-3DCE52FC975E}" srcOrd="0" destOrd="0" presId="urn:microsoft.com/office/officeart/2005/8/layout/list1"/>
    <dgm:cxn modelId="{B7073B8F-3982-4E1A-99A4-9263F5C5601A}" type="presParOf" srcId="{DA8518EF-8A25-4B87-A7FE-9503F91DC727}" destId="{32102B57-4C0A-49DD-B555-80D6AE5C7E61}" srcOrd="1" destOrd="0" presId="urn:microsoft.com/office/officeart/2005/8/layout/list1"/>
    <dgm:cxn modelId="{54FF45F3-62E5-450E-9DAA-0BBFEF493035}" type="presParOf" srcId="{437B7175-C15D-4513-AE20-22929A67AB4D}" destId="{8E187CC4-6474-4130-8A48-8D056A49E58A}" srcOrd="1" destOrd="0" presId="urn:microsoft.com/office/officeart/2005/8/layout/list1"/>
    <dgm:cxn modelId="{B61DF4AC-AAAE-4D51-805A-DD3F8601AF02}" type="presParOf" srcId="{437B7175-C15D-4513-AE20-22929A67AB4D}" destId="{3D6413CB-A3F8-4CC7-8AA1-84F2365D9CB0}" srcOrd="2" destOrd="0" presId="urn:microsoft.com/office/officeart/2005/8/layout/list1"/>
    <dgm:cxn modelId="{30EA42A5-DDBF-4A05-A02A-8F7F008602CE}" type="presParOf" srcId="{437B7175-C15D-4513-AE20-22929A67AB4D}" destId="{F5B0E694-FB8F-4A41-B30D-60252957FB03}" srcOrd="3" destOrd="0" presId="urn:microsoft.com/office/officeart/2005/8/layout/list1"/>
    <dgm:cxn modelId="{3D78FAC3-779E-4CB8-93CC-2E0C1E2F5C09}" type="presParOf" srcId="{437B7175-C15D-4513-AE20-22929A67AB4D}" destId="{C68FE8E9-1306-4BC8-878C-961C496AD311}" srcOrd="4" destOrd="0" presId="urn:microsoft.com/office/officeart/2005/8/layout/list1"/>
    <dgm:cxn modelId="{4DB7A886-136E-464C-9B31-E2C7471D79D0}" type="presParOf" srcId="{C68FE8E9-1306-4BC8-878C-961C496AD311}" destId="{ACB1C29D-AFFC-4665-A650-EE4FA0433284}" srcOrd="0" destOrd="0" presId="urn:microsoft.com/office/officeart/2005/8/layout/list1"/>
    <dgm:cxn modelId="{9FC84799-8CEA-4E34-92F5-18C2D967BCB0}" type="presParOf" srcId="{C68FE8E9-1306-4BC8-878C-961C496AD311}" destId="{C3F88CDE-217E-4ABD-9C40-C12A60C1B957}" srcOrd="1" destOrd="0" presId="urn:microsoft.com/office/officeart/2005/8/layout/list1"/>
    <dgm:cxn modelId="{B632017A-1C80-4FB2-B218-9B6556CDF64F}" type="presParOf" srcId="{437B7175-C15D-4513-AE20-22929A67AB4D}" destId="{075B709A-249F-430D-98E8-49784428E4CD}" srcOrd="5" destOrd="0" presId="urn:microsoft.com/office/officeart/2005/8/layout/list1"/>
    <dgm:cxn modelId="{15C8637F-9024-4CDD-8657-1F16C23D553E}" type="presParOf" srcId="{437B7175-C15D-4513-AE20-22929A67AB4D}" destId="{BDE30B22-5D29-49B0-9920-7507209CE268}" srcOrd="6" destOrd="0" presId="urn:microsoft.com/office/officeart/2005/8/layout/list1"/>
    <dgm:cxn modelId="{07E82B7A-7D35-4D3A-9F2A-CAA8543A8C41}" type="presParOf" srcId="{437B7175-C15D-4513-AE20-22929A67AB4D}" destId="{ED6B1185-5931-4C8B-9F4B-64B7C9C53F8C}" srcOrd="7" destOrd="0" presId="urn:microsoft.com/office/officeart/2005/8/layout/list1"/>
    <dgm:cxn modelId="{8DD99706-3BD2-4CE3-AD8D-A855FCF405CD}" type="presParOf" srcId="{437B7175-C15D-4513-AE20-22929A67AB4D}" destId="{F5290E12-2DC6-4C34-AD23-3AA859C03C52}" srcOrd="8" destOrd="0" presId="urn:microsoft.com/office/officeart/2005/8/layout/list1"/>
    <dgm:cxn modelId="{E00EC21B-0F65-4557-8468-4809DD892DA6}" type="presParOf" srcId="{F5290E12-2DC6-4C34-AD23-3AA859C03C52}" destId="{DCDDFB38-D18D-4D1D-8B7A-C0A8DEA31048}" srcOrd="0" destOrd="0" presId="urn:microsoft.com/office/officeart/2005/8/layout/list1"/>
    <dgm:cxn modelId="{E851D08F-00F3-4074-88F0-F287DF1AD229}" type="presParOf" srcId="{F5290E12-2DC6-4C34-AD23-3AA859C03C52}" destId="{8852532F-686F-4D47-B47C-008111ACE512}" srcOrd="1" destOrd="0" presId="urn:microsoft.com/office/officeart/2005/8/layout/list1"/>
    <dgm:cxn modelId="{951C23BB-CFDE-49E6-AE79-37D035CA0FC0}" type="presParOf" srcId="{437B7175-C15D-4513-AE20-22929A67AB4D}" destId="{D0D080D4-976C-44A2-AC7E-DCF4CD975228}" srcOrd="9" destOrd="0" presId="urn:microsoft.com/office/officeart/2005/8/layout/list1"/>
    <dgm:cxn modelId="{82F35915-9C49-46E5-A0C9-C78871CC2C61}" type="presParOf" srcId="{437B7175-C15D-4513-AE20-22929A67AB4D}" destId="{E8ED073A-ED74-4E36-AA21-DB33EF3A60E9}" srcOrd="10" destOrd="0" presId="urn:microsoft.com/office/officeart/2005/8/layout/list1"/>
    <dgm:cxn modelId="{F0A24F6C-8145-4536-BEB2-C42BD0AE2AD7}" type="presParOf" srcId="{437B7175-C15D-4513-AE20-22929A67AB4D}" destId="{3C064D38-AC8F-4CB0-862F-AAC2E4C04A81}" srcOrd="11" destOrd="0" presId="urn:microsoft.com/office/officeart/2005/8/layout/list1"/>
    <dgm:cxn modelId="{78A11726-42D7-4915-92C1-D8844B6B71EB}" type="presParOf" srcId="{437B7175-C15D-4513-AE20-22929A67AB4D}" destId="{F28FF653-F835-448C-B755-F4D988EA54E8}" srcOrd="12" destOrd="0" presId="urn:microsoft.com/office/officeart/2005/8/layout/list1"/>
    <dgm:cxn modelId="{ADE025AA-5BEA-4F79-93D7-9EB3B7555517}" type="presParOf" srcId="{F28FF653-F835-448C-B755-F4D988EA54E8}" destId="{D1264BEA-5CF3-4ED1-8F35-DA49691E890B}" srcOrd="0" destOrd="0" presId="urn:microsoft.com/office/officeart/2005/8/layout/list1"/>
    <dgm:cxn modelId="{F21E5D76-7175-40A3-98E4-C1776E9373A1}" type="presParOf" srcId="{F28FF653-F835-448C-B755-F4D988EA54E8}" destId="{35510E94-271F-4BD8-8C76-BFCDBEA0A748}" srcOrd="1" destOrd="0" presId="urn:microsoft.com/office/officeart/2005/8/layout/list1"/>
    <dgm:cxn modelId="{38CF178A-70EA-4703-88EB-EB7072281AC4}" type="presParOf" srcId="{437B7175-C15D-4513-AE20-22929A67AB4D}" destId="{0F40C7A5-AD4B-4155-A1AF-85D8C1ED988C}" srcOrd="13" destOrd="0" presId="urn:microsoft.com/office/officeart/2005/8/layout/list1"/>
    <dgm:cxn modelId="{7799D557-B650-497E-9E91-C14E46FAD5DC}" type="presParOf" srcId="{437B7175-C15D-4513-AE20-22929A67AB4D}" destId="{D28A2118-FB88-43F3-BBAC-4C61253BFBEB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6413CB-A3F8-4CC7-8AA1-84F2365D9CB0}">
      <dsp:nvSpPr>
        <dsp:cNvPr id="0" name=""/>
        <dsp:cNvSpPr/>
      </dsp:nvSpPr>
      <dsp:spPr>
        <a:xfrm>
          <a:off x="0" y="848191"/>
          <a:ext cx="7920880" cy="3276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102B57-4C0A-49DD-B555-80D6AE5C7E61}">
      <dsp:nvSpPr>
        <dsp:cNvPr id="0" name=""/>
        <dsp:cNvSpPr/>
      </dsp:nvSpPr>
      <dsp:spPr>
        <a:xfrm>
          <a:off x="377092" y="97384"/>
          <a:ext cx="7541845" cy="94268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1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）确定关键线路，在工作中抓主要矛盾，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向关键线路要时间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sp:txBody>
      <dsp:txXfrm>
        <a:off x="423110" y="143402"/>
        <a:ext cx="7449809" cy="850651"/>
      </dsp:txXfrm>
    </dsp:sp>
    <dsp:sp modelId="{BDE30B22-5D29-49B0-9920-7507209CE268}">
      <dsp:nvSpPr>
        <dsp:cNvPr id="0" name=""/>
        <dsp:cNvSpPr/>
      </dsp:nvSpPr>
      <dsp:spPr>
        <a:xfrm>
          <a:off x="0" y="2027426"/>
          <a:ext cx="7920880" cy="3276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F88CDE-217E-4ABD-9C40-C12A60C1B957}">
      <dsp:nvSpPr>
        <dsp:cNvPr id="0" name=""/>
        <dsp:cNvSpPr/>
      </dsp:nvSpPr>
      <dsp:spPr>
        <a:xfrm>
          <a:off x="377092" y="1245991"/>
          <a:ext cx="7541845" cy="97331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2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）计算非关键线路的富余时间，确定其存在多少机动时间，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向非关键线路要劳动力、要资源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sp:txBody>
      <dsp:txXfrm>
        <a:off x="424605" y="1293504"/>
        <a:ext cx="7446819" cy="878289"/>
      </dsp:txXfrm>
    </dsp:sp>
    <dsp:sp modelId="{E8ED073A-ED74-4E36-AA21-DB33EF3A60E9}">
      <dsp:nvSpPr>
        <dsp:cNvPr id="0" name=""/>
        <dsp:cNvSpPr/>
      </dsp:nvSpPr>
      <dsp:spPr>
        <a:xfrm>
          <a:off x="0" y="3185792"/>
          <a:ext cx="7920880" cy="3276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52532F-686F-4D47-B47C-008111ACE512}">
      <dsp:nvSpPr>
        <dsp:cNvPr id="0" name=""/>
        <dsp:cNvSpPr/>
      </dsp:nvSpPr>
      <dsp:spPr>
        <a:xfrm>
          <a:off x="377092" y="2425226"/>
          <a:ext cx="7541845" cy="95244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3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）为网络计划的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优化、调整和执行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提供明确的时间参数和依据。</a:t>
          </a:r>
        </a:p>
      </dsp:txBody>
      <dsp:txXfrm>
        <a:off x="423587" y="2471721"/>
        <a:ext cx="7448855" cy="8594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3C98EB-6D78-43CA-A342-65552E1BB4B4}">
      <dsp:nvSpPr>
        <dsp:cNvPr id="0" name=""/>
        <dsp:cNvSpPr/>
      </dsp:nvSpPr>
      <dsp:spPr>
        <a:xfrm>
          <a:off x="0" y="0"/>
          <a:ext cx="7272808" cy="1219200"/>
        </a:xfrm>
        <a:prstGeom prst="rect">
          <a:avLst/>
        </a:prstGeom>
        <a:solidFill>
          <a:schemeClr val="accent5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800" b="1" kern="1200" dirty="0" err="1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T</a:t>
          </a:r>
          <a:r>
            <a:rPr lang="en-US" altLang="en-US" sz="2800" b="1" kern="1200" baseline="-25000" dirty="0" err="1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p</a:t>
          </a:r>
          <a:r>
            <a:rPr lang="en-US" altLang="en-US" sz="2800" b="1" kern="1200" dirty="0" err="1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≤T</a:t>
          </a:r>
          <a:r>
            <a:rPr lang="en-US" altLang="en-US" sz="2800" b="1" kern="1200" baseline="-25000" dirty="0" err="1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r</a:t>
          </a:r>
          <a:r>
            <a:rPr lang="zh-CN" altLang="en-US" sz="2800" b="1" kern="1200" dirty="0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，</a:t>
          </a:r>
          <a:r>
            <a:rPr lang="en-US" altLang="en-US" sz="2800" b="1" kern="1200" dirty="0" err="1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T</a:t>
          </a:r>
          <a:r>
            <a:rPr lang="en-US" altLang="en-US" sz="2800" b="1" kern="1200" baseline="-25000" dirty="0" err="1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p</a:t>
          </a:r>
          <a:r>
            <a:rPr lang="en-US" altLang="en-US" sz="2800" b="1" kern="1200" dirty="0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 =</a:t>
          </a:r>
          <a:r>
            <a:rPr lang="en-US" altLang="en-US" sz="2800" b="1" kern="1200" dirty="0" err="1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T</a:t>
          </a:r>
          <a:r>
            <a:rPr lang="en-US" altLang="en-US" sz="2800" b="1" kern="1200" baseline="-25000" dirty="0" err="1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c</a:t>
          </a:r>
          <a:endParaRPr lang="zh-CN" altLang="en-US" sz="2800" b="1" kern="1200" baseline="-25000" dirty="0">
            <a:solidFill>
              <a:srgbClr val="FF0000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sp:txBody>
      <dsp:txXfrm>
        <a:off x="0" y="0"/>
        <a:ext cx="7272808" cy="1219200"/>
      </dsp:txXfrm>
    </dsp:sp>
    <dsp:sp modelId="{5022EB60-9449-44E2-8BBC-FEEC5D678B23}">
      <dsp:nvSpPr>
        <dsp:cNvPr id="0" name=""/>
        <dsp:cNvSpPr/>
      </dsp:nvSpPr>
      <dsp:spPr>
        <a:xfrm>
          <a:off x="3551" y="1219200"/>
          <a:ext cx="2421901" cy="256032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b="1" kern="1200" dirty="0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要求工期</a:t>
          </a:r>
          <a:endParaRPr lang="en-US" altLang="zh-CN" sz="2800" b="1" kern="1200" dirty="0">
            <a:solidFill>
              <a:srgbClr val="FF0000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800" b="1" kern="1200" dirty="0" err="1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T</a:t>
          </a:r>
          <a:r>
            <a:rPr lang="en-US" altLang="en-US" sz="2800" b="1" kern="1200" baseline="-25000" dirty="0" err="1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r</a:t>
          </a:r>
          <a:endParaRPr lang="zh-CN" altLang="en-US" sz="2800" b="1" kern="1200" baseline="-25000" dirty="0">
            <a:solidFill>
              <a:srgbClr val="FF0000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sp:txBody>
      <dsp:txXfrm>
        <a:off x="3551" y="1219200"/>
        <a:ext cx="2421901" cy="2560320"/>
      </dsp:txXfrm>
    </dsp:sp>
    <dsp:sp modelId="{2849F423-B16E-4407-9B9B-74EDD4CD01A9}">
      <dsp:nvSpPr>
        <dsp:cNvPr id="0" name=""/>
        <dsp:cNvSpPr/>
      </dsp:nvSpPr>
      <dsp:spPr>
        <a:xfrm>
          <a:off x="2425453" y="1219200"/>
          <a:ext cx="2421901" cy="2560320"/>
        </a:xfrm>
        <a:prstGeom prst="rect">
          <a:avLst/>
        </a:prstGeom>
        <a:solidFill>
          <a:schemeClr val="accent5">
            <a:hueOff val="-4263620"/>
            <a:satOff val="19167"/>
            <a:lumOff val="-1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b="1" kern="1200" dirty="0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计划工期</a:t>
          </a:r>
          <a:endParaRPr lang="en-US" altLang="zh-CN" sz="2800" b="1" kern="1200" dirty="0">
            <a:solidFill>
              <a:srgbClr val="FF0000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800" b="1" kern="1200" dirty="0" err="1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T</a:t>
          </a:r>
          <a:r>
            <a:rPr lang="en-US" altLang="en-US" sz="2800" b="1" kern="1200" baseline="-25000" dirty="0" err="1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p</a:t>
          </a:r>
          <a:endParaRPr lang="zh-CN" altLang="en-US" sz="2800" b="1" kern="1200" baseline="-25000" dirty="0">
            <a:solidFill>
              <a:srgbClr val="FF0000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sp:txBody>
      <dsp:txXfrm>
        <a:off x="2425453" y="1219200"/>
        <a:ext cx="2421901" cy="2560320"/>
      </dsp:txXfrm>
    </dsp:sp>
    <dsp:sp modelId="{2B3A72A3-C28D-42CA-99F2-F3DD57FC1C39}">
      <dsp:nvSpPr>
        <dsp:cNvPr id="0" name=""/>
        <dsp:cNvSpPr/>
      </dsp:nvSpPr>
      <dsp:spPr>
        <a:xfrm>
          <a:off x="4847354" y="1219200"/>
          <a:ext cx="2421901" cy="2560320"/>
        </a:xfrm>
        <a:prstGeom prst="rect">
          <a:avLst/>
        </a:prstGeom>
        <a:solidFill>
          <a:schemeClr val="accent5">
            <a:hueOff val="-8527241"/>
            <a:satOff val="38334"/>
            <a:lumOff val="-29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b="1" kern="1200" dirty="0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计算工期</a:t>
          </a:r>
          <a:endParaRPr lang="en-US" altLang="zh-CN" sz="2800" b="1" kern="1200" dirty="0">
            <a:solidFill>
              <a:srgbClr val="FF0000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2800" b="1" kern="1200" dirty="0" err="1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T</a:t>
          </a:r>
          <a:r>
            <a:rPr lang="en-US" altLang="en-US" sz="2800" b="1" kern="1200" baseline="-25000" dirty="0" err="1">
              <a:solidFill>
                <a:srgbClr val="FF0000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c</a:t>
          </a:r>
          <a:endParaRPr lang="zh-CN" altLang="en-US" sz="2800" b="1" kern="1200" baseline="-25000" dirty="0">
            <a:solidFill>
              <a:srgbClr val="FF0000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sp:txBody>
      <dsp:txXfrm>
        <a:off x="4847354" y="1219200"/>
        <a:ext cx="2421901" cy="2560320"/>
      </dsp:txXfrm>
    </dsp:sp>
    <dsp:sp modelId="{C098B57E-A88C-4E3B-84FC-5006FEA06E6E}">
      <dsp:nvSpPr>
        <dsp:cNvPr id="0" name=""/>
        <dsp:cNvSpPr/>
      </dsp:nvSpPr>
      <dsp:spPr>
        <a:xfrm>
          <a:off x="0" y="3779520"/>
          <a:ext cx="7272808" cy="284480"/>
        </a:xfrm>
        <a:prstGeom prst="rect">
          <a:avLst/>
        </a:prstGeom>
        <a:solidFill>
          <a:schemeClr val="accent5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6B9A6B-C3EA-465E-9F97-3E0DBD6EED3C}">
      <dsp:nvSpPr>
        <dsp:cNvPr id="0" name=""/>
        <dsp:cNvSpPr/>
      </dsp:nvSpPr>
      <dsp:spPr>
        <a:xfrm>
          <a:off x="0" y="23548"/>
          <a:ext cx="7920880" cy="68453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狭义六参</a:t>
          </a:r>
          <a:r>
            <a:rPr lang="en-US" altLang="zh-CN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——</a:t>
          </a:r>
          <a:endParaRPr lang="zh-CN" altLang="en-US" sz="2000" b="1" kern="1200" dirty="0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sp:txBody>
      <dsp:txXfrm>
        <a:off x="33416" y="56964"/>
        <a:ext cx="7854048" cy="617703"/>
      </dsp:txXfrm>
    </dsp:sp>
    <dsp:sp modelId="{2D881EAB-5D5E-4606-BC71-F8438459D53E}">
      <dsp:nvSpPr>
        <dsp:cNvPr id="0" name=""/>
        <dsp:cNvSpPr/>
      </dsp:nvSpPr>
      <dsp:spPr>
        <a:xfrm>
          <a:off x="0" y="708083"/>
          <a:ext cx="7920880" cy="11100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488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1</a:t>
          </a: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）最早开始时间 </a:t>
          </a:r>
          <a:r>
            <a:rPr lang="en-US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ES</a:t>
          </a: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；  （</a:t>
          </a:r>
          <a:r>
            <a:rPr lang="en-US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2</a:t>
          </a: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）最早完成时间 </a:t>
          </a:r>
          <a:r>
            <a:rPr lang="en-US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EF </a:t>
          </a: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3</a:t>
          </a: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）最迟开始时间 </a:t>
          </a:r>
          <a:r>
            <a:rPr lang="en-US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LS </a:t>
          </a: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；  （</a:t>
          </a:r>
          <a:r>
            <a:rPr lang="en-US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4</a:t>
          </a: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）最迟完成时间 </a:t>
          </a:r>
          <a:r>
            <a:rPr lang="en-US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LF</a:t>
          </a: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5</a:t>
          </a: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）总时差 </a:t>
          </a:r>
          <a:r>
            <a:rPr lang="en-US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TF</a:t>
          </a: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；              （</a:t>
          </a:r>
          <a:r>
            <a:rPr lang="en-US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6</a:t>
          </a: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）自由时差 </a:t>
          </a:r>
          <a:r>
            <a:rPr lang="en-US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FF </a:t>
          </a: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sp:txBody>
      <dsp:txXfrm>
        <a:off x="0" y="708083"/>
        <a:ext cx="7920880" cy="1110037"/>
      </dsp:txXfrm>
    </dsp:sp>
    <dsp:sp modelId="{E0CC7DD1-90F7-4F63-A04F-CE8493954E9D}">
      <dsp:nvSpPr>
        <dsp:cNvPr id="0" name=""/>
        <dsp:cNvSpPr/>
      </dsp:nvSpPr>
      <dsp:spPr>
        <a:xfrm>
          <a:off x="0" y="1818121"/>
          <a:ext cx="7920880" cy="720820"/>
        </a:xfrm>
        <a:prstGeom prst="roundRect">
          <a:avLst/>
        </a:prstGeom>
        <a:solidFill>
          <a:schemeClr val="accent5">
            <a:hueOff val="-8527241"/>
            <a:satOff val="38334"/>
            <a:lumOff val="-294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广义七参</a:t>
          </a:r>
          <a:r>
            <a:rPr lang="en-US" altLang="zh-CN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——</a:t>
          </a:r>
          <a:endParaRPr lang="zh-CN" altLang="en-US" sz="2000" b="1" kern="1200" dirty="0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sp:txBody>
      <dsp:txXfrm>
        <a:off x="35188" y="1853309"/>
        <a:ext cx="7850504" cy="650444"/>
      </dsp:txXfrm>
    </dsp:sp>
    <dsp:sp modelId="{5ED5C19C-F134-412C-9185-5CCB99266DE0}">
      <dsp:nvSpPr>
        <dsp:cNvPr id="0" name=""/>
        <dsp:cNvSpPr/>
      </dsp:nvSpPr>
      <dsp:spPr>
        <a:xfrm>
          <a:off x="0" y="2538941"/>
          <a:ext cx="7920880" cy="14127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488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工作持续时间</a:t>
          </a:r>
          <a:r>
            <a:rPr lang="en-US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D</a:t>
          </a:r>
          <a:endParaRPr lang="zh-CN" altLang="en-US" sz="2000" b="1" kern="1200" dirty="0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确定方法：“参照以往实践经验计算</a:t>
          </a:r>
          <a:r>
            <a:rPr lang="en-US" altLang="zh-CN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/</a:t>
          </a: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经过试验推算</a:t>
          </a:r>
          <a:r>
            <a:rPr lang="en-US" altLang="zh-CN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/</a:t>
          </a: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有标准可查，按定额计算”；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影响因素：“工程量、定额、班组成员人数、工作班制”等；</a:t>
          </a:r>
        </a:p>
      </dsp:txBody>
      <dsp:txXfrm>
        <a:off x="0" y="2538941"/>
        <a:ext cx="7920880" cy="141277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6413CB-A3F8-4CC7-8AA1-84F2365D9CB0}">
      <dsp:nvSpPr>
        <dsp:cNvPr id="0" name=""/>
        <dsp:cNvSpPr/>
      </dsp:nvSpPr>
      <dsp:spPr>
        <a:xfrm>
          <a:off x="0" y="858806"/>
          <a:ext cx="7920880" cy="3276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102B57-4C0A-49DD-B555-80D6AE5C7E61}">
      <dsp:nvSpPr>
        <dsp:cNvPr id="0" name=""/>
        <dsp:cNvSpPr/>
      </dsp:nvSpPr>
      <dsp:spPr>
        <a:xfrm>
          <a:off x="377092" y="107999"/>
          <a:ext cx="7541845" cy="94268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计算规则</a:t>
          </a:r>
          <a:r>
            <a:rPr lang="en-US" altLang="zh-CN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——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“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从左向右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递推计算最早时间”；</a:t>
          </a:r>
        </a:p>
      </dsp:txBody>
      <dsp:txXfrm>
        <a:off x="423110" y="154017"/>
        <a:ext cx="7449809" cy="850651"/>
      </dsp:txXfrm>
    </dsp:sp>
    <dsp:sp modelId="{BDE30B22-5D29-49B0-9920-7507209CE268}">
      <dsp:nvSpPr>
        <dsp:cNvPr id="0" name=""/>
        <dsp:cNvSpPr/>
      </dsp:nvSpPr>
      <dsp:spPr>
        <a:xfrm>
          <a:off x="0" y="2038041"/>
          <a:ext cx="7920880" cy="3276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F88CDE-217E-4ABD-9C40-C12A60C1B957}">
      <dsp:nvSpPr>
        <dsp:cNvPr id="0" name=""/>
        <dsp:cNvSpPr/>
      </dsp:nvSpPr>
      <dsp:spPr>
        <a:xfrm>
          <a:off x="377092" y="1256606"/>
          <a:ext cx="7541845" cy="97331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没有紧前工作（第一项工作）：最早开始时间规定为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零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sp:txBody>
      <dsp:txXfrm>
        <a:off x="424605" y="1304119"/>
        <a:ext cx="7446819" cy="878289"/>
      </dsp:txXfrm>
    </dsp:sp>
    <dsp:sp modelId="{E8ED073A-ED74-4E36-AA21-DB33EF3A60E9}">
      <dsp:nvSpPr>
        <dsp:cNvPr id="0" name=""/>
        <dsp:cNvSpPr/>
      </dsp:nvSpPr>
      <dsp:spPr>
        <a:xfrm>
          <a:off x="0" y="3196408"/>
          <a:ext cx="7920880" cy="3276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52532F-686F-4D47-B47C-008111ACE512}">
      <dsp:nvSpPr>
        <dsp:cNvPr id="0" name=""/>
        <dsp:cNvSpPr/>
      </dsp:nvSpPr>
      <dsp:spPr>
        <a:xfrm>
          <a:off x="377092" y="2435841"/>
          <a:ext cx="7541845" cy="95244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有紧前工作：最早开始时间 </a:t>
          </a:r>
          <a:r>
            <a:rPr lang="en-US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= 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该工作的 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所有紧前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工作的最早完成时间的 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最大值，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即 </a:t>
          </a:r>
          <a:r>
            <a:rPr lang="en-US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ES=Max 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（ </a:t>
          </a:r>
          <a:r>
            <a:rPr lang="en-US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EF </a:t>
          </a:r>
          <a:r>
            <a:rPr lang="zh-CN" altLang="en-US" sz="2000" b="1" kern="1200" baseline="-250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所有紧前工作 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）；</a:t>
          </a:r>
        </a:p>
      </dsp:txBody>
      <dsp:txXfrm>
        <a:off x="423587" y="2482336"/>
        <a:ext cx="7448855" cy="859456"/>
      </dsp:txXfrm>
    </dsp:sp>
    <dsp:sp modelId="{E4B79D57-DDA1-47C4-A333-B7CFC71029AE}">
      <dsp:nvSpPr>
        <dsp:cNvPr id="0" name=""/>
        <dsp:cNvSpPr/>
      </dsp:nvSpPr>
      <dsp:spPr>
        <a:xfrm>
          <a:off x="0" y="4247010"/>
          <a:ext cx="7920880" cy="3276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F314C2-4167-43E7-ACD2-A6F0792F377E}">
      <dsp:nvSpPr>
        <dsp:cNvPr id="0" name=""/>
        <dsp:cNvSpPr/>
      </dsp:nvSpPr>
      <dsp:spPr>
        <a:xfrm>
          <a:off x="377092" y="3594208"/>
          <a:ext cx="7541845" cy="84468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本工作的最早完成 </a:t>
          </a:r>
          <a:r>
            <a:rPr lang="en-US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= 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本工作的最早开始 </a:t>
          </a:r>
          <a:r>
            <a:rPr lang="en-US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+ 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本工作的持续时间。即： </a:t>
          </a:r>
          <a:r>
            <a:rPr lang="en-US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EF </a:t>
          </a:r>
          <a:r>
            <a:rPr lang="zh-CN" altLang="en-US" sz="2000" b="1" kern="1200" baseline="-250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本工作 </a:t>
          </a:r>
          <a:r>
            <a:rPr lang="en-US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=“ES </a:t>
          </a:r>
          <a:r>
            <a:rPr lang="zh-CN" altLang="en-US" sz="2000" b="1" kern="1200" baseline="-250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本工作 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”</a:t>
          </a:r>
          <a:r>
            <a:rPr lang="en-US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+“D </a:t>
          </a:r>
          <a:r>
            <a:rPr lang="zh-CN" altLang="en-US" sz="2000" b="1" kern="1200" baseline="-250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本工作 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”；</a:t>
          </a:r>
        </a:p>
      </dsp:txBody>
      <dsp:txXfrm>
        <a:off x="418326" y="3635442"/>
        <a:ext cx="7459377" cy="76221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6B9A6B-C3EA-465E-9F97-3E0DBD6EED3C}">
      <dsp:nvSpPr>
        <dsp:cNvPr id="0" name=""/>
        <dsp:cNvSpPr/>
      </dsp:nvSpPr>
      <dsp:spPr>
        <a:xfrm>
          <a:off x="0" y="268198"/>
          <a:ext cx="7920880" cy="65678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2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确定工期</a:t>
          </a:r>
          <a:r>
            <a:rPr lang="en-US" altLang="zh-CN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——</a:t>
          </a:r>
          <a:endParaRPr lang="zh-CN" altLang="en-US" sz="2000" b="1" kern="1200" dirty="0">
            <a:solidFill>
              <a:schemeClr val="tx1"/>
            </a:solidFill>
            <a:latin typeface="Times New Roman" pitchFamily="18" charset="0"/>
            <a:ea typeface="宋体" pitchFamily="2" charset="-122"/>
            <a:cs typeface="Times New Roman" pitchFamily="18" charset="0"/>
          </a:endParaRPr>
        </a:p>
      </dsp:txBody>
      <dsp:txXfrm>
        <a:off x="32062" y="300260"/>
        <a:ext cx="7856756" cy="592663"/>
      </dsp:txXfrm>
    </dsp:sp>
    <dsp:sp modelId="{2D881EAB-5D5E-4606-BC71-F8438459D53E}">
      <dsp:nvSpPr>
        <dsp:cNvPr id="0" name=""/>
        <dsp:cNvSpPr/>
      </dsp:nvSpPr>
      <dsp:spPr>
        <a:xfrm>
          <a:off x="0" y="924986"/>
          <a:ext cx="7920880" cy="2782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488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2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 当已规定了要求工期时，计划工期取要求工期： </a:t>
          </a:r>
          <a:r>
            <a:rPr lang="en-US" altLang="en-US" sz="2000" b="1" kern="1200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T</a:t>
          </a:r>
          <a:r>
            <a:rPr lang="en-US" altLang="en-US" sz="2000" b="1" kern="1200" baseline="-25000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p</a:t>
          </a:r>
          <a:r>
            <a:rPr lang="en-US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=</a:t>
          </a:r>
          <a:r>
            <a:rPr lang="en-US" altLang="en-US" sz="2000" b="1" kern="1200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T</a:t>
          </a:r>
          <a:r>
            <a:rPr lang="en-US" altLang="en-US" sz="2000" b="1" kern="1200" baseline="-25000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r</a:t>
          </a: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  <a:p>
          <a:pPr marL="228600" lvl="1" indent="-228600" algn="l" defTabSz="889000">
            <a:lnSpc>
              <a:spcPct val="2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 当未规定要求工期时，计划工期取计算工期： </a:t>
          </a:r>
          <a:r>
            <a:rPr lang="en-US" altLang="en-US" sz="2000" b="1" kern="1200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T</a:t>
          </a:r>
          <a:r>
            <a:rPr lang="en-US" altLang="en-US" sz="2000" b="1" kern="1200" baseline="-25000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p</a:t>
          </a:r>
          <a:r>
            <a:rPr lang="en-US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 </a:t>
          </a: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＝ </a:t>
          </a:r>
          <a:r>
            <a:rPr lang="en-US" altLang="en-US" sz="2000" b="1" kern="1200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T</a:t>
          </a:r>
          <a:r>
            <a:rPr lang="en-US" altLang="en-US" sz="2000" b="1" kern="1200" baseline="-25000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c</a:t>
          </a: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  <a:p>
          <a:pPr marL="228600" lvl="1" indent="-228600" algn="l" defTabSz="889000">
            <a:lnSpc>
              <a:spcPct val="20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 计算工期 </a:t>
          </a:r>
          <a:r>
            <a:rPr lang="en-US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= </a:t>
          </a: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以网络计划终点节点为完成节点的工作的最早完成时间的最大值；即： </a:t>
          </a:r>
          <a:r>
            <a:rPr lang="en-US" altLang="en-US" sz="2000" b="1" kern="1200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T</a:t>
          </a:r>
          <a:r>
            <a:rPr lang="en-US" altLang="en-US" sz="2000" b="1" kern="1200" baseline="-25000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c</a:t>
          </a:r>
          <a:r>
            <a:rPr lang="en-US" altLang="en-US" sz="2000" b="1" kern="1200" baseline="-250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 </a:t>
          </a:r>
          <a:r>
            <a:rPr lang="en-US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= Max </a:t>
          </a: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 </a:t>
          </a:r>
          <a:r>
            <a:rPr lang="en-US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EF </a:t>
          </a:r>
          <a:r>
            <a:rPr lang="zh-CN" altLang="en-US" sz="2000" b="1" kern="1200" baseline="-250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所有终点节点工作 </a:t>
          </a:r>
          <a:r>
            <a:rPr lang="zh-CN" altLang="en-US" sz="20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）；</a:t>
          </a:r>
        </a:p>
      </dsp:txBody>
      <dsp:txXfrm>
        <a:off x="0" y="924986"/>
        <a:ext cx="7920880" cy="27820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6413CB-A3F8-4CC7-8AA1-84F2365D9CB0}">
      <dsp:nvSpPr>
        <dsp:cNvPr id="0" name=""/>
        <dsp:cNvSpPr/>
      </dsp:nvSpPr>
      <dsp:spPr>
        <a:xfrm>
          <a:off x="0" y="858806"/>
          <a:ext cx="7920880" cy="3276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102B57-4C0A-49DD-B555-80D6AE5C7E61}">
      <dsp:nvSpPr>
        <dsp:cNvPr id="0" name=""/>
        <dsp:cNvSpPr/>
      </dsp:nvSpPr>
      <dsp:spPr>
        <a:xfrm>
          <a:off x="377092" y="107999"/>
          <a:ext cx="7541845" cy="94268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计算规则</a:t>
          </a:r>
          <a:r>
            <a:rPr lang="en-US" altLang="zh-CN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——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“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从右向左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递推计算最迟时间”；</a:t>
          </a:r>
        </a:p>
      </dsp:txBody>
      <dsp:txXfrm>
        <a:off x="423110" y="154017"/>
        <a:ext cx="7449809" cy="850651"/>
      </dsp:txXfrm>
    </dsp:sp>
    <dsp:sp modelId="{BDE30B22-5D29-49B0-9920-7507209CE268}">
      <dsp:nvSpPr>
        <dsp:cNvPr id="0" name=""/>
        <dsp:cNvSpPr/>
      </dsp:nvSpPr>
      <dsp:spPr>
        <a:xfrm>
          <a:off x="0" y="2038041"/>
          <a:ext cx="7920880" cy="3276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F88CDE-217E-4ABD-9C40-C12A60C1B957}">
      <dsp:nvSpPr>
        <dsp:cNvPr id="0" name=""/>
        <dsp:cNvSpPr/>
      </dsp:nvSpPr>
      <dsp:spPr>
        <a:xfrm>
          <a:off x="377092" y="1256606"/>
          <a:ext cx="7541845" cy="97331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 没有紧后工作（最后一项）：最迟完成时间规定为 </a:t>
          </a:r>
          <a:r>
            <a:rPr lang="en-US" altLang="en-US" sz="2000" b="1" kern="1200" dirty="0" err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T</a:t>
          </a:r>
          <a:r>
            <a:rPr lang="en-US" altLang="en-US" sz="2000" b="1" kern="1200" baseline="-25000" dirty="0" err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p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sp:txBody>
      <dsp:txXfrm>
        <a:off x="424605" y="1304119"/>
        <a:ext cx="7446819" cy="878289"/>
      </dsp:txXfrm>
    </dsp:sp>
    <dsp:sp modelId="{E8ED073A-ED74-4E36-AA21-DB33EF3A60E9}">
      <dsp:nvSpPr>
        <dsp:cNvPr id="0" name=""/>
        <dsp:cNvSpPr/>
      </dsp:nvSpPr>
      <dsp:spPr>
        <a:xfrm>
          <a:off x="0" y="3196408"/>
          <a:ext cx="7920880" cy="3276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52532F-686F-4D47-B47C-008111ACE512}">
      <dsp:nvSpPr>
        <dsp:cNvPr id="0" name=""/>
        <dsp:cNvSpPr/>
      </dsp:nvSpPr>
      <dsp:spPr>
        <a:xfrm>
          <a:off x="377092" y="2435841"/>
          <a:ext cx="7541845" cy="95244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 有紧后工作：最迟完成时间 </a:t>
          </a:r>
          <a:r>
            <a:rPr lang="en-US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= 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该工作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所有紧后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工作的最迟开始时间的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最小值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。即： </a:t>
          </a:r>
          <a:r>
            <a:rPr lang="en-US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LF </a:t>
          </a:r>
          <a:r>
            <a:rPr lang="zh-CN" altLang="en-US" sz="2000" b="1" kern="1200" baseline="-250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有紧后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 </a:t>
          </a:r>
          <a:r>
            <a:rPr lang="en-US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=Min 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（ </a:t>
          </a:r>
          <a:r>
            <a:rPr lang="en-US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LS </a:t>
          </a:r>
          <a:r>
            <a:rPr lang="zh-CN" altLang="en-US" sz="2000" b="1" kern="1200" baseline="-250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所有紧后工作 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</a:t>
          </a:r>
        </a:p>
      </dsp:txBody>
      <dsp:txXfrm>
        <a:off x="423587" y="2482336"/>
        <a:ext cx="7448855" cy="859456"/>
      </dsp:txXfrm>
    </dsp:sp>
    <dsp:sp modelId="{E4B79D57-DDA1-47C4-A333-B7CFC71029AE}">
      <dsp:nvSpPr>
        <dsp:cNvPr id="0" name=""/>
        <dsp:cNvSpPr/>
      </dsp:nvSpPr>
      <dsp:spPr>
        <a:xfrm>
          <a:off x="0" y="4247010"/>
          <a:ext cx="7920880" cy="3276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F314C2-4167-43E7-ACD2-A6F0792F377E}">
      <dsp:nvSpPr>
        <dsp:cNvPr id="0" name=""/>
        <dsp:cNvSpPr/>
      </dsp:nvSpPr>
      <dsp:spPr>
        <a:xfrm>
          <a:off x="377092" y="3594208"/>
          <a:ext cx="7541845" cy="84468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本工作的 </a:t>
          </a:r>
          <a:r>
            <a:rPr lang="en-US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LS </a:t>
          </a:r>
          <a:r>
            <a:rPr lang="zh-CN" altLang="en-US" sz="2000" b="1" kern="1200" baseline="-250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本工作 </a:t>
          </a:r>
          <a:r>
            <a:rPr lang="en-US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=LF </a:t>
          </a:r>
          <a:r>
            <a:rPr lang="zh-CN" altLang="en-US" sz="2000" b="1" kern="1200" baseline="-250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本工作 </a:t>
          </a:r>
          <a:r>
            <a:rPr lang="en-US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-D </a:t>
          </a:r>
          <a:r>
            <a:rPr lang="zh-CN" altLang="en-US" sz="2000" b="1" kern="1200" baseline="-250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本工作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sp:txBody>
      <dsp:txXfrm>
        <a:off x="418326" y="3635442"/>
        <a:ext cx="7459377" cy="76221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6413CB-A3F8-4CC7-8AA1-84F2365D9CB0}">
      <dsp:nvSpPr>
        <dsp:cNvPr id="0" name=""/>
        <dsp:cNvSpPr/>
      </dsp:nvSpPr>
      <dsp:spPr>
        <a:xfrm>
          <a:off x="0" y="927542"/>
          <a:ext cx="7920880" cy="37800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102B57-4C0A-49DD-B555-80D6AE5C7E61}">
      <dsp:nvSpPr>
        <dsp:cNvPr id="0" name=""/>
        <dsp:cNvSpPr/>
      </dsp:nvSpPr>
      <dsp:spPr>
        <a:xfrm>
          <a:off x="377092" y="61226"/>
          <a:ext cx="7541845" cy="108771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概念：在 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不影响紧后工作最早开始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的前提下，本工作可以利用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机动时间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sp:txBody>
      <dsp:txXfrm>
        <a:off x="430190" y="114324"/>
        <a:ext cx="7435649" cy="981520"/>
      </dsp:txXfrm>
    </dsp:sp>
    <dsp:sp modelId="{BDE30B22-5D29-49B0-9920-7507209CE268}">
      <dsp:nvSpPr>
        <dsp:cNvPr id="0" name=""/>
        <dsp:cNvSpPr/>
      </dsp:nvSpPr>
      <dsp:spPr>
        <a:xfrm>
          <a:off x="0" y="2288198"/>
          <a:ext cx="7920880" cy="37800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F88CDE-217E-4ABD-9C40-C12A60C1B957}">
      <dsp:nvSpPr>
        <dsp:cNvPr id="0" name=""/>
        <dsp:cNvSpPr/>
      </dsp:nvSpPr>
      <dsp:spPr>
        <a:xfrm>
          <a:off x="377092" y="1386542"/>
          <a:ext cx="7541845" cy="112305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以终点节点为完成节点的工作，其自由时差应按网络计划的计划工期</a:t>
          </a:r>
          <a:r>
            <a:rPr lang="en-US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T</a:t>
          </a:r>
          <a:r>
            <a:rPr lang="en-US" altLang="en-US" sz="2000" b="1" kern="1200" baseline="-250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P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确定，即：</a:t>
          </a:r>
          <a:r>
            <a:rPr lang="en-US" altLang="en-US" sz="2000" b="1" kern="1200" dirty="0" err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FF</a:t>
          </a:r>
          <a:r>
            <a:rPr lang="en-US" altLang="en-US" sz="2000" b="1" kern="1200" baseline="-25000" dirty="0" err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i</a:t>
          </a:r>
          <a:r>
            <a:rPr lang="en-US" altLang="en-US" sz="2000" b="1" kern="1200" baseline="-25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-n</a:t>
          </a:r>
          <a:r>
            <a:rPr lang="en-US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=T</a:t>
          </a:r>
          <a:r>
            <a:rPr lang="en-US" altLang="en-US" sz="2000" b="1" kern="1200" baseline="-25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P</a:t>
          </a:r>
          <a:r>
            <a:rPr lang="en-US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-</a:t>
          </a:r>
          <a:r>
            <a:rPr lang="en-US" altLang="en-US" sz="2000" b="1" kern="1200" dirty="0" err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EF</a:t>
          </a:r>
          <a:r>
            <a:rPr lang="en-US" altLang="en-US" sz="2000" b="1" kern="1200" baseline="-25000" dirty="0" err="1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i</a:t>
          </a:r>
          <a:r>
            <a:rPr lang="en-US" altLang="en-US" sz="2000" b="1" kern="1200" baseline="-25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-n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sp:txBody>
      <dsp:txXfrm>
        <a:off x="431915" y="1441365"/>
        <a:ext cx="7432199" cy="1013409"/>
      </dsp:txXfrm>
    </dsp:sp>
    <dsp:sp modelId="{E8ED073A-ED74-4E36-AA21-DB33EF3A60E9}">
      <dsp:nvSpPr>
        <dsp:cNvPr id="0" name=""/>
        <dsp:cNvSpPr/>
      </dsp:nvSpPr>
      <dsp:spPr>
        <a:xfrm>
          <a:off x="0" y="3624774"/>
          <a:ext cx="7920880" cy="378000"/>
        </a:xfrm>
        <a:prstGeom prst="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52532F-686F-4D47-B47C-008111ACE512}">
      <dsp:nvSpPr>
        <dsp:cNvPr id="0" name=""/>
        <dsp:cNvSpPr/>
      </dsp:nvSpPr>
      <dsp:spPr>
        <a:xfrm>
          <a:off x="377092" y="2747198"/>
          <a:ext cx="7541845" cy="109897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 工作有紧后工作，其</a:t>
          </a:r>
          <a:r>
            <a:rPr lang="zh-CN" altLang="en-US" sz="2000" b="1" u="none" strike="noStrike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自由时差 </a:t>
          </a:r>
          <a:r>
            <a:rPr lang="en-US" altLang="en-US" sz="2000" b="1" u="none" strike="noStrike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=min </a:t>
          </a:r>
          <a:r>
            <a:rPr lang="zh-CN" altLang="en-US" sz="2000" b="1" u="none" strike="noStrike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（ </a:t>
          </a:r>
          <a:r>
            <a:rPr lang="en-US" altLang="en-US" sz="2000" b="1" u="none" strike="noStrike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ES </a:t>
          </a:r>
          <a:r>
            <a:rPr lang="zh-CN" altLang="en-US" sz="2000" b="1" u="none" strike="noStrike" kern="1200" baseline="-25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紧后工作</a:t>
          </a:r>
          <a:r>
            <a:rPr lang="zh-CN" altLang="en-US" sz="2000" b="1" u="none" strike="noStrike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）－</a:t>
          </a:r>
          <a:r>
            <a:rPr lang="en-US" altLang="en-US" sz="2000" b="1" u="none" strike="noStrike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EF </a:t>
          </a:r>
          <a:r>
            <a:rPr lang="zh-CN" altLang="en-US" sz="2000" b="1" u="none" strike="noStrike" kern="1200" baseline="-25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本工作 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sp:txBody>
      <dsp:txXfrm>
        <a:off x="430740" y="2800846"/>
        <a:ext cx="7434549" cy="99168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6413CB-A3F8-4CC7-8AA1-84F2365D9CB0}">
      <dsp:nvSpPr>
        <dsp:cNvPr id="0" name=""/>
        <dsp:cNvSpPr/>
      </dsp:nvSpPr>
      <dsp:spPr>
        <a:xfrm>
          <a:off x="0" y="927542"/>
          <a:ext cx="7920880" cy="378000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102B57-4C0A-49DD-B555-80D6AE5C7E61}">
      <dsp:nvSpPr>
        <dsp:cNvPr id="0" name=""/>
        <dsp:cNvSpPr/>
      </dsp:nvSpPr>
      <dsp:spPr>
        <a:xfrm>
          <a:off x="377092" y="61226"/>
          <a:ext cx="7541845" cy="108771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概念：在 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不影响总工期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的前提下，本工作可以利用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机动时间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sp:txBody>
      <dsp:txXfrm>
        <a:off x="430190" y="114324"/>
        <a:ext cx="7435649" cy="981520"/>
      </dsp:txXfrm>
    </dsp:sp>
    <dsp:sp modelId="{BDE30B22-5D29-49B0-9920-7507209CE268}">
      <dsp:nvSpPr>
        <dsp:cNvPr id="0" name=""/>
        <dsp:cNvSpPr/>
      </dsp:nvSpPr>
      <dsp:spPr>
        <a:xfrm>
          <a:off x="0" y="2288198"/>
          <a:ext cx="7920880" cy="378000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F88CDE-217E-4ABD-9C40-C12A60C1B957}">
      <dsp:nvSpPr>
        <dsp:cNvPr id="0" name=""/>
        <dsp:cNvSpPr/>
      </dsp:nvSpPr>
      <dsp:spPr>
        <a:xfrm>
          <a:off x="377092" y="1386542"/>
          <a:ext cx="7541845" cy="112305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总时差 </a:t>
          </a:r>
          <a:r>
            <a:rPr lang="en-US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=LS </a:t>
          </a:r>
          <a:r>
            <a:rPr lang="zh-CN" altLang="en-US" sz="2000" b="1" kern="1200" baseline="-25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本工作 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－</a:t>
          </a:r>
          <a:r>
            <a:rPr lang="en-US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ES </a:t>
          </a:r>
          <a:r>
            <a:rPr lang="zh-CN" altLang="en-US" sz="2000" b="1" kern="1200" baseline="-25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本工作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sp:txBody>
      <dsp:txXfrm>
        <a:off x="431915" y="1441365"/>
        <a:ext cx="7432199" cy="1013409"/>
      </dsp:txXfrm>
    </dsp:sp>
    <dsp:sp modelId="{E8ED073A-ED74-4E36-AA21-DB33EF3A60E9}">
      <dsp:nvSpPr>
        <dsp:cNvPr id="0" name=""/>
        <dsp:cNvSpPr/>
      </dsp:nvSpPr>
      <dsp:spPr>
        <a:xfrm>
          <a:off x="0" y="3624774"/>
          <a:ext cx="7920880" cy="378000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52532F-686F-4D47-B47C-008111ACE512}">
      <dsp:nvSpPr>
        <dsp:cNvPr id="0" name=""/>
        <dsp:cNvSpPr/>
      </dsp:nvSpPr>
      <dsp:spPr>
        <a:xfrm>
          <a:off x="377092" y="2747198"/>
          <a:ext cx="7541845" cy="109897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 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总时差 </a:t>
          </a:r>
          <a:r>
            <a:rPr lang="en-US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=LF </a:t>
          </a:r>
          <a:r>
            <a:rPr lang="zh-CN" altLang="en-US" sz="2000" b="1" kern="1200" baseline="-25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本工作 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－</a:t>
          </a:r>
          <a:r>
            <a:rPr lang="en-US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EF </a:t>
          </a:r>
          <a:r>
            <a:rPr lang="zh-CN" altLang="en-US" sz="2000" b="1" kern="1200" baseline="-25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本工作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sp:txBody>
      <dsp:txXfrm>
        <a:off x="430740" y="2800846"/>
        <a:ext cx="7434549" cy="99168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6413CB-A3F8-4CC7-8AA1-84F2365D9CB0}">
      <dsp:nvSpPr>
        <dsp:cNvPr id="0" name=""/>
        <dsp:cNvSpPr/>
      </dsp:nvSpPr>
      <dsp:spPr>
        <a:xfrm>
          <a:off x="0" y="858806"/>
          <a:ext cx="7920880" cy="3276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102B57-4C0A-49DD-B555-80D6AE5C7E61}">
      <dsp:nvSpPr>
        <dsp:cNvPr id="0" name=""/>
        <dsp:cNvSpPr/>
      </dsp:nvSpPr>
      <dsp:spPr>
        <a:xfrm>
          <a:off x="377092" y="107999"/>
          <a:ext cx="7541845" cy="94268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1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）网络计划中， 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总时差最小的工作为关键工作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sp:txBody>
      <dsp:txXfrm>
        <a:off x="423110" y="154017"/>
        <a:ext cx="7449809" cy="850651"/>
      </dsp:txXfrm>
    </dsp:sp>
    <dsp:sp modelId="{BDE30B22-5D29-49B0-9920-7507209CE268}">
      <dsp:nvSpPr>
        <dsp:cNvPr id="0" name=""/>
        <dsp:cNvSpPr/>
      </dsp:nvSpPr>
      <dsp:spPr>
        <a:xfrm>
          <a:off x="0" y="2038041"/>
          <a:ext cx="7920880" cy="3276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F88CDE-217E-4ABD-9C40-C12A60C1B957}">
      <dsp:nvSpPr>
        <dsp:cNvPr id="0" name=""/>
        <dsp:cNvSpPr/>
      </dsp:nvSpPr>
      <dsp:spPr>
        <a:xfrm>
          <a:off x="377092" y="1256606"/>
          <a:ext cx="7541845" cy="97331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 </a:t>
          </a:r>
          <a:r>
            <a:rPr lang="en-US" altLang="zh-CN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2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）当网络计划的 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计划工期等于计算工期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时， 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总时差为零的工作就是关键工作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sp:txBody>
      <dsp:txXfrm>
        <a:off x="424605" y="1304119"/>
        <a:ext cx="7446819" cy="878289"/>
      </dsp:txXfrm>
    </dsp:sp>
    <dsp:sp modelId="{E8ED073A-ED74-4E36-AA21-DB33EF3A60E9}">
      <dsp:nvSpPr>
        <dsp:cNvPr id="0" name=""/>
        <dsp:cNvSpPr/>
      </dsp:nvSpPr>
      <dsp:spPr>
        <a:xfrm>
          <a:off x="0" y="3196408"/>
          <a:ext cx="7920880" cy="3276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52532F-686F-4D47-B47C-008111ACE512}">
      <dsp:nvSpPr>
        <dsp:cNvPr id="0" name=""/>
        <dsp:cNvSpPr/>
      </dsp:nvSpPr>
      <dsp:spPr>
        <a:xfrm>
          <a:off x="377092" y="2435841"/>
          <a:ext cx="7541845" cy="95244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 </a:t>
          </a:r>
          <a:r>
            <a:rPr lang="en-US" altLang="zh-CN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3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）当计划工期大于计算工期时，关键工作的总时差均为正值；反之，均为负值；</a:t>
          </a:r>
        </a:p>
      </dsp:txBody>
      <dsp:txXfrm>
        <a:off x="423587" y="2482336"/>
        <a:ext cx="7448855" cy="859456"/>
      </dsp:txXfrm>
    </dsp:sp>
    <dsp:sp modelId="{E4B79D57-DDA1-47C4-A333-B7CFC71029AE}">
      <dsp:nvSpPr>
        <dsp:cNvPr id="0" name=""/>
        <dsp:cNvSpPr/>
      </dsp:nvSpPr>
      <dsp:spPr>
        <a:xfrm>
          <a:off x="0" y="4247010"/>
          <a:ext cx="7920880" cy="3276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F314C2-4167-43E7-ACD2-A6F0792F377E}">
      <dsp:nvSpPr>
        <dsp:cNvPr id="0" name=""/>
        <dsp:cNvSpPr/>
      </dsp:nvSpPr>
      <dsp:spPr>
        <a:xfrm>
          <a:off x="377092" y="3594208"/>
          <a:ext cx="7541845" cy="84468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4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）关键工作是迟开始与早开始差值最小的工作；关键工作也是迟完成与早完成差值最小的工作；</a:t>
          </a:r>
        </a:p>
      </dsp:txBody>
      <dsp:txXfrm>
        <a:off x="418326" y="3635442"/>
        <a:ext cx="7459377" cy="762214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6413CB-A3F8-4CC7-8AA1-84F2365D9CB0}">
      <dsp:nvSpPr>
        <dsp:cNvPr id="0" name=""/>
        <dsp:cNvSpPr/>
      </dsp:nvSpPr>
      <dsp:spPr>
        <a:xfrm>
          <a:off x="0" y="858806"/>
          <a:ext cx="7920880" cy="327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102B57-4C0A-49DD-B555-80D6AE5C7E61}">
      <dsp:nvSpPr>
        <dsp:cNvPr id="0" name=""/>
        <dsp:cNvSpPr/>
      </dsp:nvSpPr>
      <dsp:spPr>
        <a:xfrm>
          <a:off x="377092" y="107999"/>
          <a:ext cx="7541845" cy="942687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5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）关键工作的六个时间参数：当计划工期等于计算工期时，</a:t>
          </a:r>
          <a:r>
            <a:rPr lang="en-US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ES=LS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、</a:t>
          </a:r>
          <a:r>
            <a:rPr lang="en-US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EF=LF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、</a:t>
          </a:r>
          <a:r>
            <a:rPr lang="en-US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FF=TF=0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sp:txBody>
      <dsp:txXfrm>
        <a:off x="423110" y="154017"/>
        <a:ext cx="7449809" cy="850651"/>
      </dsp:txXfrm>
    </dsp:sp>
    <dsp:sp modelId="{BDE30B22-5D29-49B0-9920-7507209CE268}">
      <dsp:nvSpPr>
        <dsp:cNvPr id="0" name=""/>
        <dsp:cNvSpPr/>
      </dsp:nvSpPr>
      <dsp:spPr>
        <a:xfrm>
          <a:off x="0" y="2038041"/>
          <a:ext cx="7920880" cy="327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F88CDE-217E-4ABD-9C40-C12A60C1B957}">
      <dsp:nvSpPr>
        <dsp:cNvPr id="0" name=""/>
        <dsp:cNvSpPr/>
      </dsp:nvSpPr>
      <dsp:spPr>
        <a:xfrm>
          <a:off x="377092" y="1256606"/>
          <a:ext cx="7541845" cy="97331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6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）在双代号网络图中，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由关键工作组成的线路是关键线路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sp:txBody>
      <dsp:txXfrm>
        <a:off x="424605" y="1304119"/>
        <a:ext cx="7446819" cy="878289"/>
      </dsp:txXfrm>
    </dsp:sp>
    <dsp:sp modelId="{E8ED073A-ED74-4E36-AA21-DB33EF3A60E9}">
      <dsp:nvSpPr>
        <dsp:cNvPr id="0" name=""/>
        <dsp:cNvSpPr/>
      </dsp:nvSpPr>
      <dsp:spPr>
        <a:xfrm>
          <a:off x="0" y="3196408"/>
          <a:ext cx="7920880" cy="327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52532F-686F-4D47-B47C-008111ACE512}">
      <dsp:nvSpPr>
        <dsp:cNvPr id="0" name=""/>
        <dsp:cNvSpPr/>
      </dsp:nvSpPr>
      <dsp:spPr>
        <a:xfrm>
          <a:off x="377092" y="2435841"/>
          <a:ext cx="7541845" cy="95244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7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）关键线路的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万能判定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：“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总的持续时间最长的线路是关键线路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”；</a:t>
          </a:r>
        </a:p>
      </dsp:txBody>
      <dsp:txXfrm>
        <a:off x="423587" y="2482336"/>
        <a:ext cx="7448855" cy="859456"/>
      </dsp:txXfrm>
    </dsp:sp>
    <dsp:sp modelId="{E4B79D57-DDA1-47C4-A333-B7CFC71029AE}">
      <dsp:nvSpPr>
        <dsp:cNvPr id="0" name=""/>
        <dsp:cNvSpPr/>
      </dsp:nvSpPr>
      <dsp:spPr>
        <a:xfrm>
          <a:off x="0" y="4247010"/>
          <a:ext cx="7920880" cy="327600"/>
        </a:xfrm>
        <a:prstGeom prst="rect">
          <a:avLst/>
        </a:prstGeom>
        <a:solidFill>
          <a:schemeClr val="accent6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9F314C2-4167-43E7-ACD2-A6F0792F377E}">
      <dsp:nvSpPr>
        <dsp:cNvPr id="0" name=""/>
        <dsp:cNvSpPr/>
      </dsp:nvSpPr>
      <dsp:spPr>
        <a:xfrm>
          <a:off x="377092" y="3594208"/>
          <a:ext cx="7541845" cy="844682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8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）关键线路上的工作是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关键工作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；关键工作两端的节点是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关键节点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sp:txBody>
      <dsp:txXfrm>
        <a:off x="418326" y="3635442"/>
        <a:ext cx="7459377" cy="762214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6413CB-A3F8-4CC7-8AA1-84F2365D9CB0}">
      <dsp:nvSpPr>
        <dsp:cNvPr id="0" name=""/>
        <dsp:cNvSpPr/>
      </dsp:nvSpPr>
      <dsp:spPr>
        <a:xfrm>
          <a:off x="0" y="1089585"/>
          <a:ext cx="7920880" cy="4284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102B57-4C0A-49DD-B555-80D6AE5C7E61}">
      <dsp:nvSpPr>
        <dsp:cNvPr id="0" name=""/>
        <dsp:cNvSpPr/>
      </dsp:nvSpPr>
      <dsp:spPr>
        <a:xfrm>
          <a:off x="377092" y="107760"/>
          <a:ext cx="7541845" cy="123274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9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）关键工作两端的节点必为关键节点，但两端为关键节点的工作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不一定是关键工作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sp:txBody>
      <dsp:txXfrm>
        <a:off x="437270" y="167938"/>
        <a:ext cx="7421489" cy="1112388"/>
      </dsp:txXfrm>
    </dsp:sp>
    <dsp:sp modelId="{BDE30B22-5D29-49B0-9920-7507209CE268}">
      <dsp:nvSpPr>
        <dsp:cNvPr id="0" name=""/>
        <dsp:cNvSpPr/>
      </dsp:nvSpPr>
      <dsp:spPr>
        <a:xfrm>
          <a:off x="0" y="2631662"/>
          <a:ext cx="7920880" cy="4284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F88CDE-217E-4ABD-9C40-C12A60C1B957}">
      <dsp:nvSpPr>
        <dsp:cNvPr id="0" name=""/>
        <dsp:cNvSpPr/>
      </dsp:nvSpPr>
      <dsp:spPr>
        <a:xfrm>
          <a:off x="377092" y="1609785"/>
          <a:ext cx="7541845" cy="127279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10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）关键节点必然处在关键线路上，但由关键节点组成的线路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不一定是关键线路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sp:txBody>
      <dsp:txXfrm>
        <a:off x="439225" y="1671918"/>
        <a:ext cx="7417579" cy="1148530"/>
      </dsp:txXfrm>
    </dsp:sp>
    <dsp:sp modelId="{E8ED073A-ED74-4E36-AA21-DB33EF3A60E9}">
      <dsp:nvSpPr>
        <dsp:cNvPr id="0" name=""/>
        <dsp:cNvSpPr/>
      </dsp:nvSpPr>
      <dsp:spPr>
        <a:xfrm>
          <a:off x="0" y="4146449"/>
          <a:ext cx="7920880" cy="4284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52532F-686F-4D47-B47C-008111ACE512}">
      <dsp:nvSpPr>
        <dsp:cNvPr id="0" name=""/>
        <dsp:cNvSpPr/>
      </dsp:nvSpPr>
      <dsp:spPr>
        <a:xfrm>
          <a:off x="377092" y="3151862"/>
          <a:ext cx="7541845" cy="124550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11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）以关键节点为完成节点的工作，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其总时差和自由时差必然相等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sp:txBody>
      <dsp:txXfrm>
        <a:off x="437893" y="3212663"/>
        <a:ext cx="7420243" cy="112390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6413CB-A3F8-4CC7-8AA1-84F2365D9CB0}">
      <dsp:nvSpPr>
        <dsp:cNvPr id="0" name=""/>
        <dsp:cNvSpPr/>
      </dsp:nvSpPr>
      <dsp:spPr>
        <a:xfrm>
          <a:off x="0" y="1643893"/>
          <a:ext cx="8064895" cy="705600"/>
        </a:xfrm>
        <a:prstGeom prst="rect">
          <a:avLst/>
        </a:prstGeom>
        <a:solidFill>
          <a:schemeClr val="accent5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102B57-4C0A-49DD-B555-80D6AE5C7E61}">
      <dsp:nvSpPr>
        <dsp:cNvPr id="0" name=""/>
        <dsp:cNvSpPr/>
      </dsp:nvSpPr>
      <dsp:spPr>
        <a:xfrm>
          <a:off x="383948" y="26770"/>
          <a:ext cx="7678969" cy="203040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3384" tIns="0" rIns="21338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记忆技巧</a:t>
          </a:r>
          <a:r>
            <a:rPr lang="en-US" altLang="zh-CN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——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“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高铁进站四定法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”，具体内容如下：</a:t>
          </a:r>
          <a:endParaRPr lang="en-US" altLang="zh-CN" sz="2000" b="1" kern="1200" dirty="0">
            <a:latin typeface="Times New Roman" pitchFamily="18" charset="0"/>
            <a:ea typeface="宋体" pitchFamily="2" charset="-122"/>
            <a:cs typeface="Times New Roman" pitchFamily="18" charset="0"/>
          </a:endParaRP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1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）单车立定点，多车大定点；</a:t>
          </a:r>
          <a:endParaRPr lang="en-US" altLang="zh-CN" sz="2000" b="1" kern="1200" dirty="0">
            <a:latin typeface="Times New Roman" pitchFamily="18" charset="0"/>
            <a:ea typeface="宋体" pitchFamily="2" charset="-122"/>
            <a:cs typeface="Times New Roman" pitchFamily="18" charset="0"/>
          </a:endParaRP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2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）减小波形线；</a:t>
          </a:r>
          <a:endParaRPr lang="en-US" altLang="zh-CN" sz="2000" b="1" kern="1200" dirty="0">
            <a:latin typeface="Times New Roman" pitchFamily="18" charset="0"/>
            <a:ea typeface="宋体" pitchFamily="2" charset="-122"/>
            <a:cs typeface="Times New Roman" pitchFamily="18" charset="0"/>
          </a:endParaRP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3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）顺着箭线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定点定波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，逆着箭线</a:t>
          </a:r>
          <a:r>
            <a:rPr lang="zh-CN" altLang="en-US" sz="2000" b="1" kern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rPr>
            <a:t>定房定线</a:t>
          </a:r>
          <a:r>
            <a:rPr lang="zh-CN" altLang="en-US" sz="20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sp:txBody>
      <dsp:txXfrm>
        <a:off x="483064" y="125886"/>
        <a:ext cx="7480737" cy="1832171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6413CB-A3F8-4CC7-8AA1-84F2365D9CB0}">
      <dsp:nvSpPr>
        <dsp:cNvPr id="0" name=""/>
        <dsp:cNvSpPr/>
      </dsp:nvSpPr>
      <dsp:spPr>
        <a:xfrm>
          <a:off x="0" y="729433"/>
          <a:ext cx="7920880" cy="2268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102B57-4C0A-49DD-B555-80D6AE5C7E61}">
      <dsp:nvSpPr>
        <dsp:cNvPr id="0" name=""/>
        <dsp:cNvSpPr/>
      </dsp:nvSpPr>
      <dsp:spPr>
        <a:xfrm>
          <a:off x="377092" y="209643"/>
          <a:ext cx="7541845" cy="65262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18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1</a:t>
          </a:r>
          <a:r>
            <a:rPr lang="zh-CN" altLang="en-US" sz="18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）节点最早时间：以该节点为开始节点的各项工作的最早开始时间；</a:t>
          </a:r>
        </a:p>
      </dsp:txBody>
      <dsp:txXfrm>
        <a:off x="408951" y="241502"/>
        <a:ext cx="7478127" cy="588911"/>
      </dsp:txXfrm>
    </dsp:sp>
    <dsp:sp modelId="{BDE30B22-5D29-49B0-9920-7507209CE268}">
      <dsp:nvSpPr>
        <dsp:cNvPr id="0" name=""/>
        <dsp:cNvSpPr/>
      </dsp:nvSpPr>
      <dsp:spPr>
        <a:xfrm>
          <a:off x="0" y="1545826"/>
          <a:ext cx="7920880" cy="2268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F88CDE-217E-4ABD-9C40-C12A60C1B957}">
      <dsp:nvSpPr>
        <dsp:cNvPr id="0" name=""/>
        <dsp:cNvSpPr/>
      </dsp:nvSpPr>
      <dsp:spPr>
        <a:xfrm>
          <a:off x="377092" y="1004833"/>
          <a:ext cx="7541845" cy="67383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18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2</a:t>
          </a:r>
          <a:r>
            <a:rPr lang="zh-CN" altLang="en-US" sz="18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）节点</a:t>
          </a:r>
          <a:r>
            <a:rPr lang="en-US" altLang="en-US" sz="18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i</a:t>
          </a:r>
          <a:r>
            <a:rPr lang="zh-CN" altLang="en-US" sz="18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的最早时间</a:t>
          </a:r>
          <a:r>
            <a:rPr lang="en-US" altLang="en-US" sz="1800" b="1" kern="1200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ET</a:t>
          </a:r>
          <a:r>
            <a:rPr lang="en-US" altLang="en-US" sz="1800" b="1" kern="1200" baseline="-25000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i</a:t>
          </a:r>
          <a:r>
            <a:rPr lang="zh-CN" altLang="en-US" sz="18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应从网络计划的起点节点开始，顺着箭线方向，依次逐项计算；</a:t>
          </a:r>
        </a:p>
      </dsp:txBody>
      <dsp:txXfrm>
        <a:off x="409986" y="1037727"/>
        <a:ext cx="7476057" cy="608045"/>
      </dsp:txXfrm>
    </dsp:sp>
    <dsp:sp modelId="{E8ED073A-ED74-4E36-AA21-DB33EF3A60E9}">
      <dsp:nvSpPr>
        <dsp:cNvPr id="0" name=""/>
        <dsp:cNvSpPr/>
      </dsp:nvSpPr>
      <dsp:spPr>
        <a:xfrm>
          <a:off x="0" y="2347772"/>
          <a:ext cx="7920880" cy="2268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52532F-686F-4D47-B47C-008111ACE512}">
      <dsp:nvSpPr>
        <dsp:cNvPr id="0" name=""/>
        <dsp:cNvSpPr/>
      </dsp:nvSpPr>
      <dsp:spPr>
        <a:xfrm>
          <a:off x="377092" y="1821226"/>
          <a:ext cx="7541845" cy="65938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18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3</a:t>
          </a:r>
          <a:r>
            <a:rPr lang="zh-CN" altLang="en-US" sz="18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）起点节点</a:t>
          </a:r>
          <a:r>
            <a:rPr lang="en-US" altLang="en-US" sz="18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i</a:t>
          </a:r>
          <a:r>
            <a:rPr lang="zh-CN" altLang="en-US" sz="18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如未规定最早时间</a:t>
          </a:r>
          <a:r>
            <a:rPr lang="en-US" altLang="en-US" sz="1800" b="1" kern="1200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ET</a:t>
          </a:r>
          <a:r>
            <a:rPr lang="en-US" altLang="en-US" sz="1800" b="1" kern="1200" baseline="-25000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i</a:t>
          </a:r>
          <a:r>
            <a:rPr lang="zh-CN" altLang="en-US" sz="18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时，其值应等于零，即：</a:t>
          </a:r>
          <a:r>
            <a:rPr lang="en-US" altLang="en-US" sz="1800" b="1" kern="1200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ET</a:t>
          </a:r>
          <a:r>
            <a:rPr lang="en-US" altLang="en-US" sz="1800" b="1" kern="1200" baseline="-25000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i</a:t>
          </a:r>
          <a:r>
            <a:rPr lang="en-US" altLang="en-US" sz="18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=0(i=1)</a:t>
          </a:r>
          <a:r>
            <a:rPr lang="zh-CN" altLang="en-US" sz="18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sp:txBody>
      <dsp:txXfrm>
        <a:off x="409281" y="1853415"/>
        <a:ext cx="7477467" cy="595007"/>
      </dsp:txXfrm>
    </dsp:sp>
    <dsp:sp modelId="{D28A2118-FB88-43F3-BBAC-4C61253BFBEB}">
      <dsp:nvSpPr>
        <dsp:cNvPr id="0" name=""/>
        <dsp:cNvSpPr/>
      </dsp:nvSpPr>
      <dsp:spPr>
        <a:xfrm>
          <a:off x="0" y="3027646"/>
          <a:ext cx="7920880" cy="2268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510E94-271F-4BD8-8C76-BFCDBEA0A748}">
      <dsp:nvSpPr>
        <dsp:cNvPr id="0" name=""/>
        <dsp:cNvSpPr/>
      </dsp:nvSpPr>
      <dsp:spPr>
        <a:xfrm>
          <a:off x="377092" y="2623172"/>
          <a:ext cx="7541845" cy="53731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18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4</a:t>
          </a:r>
          <a:r>
            <a:rPr lang="zh-CN" altLang="en-US" sz="18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）当节点</a:t>
          </a:r>
          <a:r>
            <a:rPr lang="en-US" altLang="en-US" sz="18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j</a:t>
          </a:r>
          <a:r>
            <a:rPr lang="zh-CN" altLang="en-US" sz="18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只有一条内向箭线时，其最早时间为：</a:t>
          </a:r>
          <a:r>
            <a:rPr lang="en-US" altLang="en-US" sz="1800" b="1" kern="1200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ET</a:t>
          </a:r>
          <a:r>
            <a:rPr lang="en-US" altLang="en-US" sz="1800" b="1" kern="1200" baseline="-25000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j</a:t>
          </a:r>
          <a:r>
            <a:rPr lang="en-US" altLang="en-US" sz="18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=</a:t>
          </a:r>
          <a:r>
            <a:rPr lang="en-US" altLang="en-US" sz="1800" b="1" kern="1200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ET</a:t>
          </a:r>
          <a:r>
            <a:rPr lang="en-US" altLang="en-US" sz="1800" b="1" kern="1200" baseline="-25000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i</a:t>
          </a:r>
          <a:r>
            <a:rPr lang="en-US" altLang="en-US" sz="1800" b="1" kern="1200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+D</a:t>
          </a:r>
          <a:r>
            <a:rPr lang="en-US" altLang="en-US" sz="1800" b="1" kern="1200" baseline="-25000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i-j</a:t>
          </a:r>
          <a:r>
            <a:rPr lang="zh-CN" altLang="en-US" sz="18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sp:txBody>
      <dsp:txXfrm>
        <a:off x="403321" y="2649401"/>
        <a:ext cx="7489387" cy="484855"/>
      </dsp:txXfrm>
    </dsp:sp>
    <dsp:sp modelId="{935926D7-6D04-4449-84E2-B51612DA5F1F}">
      <dsp:nvSpPr>
        <dsp:cNvPr id="0" name=""/>
        <dsp:cNvSpPr/>
      </dsp:nvSpPr>
      <dsp:spPr>
        <a:xfrm>
          <a:off x="0" y="3771573"/>
          <a:ext cx="7920880" cy="226800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8C8730-D80F-4E8A-B986-C8A55097AD9C}">
      <dsp:nvSpPr>
        <dsp:cNvPr id="0" name=""/>
        <dsp:cNvSpPr/>
      </dsp:nvSpPr>
      <dsp:spPr>
        <a:xfrm>
          <a:off x="377092" y="3303046"/>
          <a:ext cx="7541845" cy="60136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18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5</a:t>
          </a:r>
          <a:r>
            <a:rPr lang="zh-CN" altLang="en-US" sz="18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）当节点</a:t>
          </a:r>
          <a:r>
            <a:rPr lang="en-US" altLang="en-US" sz="18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j</a:t>
          </a:r>
          <a:r>
            <a:rPr lang="zh-CN" altLang="en-US" sz="18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有多条内向箭线时，其最早时间</a:t>
          </a:r>
          <a:r>
            <a:rPr lang="en-US" altLang="en-US" sz="1800" b="1" kern="1200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ET</a:t>
          </a:r>
          <a:r>
            <a:rPr lang="en-US" altLang="en-US" sz="1800" b="1" kern="1200" baseline="-25000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j</a:t>
          </a:r>
          <a:r>
            <a:rPr lang="zh-CN" altLang="en-US" sz="18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应为：</a:t>
          </a:r>
          <a:r>
            <a:rPr lang="en-US" altLang="en-US" sz="1800" b="1" kern="1200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ET</a:t>
          </a:r>
          <a:r>
            <a:rPr lang="en-US" altLang="en-US" sz="1800" b="1" kern="1200" baseline="-25000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j</a:t>
          </a:r>
          <a:r>
            <a:rPr lang="en-US" altLang="en-US" sz="18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=max{</a:t>
          </a:r>
          <a:r>
            <a:rPr lang="en-US" altLang="en-US" sz="1800" b="1" kern="1200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ET</a:t>
          </a:r>
          <a:r>
            <a:rPr lang="en-US" altLang="en-US" sz="1800" b="1" kern="1200" baseline="-25000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i</a:t>
          </a:r>
          <a:r>
            <a:rPr lang="en-US" altLang="en-US" sz="1800" b="1" kern="1200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+D</a:t>
          </a:r>
          <a:r>
            <a:rPr lang="en-US" altLang="en-US" sz="1800" b="1" kern="1200" baseline="-25000" dirty="0" err="1">
              <a:latin typeface="Times New Roman" pitchFamily="18" charset="0"/>
              <a:ea typeface="宋体" pitchFamily="2" charset="-122"/>
              <a:cs typeface="Times New Roman" pitchFamily="18" charset="0"/>
            </a:rPr>
            <a:t>i-j</a:t>
          </a:r>
          <a:r>
            <a:rPr lang="en-US" altLang="en-US" sz="18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}</a:t>
          </a:r>
          <a:r>
            <a:rPr lang="zh-CN" altLang="en-US" sz="18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sp:txBody>
      <dsp:txXfrm>
        <a:off x="406448" y="3332402"/>
        <a:ext cx="7483133" cy="54265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6413CB-A3F8-4CC7-8AA1-84F2365D9CB0}">
      <dsp:nvSpPr>
        <dsp:cNvPr id="0" name=""/>
        <dsp:cNvSpPr/>
      </dsp:nvSpPr>
      <dsp:spPr>
        <a:xfrm>
          <a:off x="0" y="767192"/>
          <a:ext cx="792088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102B57-4C0A-49DD-B555-80D6AE5C7E61}">
      <dsp:nvSpPr>
        <dsp:cNvPr id="0" name=""/>
        <dsp:cNvSpPr/>
      </dsp:nvSpPr>
      <dsp:spPr>
        <a:xfrm>
          <a:off x="377092" y="74139"/>
          <a:ext cx="7541845" cy="870172"/>
        </a:xfrm>
        <a:prstGeom prst="roundRec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alpha val="9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1</a:t>
          </a:r>
          <a:r>
            <a:rPr lang="zh-CN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</a:t>
          </a:r>
          <a:r>
            <a:rPr lang="zh-CN" altLang="en-US" sz="1800" b="1" kern="1200" dirty="0">
              <a:latin typeface="Times New Roman" pitchFamily="18" charset="0"/>
              <a:ea typeface="宋体" pitchFamily="2" charset="-122"/>
              <a:cs typeface="Times New Roman" pitchFamily="18" charset="0"/>
            </a:rPr>
            <a:t>节点最迟时间：以该节点为完成节点的各项工作的最迟完成时间</a:t>
          </a:r>
          <a:r>
            <a:rPr lang="zh-CN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sp:txBody>
      <dsp:txXfrm>
        <a:off x="419570" y="116617"/>
        <a:ext cx="7456889" cy="785216"/>
      </dsp:txXfrm>
    </dsp:sp>
    <dsp:sp modelId="{BDE30B22-5D29-49B0-9920-7507209CE268}">
      <dsp:nvSpPr>
        <dsp:cNvPr id="0" name=""/>
        <dsp:cNvSpPr/>
      </dsp:nvSpPr>
      <dsp:spPr>
        <a:xfrm>
          <a:off x="0" y="1855717"/>
          <a:ext cx="792088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-13333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F88CDE-217E-4ABD-9C40-C12A60C1B957}">
      <dsp:nvSpPr>
        <dsp:cNvPr id="0" name=""/>
        <dsp:cNvSpPr/>
      </dsp:nvSpPr>
      <dsp:spPr>
        <a:xfrm>
          <a:off x="377092" y="1134392"/>
          <a:ext cx="7541845" cy="898444"/>
        </a:xfrm>
        <a:prstGeom prst="roundRec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-13333"/>
                <a:lumMod val="110000"/>
                <a:satMod val="105000"/>
                <a:tint val="67000"/>
              </a:schemeClr>
            </a:gs>
            <a:gs pos="50000">
              <a:schemeClr val="accent3">
                <a:alpha val="90000"/>
                <a:hueOff val="0"/>
                <a:satOff val="0"/>
                <a:lumOff val="0"/>
                <a:alphaOff val="-13333"/>
                <a:lumMod val="105000"/>
                <a:satMod val="103000"/>
                <a:tint val="73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-13333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2</a:t>
          </a:r>
          <a:r>
            <a:rPr lang="zh-CN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）节点</a:t>
          </a:r>
          <a:r>
            <a:rPr lang="en-US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i</a:t>
          </a:r>
          <a:r>
            <a:rPr lang="zh-CN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的最迟时间</a:t>
          </a:r>
          <a:r>
            <a:rPr lang="en-US" altLang="en-US" sz="1800" b="1" kern="1200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LT</a:t>
          </a:r>
          <a:r>
            <a:rPr lang="en-US" altLang="en-US" sz="1800" b="1" kern="1200" baseline="-25000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i</a:t>
          </a:r>
          <a:r>
            <a:rPr lang="zh-CN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应从网络计划的终点节点开始，逆着箭线方向依次逐项计算；</a:t>
          </a:r>
        </a:p>
      </dsp:txBody>
      <dsp:txXfrm>
        <a:off x="420950" y="1178250"/>
        <a:ext cx="7454129" cy="810728"/>
      </dsp:txXfrm>
    </dsp:sp>
    <dsp:sp modelId="{E8ED073A-ED74-4E36-AA21-DB33EF3A60E9}">
      <dsp:nvSpPr>
        <dsp:cNvPr id="0" name=""/>
        <dsp:cNvSpPr/>
      </dsp:nvSpPr>
      <dsp:spPr>
        <a:xfrm>
          <a:off x="0" y="2924978"/>
          <a:ext cx="792088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-26667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852532F-686F-4D47-B47C-008111ACE512}">
      <dsp:nvSpPr>
        <dsp:cNvPr id="0" name=""/>
        <dsp:cNvSpPr/>
      </dsp:nvSpPr>
      <dsp:spPr>
        <a:xfrm>
          <a:off x="377092" y="2222917"/>
          <a:ext cx="7541845" cy="879181"/>
        </a:xfrm>
        <a:prstGeom prst="roundRec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-26667"/>
                <a:lumMod val="110000"/>
                <a:satMod val="105000"/>
                <a:tint val="67000"/>
              </a:schemeClr>
            </a:gs>
            <a:gs pos="50000">
              <a:schemeClr val="accent3">
                <a:alpha val="90000"/>
                <a:hueOff val="0"/>
                <a:satOff val="0"/>
                <a:lumOff val="0"/>
                <a:alphaOff val="-26667"/>
                <a:lumMod val="105000"/>
                <a:satMod val="103000"/>
                <a:tint val="73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-26667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3</a:t>
          </a:r>
          <a:r>
            <a:rPr lang="zh-CN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）终点节点</a:t>
          </a:r>
          <a:r>
            <a:rPr lang="en-US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n</a:t>
          </a:r>
          <a:r>
            <a:rPr lang="zh-CN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的最迟时间应按网络计划的计划工期</a:t>
          </a:r>
          <a:r>
            <a:rPr lang="en-US" altLang="en-US" sz="1800" b="1" kern="1200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T</a:t>
          </a:r>
          <a:r>
            <a:rPr lang="en-US" altLang="en-US" sz="1800" b="1" kern="1200" baseline="-25000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p</a:t>
          </a:r>
          <a:r>
            <a:rPr lang="zh-CN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确定，即：</a:t>
          </a:r>
          <a:r>
            <a:rPr lang="en-US" altLang="en-US" sz="1800" b="1" kern="1200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LT</a:t>
          </a:r>
          <a:r>
            <a:rPr lang="en-US" altLang="en-US" sz="1800" b="1" kern="1200" baseline="-25000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n</a:t>
          </a:r>
          <a:r>
            <a:rPr lang="en-US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=</a:t>
          </a:r>
          <a:r>
            <a:rPr lang="en-US" altLang="en-US" sz="1800" b="1" kern="1200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T</a:t>
          </a:r>
          <a:r>
            <a:rPr lang="en-US" altLang="en-US" sz="1800" b="1" kern="1200" baseline="-25000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p</a:t>
          </a:r>
          <a:r>
            <a:rPr lang="zh-CN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sp:txBody>
      <dsp:txXfrm>
        <a:off x="420010" y="2265835"/>
        <a:ext cx="7456009" cy="793345"/>
      </dsp:txXfrm>
    </dsp:sp>
    <dsp:sp modelId="{D28A2118-FB88-43F3-BBAC-4C61253BFBEB}">
      <dsp:nvSpPr>
        <dsp:cNvPr id="0" name=""/>
        <dsp:cNvSpPr/>
      </dsp:nvSpPr>
      <dsp:spPr>
        <a:xfrm>
          <a:off x="0" y="3831477"/>
          <a:ext cx="7920880" cy="302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510E94-271F-4BD8-8C76-BFCDBEA0A748}">
      <dsp:nvSpPr>
        <dsp:cNvPr id="0" name=""/>
        <dsp:cNvSpPr/>
      </dsp:nvSpPr>
      <dsp:spPr>
        <a:xfrm>
          <a:off x="377092" y="3292178"/>
          <a:ext cx="7541845" cy="716418"/>
        </a:xfrm>
        <a:prstGeom prst="roundRect">
          <a:avLst/>
        </a:prstGeom>
        <a:gradFill rotWithShape="0">
          <a:gsLst>
            <a:gs pos="0">
              <a:schemeClr val="accent3">
                <a:alpha val="90000"/>
                <a:hueOff val="0"/>
                <a:satOff val="0"/>
                <a:lumOff val="0"/>
                <a:alphaOff val="-40000"/>
                <a:lumMod val="110000"/>
                <a:satMod val="105000"/>
                <a:tint val="67000"/>
              </a:schemeClr>
            </a:gs>
            <a:gs pos="50000">
              <a:schemeClr val="accent3">
                <a:alpha val="90000"/>
                <a:hueOff val="0"/>
                <a:satOff val="0"/>
                <a:lumOff val="0"/>
                <a:alphaOff val="-40000"/>
                <a:lumMod val="105000"/>
                <a:satMod val="103000"/>
                <a:tint val="73000"/>
              </a:schemeClr>
            </a:gs>
            <a:gs pos="100000">
              <a:schemeClr val="accent3">
                <a:alpha val="90000"/>
                <a:hueOff val="0"/>
                <a:satOff val="0"/>
                <a:lumOff val="0"/>
                <a:alphaOff val="-4000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9573" tIns="0" rIns="209573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（</a:t>
          </a:r>
          <a:r>
            <a:rPr lang="en-US" altLang="zh-CN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4</a:t>
          </a:r>
          <a:r>
            <a:rPr lang="zh-CN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）其他节点</a:t>
          </a:r>
          <a:r>
            <a:rPr lang="en-US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i</a:t>
          </a:r>
          <a:r>
            <a:rPr lang="zh-CN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的最迟时间</a:t>
          </a:r>
          <a:r>
            <a:rPr lang="en-US" altLang="en-US" sz="1800" b="1" kern="1200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LT</a:t>
          </a:r>
          <a:r>
            <a:rPr lang="en-US" altLang="en-US" sz="1800" b="1" kern="1200" baseline="-25000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i</a:t>
          </a:r>
          <a:r>
            <a:rPr lang="zh-CN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应为：</a:t>
          </a:r>
          <a:r>
            <a:rPr lang="en-US" altLang="en-US" sz="1800" b="1" kern="1200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LT</a:t>
          </a:r>
          <a:r>
            <a:rPr lang="en-US" altLang="en-US" sz="1800" b="1" kern="1200" baseline="-25000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i</a:t>
          </a:r>
          <a:r>
            <a:rPr lang="en-US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=min{</a:t>
          </a:r>
          <a:r>
            <a:rPr lang="en-US" altLang="en-US" sz="1800" b="1" kern="1200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LT</a:t>
          </a:r>
          <a:r>
            <a:rPr lang="en-US" altLang="en-US" sz="1800" b="1" kern="1200" baseline="-25000" dirty="0" err="1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j</a:t>
          </a:r>
          <a:r>
            <a:rPr lang="en-US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-D</a:t>
          </a:r>
          <a:r>
            <a:rPr lang="en-US" altLang="en-US" sz="1800" b="1" kern="1200" baseline="-250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i-j</a:t>
          </a:r>
          <a:r>
            <a:rPr lang="en-US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}</a:t>
          </a:r>
          <a:r>
            <a:rPr lang="zh-CN" altLang="en-US" sz="1800" b="1" kern="1200" dirty="0">
              <a:solidFill>
                <a:schemeClr val="tx1"/>
              </a:solidFill>
              <a:latin typeface="Times New Roman" pitchFamily="18" charset="0"/>
              <a:ea typeface="宋体" pitchFamily="2" charset="-122"/>
              <a:cs typeface="Times New Roman" pitchFamily="18" charset="0"/>
            </a:rPr>
            <a:t>；</a:t>
          </a:r>
        </a:p>
      </dsp:txBody>
      <dsp:txXfrm>
        <a:off x="412065" y="3327151"/>
        <a:ext cx="7471899" cy="64647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417AAB-FCBD-40B2-B028-268332E9303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03F446-A760-4077-983F-8A30C4399FE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5467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" t="12301" r="1751" b="16008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E60F58-3108-4415-857A-6D0360DF626E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85CE2-CEAD-46BB-861E-7D62265DC96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CT2"/>
          <p:cNvSpPr>
            <a:spLocks noGrp="1"/>
          </p:cNvSpPr>
          <p:nvPr>
            <p:ph type="subTitle" idx="1" hasCustomPrompt="1"/>
          </p:nvPr>
        </p:nvSpPr>
        <p:spPr>
          <a:xfrm>
            <a:off x="5133793" y="1806593"/>
            <a:ext cx="2945922" cy="303719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vert="horz" anchor="ctr">
            <a:noAutofit/>
          </a:bodyPr>
          <a:lstStyle>
            <a:lvl1pPr marL="0" indent="0" algn="ctr">
              <a:buNone/>
              <a:defRPr sz="1400" b="0">
                <a:solidFill>
                  <a:schemeClr val="tx1"/>
                </a:solidFill>
                <a:effectLst/>
                <a:latin typeface="+mn-ea"/>
                <a:ea typeface="+mn-ea"/>
              </a:defRPr>
            </a:lvl1pPr>
            <a:lvl2pPr marL="257175" indent="0" algn="ctr">
              <a:buNone/>
              <a:defRPr sz="1100"/>
            </a:lvl2pPr>
            <a:lvl3pPr marL="514350" indent="0" algn="ctr">
              <a:buNone/>
              <a:defRPr sz="1000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zh-CN" altLang="en-US" dirty="0"/>
              <a:t>单击此处添加您的副标题</a:t>
            </a:r>
          </a:p>
        </p:txBody>
      </p:sp>
      <p:sp>
        <p:nvSpPr>
          <p:cNvPr id="7" name="KSO_CT1"/>
          <p:cNvSpPr>
            <a:spLocks noGrp="1"/>
          </p:cNvSpPr>
          <p:nvPr>
            <p:ph type="title" hasCustomPrompt="1"/>
          </p:nvPr>
        </p:nvSpPr>
        <p:spPr>
          <a:xfrm>
            <a:off x="4822164" y="983400"/>
            <a:ext cx="3727691" cy="805914"/>
          </a:xfrm>
        </p:spPr>
        <p:txBody>
          <a:bodyPr vert="horz" anchor="b">
            <a:noAutofit/>
          </a:bodyPr>
          <a:lstStyle>
            <a:lvl1pPr algn="ctr">
              <a:lnSpc>
                <a:spcPct val="100000"/>
              </a:lnSpc>
              <a:defRPr sz="2400" b="1" kern="1000" baseline="0">
                <a:solidFill>
                  <a:schemeClr val="accent1"/>
                </a:solidFill>
                <a:effectLst/>
                <a:latin typeface="+mj-ea"/>
                <a:ea typeface="+mj-ea"/>
              </a:defRPr>
            </a:lvl1pPr>
          </a:lstStyle>
          <a:p>
            <a:r>
              <a:rPr lang="zh-CN" altLang="en-US" dirty="0"/>
              <a:t>单击此处添加您的标题文字</a:t>
            </a:r>
          </a:p>
        </p:txBody>
      </p:sp>
    </p:spTree>
    <p:extLst>
      <p:ext uri="{BB962C8B-B14F-4D97-AF65-F5344CB8AC3E}">
        <p14:creationId xmlns:p14="http://schemas.microsoft.com/office/powerpoint/2010/main" val="4896795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967">
          <p15:clr>
            <a:srgbClr val="FBAE40"/>
          </p15:clr>
        </p15:guide>
        <p15:guide id="0" orient="horz" pos="2160" userDrawn="1">
          <p15:clr>
            <a:srgbClr val="FBAE40"/>
          </p15:clr>
        </p15:guide>
        <p15:guide id="2" pos="662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3200" b="1"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solidFill>
                  <a:schemeClr val="tx1">
                    <a:lumMod val="50000"/>
                  </a:schemeClr>
                </a:solidFill>
                <a:latin typeface="+mj-ea"/>
                <a:ea typeface="+mj-ea"/>
              </a:defRPr>
            </a:lvl1pPr>
            <a:lvl2pPr>
              <a:defRPr sz="1400" b="1"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1050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ST1"/>
          <p:cNvSpPr>
            <a:spLocks noGrp="1"/>
          </p:cNvSpPr>
          <p:nvPr>
            <p:ph type="title" hasCustomPrompt="1"/>
          </p:nvPr>
        </p:nvSpPr>
        <p:spPr>
          <a:xfrm>
            <a:off x="1574008" y="1581152"/>
            <a:ext cx="5995988" cy="926306"/>
          </a:xfrm>
        </p:spPr>
        <p:txBody>
          <a:bodyPr anchor="b">
            <a:normAutofit/>
          </a:bodyPr>
          <a:lstStyle>
            <a:lvl1pPr algn="ctr">
              <a:defRPr sz="2000">
                <a:solidFill>
                  <a:schemeClr val="tx1">
                    <a:lumMod val="50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此处添加您的标题</a:t>
            </a:r>
            <a:endParaRPr lang="en-US" dirty="0"/>
          </a:p>
        </p:txBody>
      </p:sp>
      <p:sp>
        <p:nvSpPr>
          <p:cNvPr id="3" name="KSO_ST2"/>
          <p:cNvSpPr>
            <a:spLocks noGrp="1"/>
          </p:cNvSpPr>
          <p:nvPr>
            <p:ph type="body" idx="1" hasCustomPrompt="1"/>
          </p:nvPr>
        </p:nvSpPr>
        <p:spPr>
          <a:xfrm>
            <a:off x="3038171" y="2550318"/>
            <a:ext cx="3067663" cy="268109"/>
          </a:xfrm>
          <a:prstGeom prst="roundRect">
            <a:avLst>
              <a:gd name="adj" fmla="val 50000"/>
            </a:avLst>
          </a:prstGeom>
          <a:noFill/>
        </p:spPr>
        <p:txBody>
          <a:bodyPr anchor="ctr">
            <a:normAutofit/>
          </a:bodyPr>
          <a:lstStyle>
            <a:lvl1pPr marL="0" indent="0" algn="ctr">
              <a:buNone/>
              <a:defRPr sz="900">
                <a:solidFill>
                  <a:schemeClr val="tx1"/>
                </a:solidFill>
              </a:defRPr>
            </a:lvl1pPr>
            <a:lvl2pPr marL="25717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单击此处添加您的副标题</a:t>
            </a:r>
            <a:endParaRPr lang="en-US" altLang="zh-CN" dirty="0"/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33410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sz="half" idx="1"/>
          </p:nvPr>
        </p:nvSpPr>
        <p:spPr>
          <a:xfrm>
            <a:off x="1049867" y="933453"/>
            <a:ext cx="3810000" cy="369927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sz="half" idx="2"/>
          </p:nvPr>
        </p:nvSpPr>
        <p:spPr>
          <a:xfrm>
            <a:off x="4889501" y="933453"/>
            <a:ext cx="3820587" cy="3699272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907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1727199" y="88899"/>
            <a:ext cx="6984076" cy="5377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4578" y="1032272"/>
            <a:ext cx="3868340" cy="617934"/>
          </a:xfrm>
        </p:spPr>
        <p:txBody>
          <a:bodyPr anchor="b">
            <a:normAutofit/>
          </a:bodyPr>
          <a:lstStyle>
            <a:lvl1pPr marL="0" indent="0">
              <a:buNone/>
              <a:defRPr sz="1000" b="1"/>
            </a:lvl1pPr>
            <a:lvl2pPr marL="257175" indent="0">
              <a:buNone/>
              <a:defRPr sz="1100" b="1"/>
            </a:lvl2pPr>
            <a:lvl3pPr marL="514350" indent="0">
              <a:buNone/>
              <a:defRPr sz="1000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KSO_BC1"/>
          <p:cNvSpPr>
            <a:spLocks noGrp="1"/>
          </p:cNvSpPr>
          <p:nvPr>
            <p:ph sz="half" idx="2"/>
          </p:nvPr>
        </p:nvSpPr>
        <p:spPr>
          <a:xfrm>
            <a:off x="824578" y="16502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3885" y="1032272"/>
            <a:ext cx="3887391" cy="617934"/>
          </a:xfrm>
        </p:spPr>
        <p:txBody>
          <a:bodyPr anchor="b">
            <a:normAutofit/>
          </a:bodyPr>
          <a:lstStyle>
            <a:lvl1pPr marL="0" indent="0">
              <a:buNone/>
              <a:defRPr sz="1000" b="1"/>
            </a:lvl1pPr>
            <a:lvl2pPr marL="257175" indent="0">
              <a:buNone/>
              <a:defRPr sz="1100" b="1"/>
            </a:lvl2pPr>
            <a:lvl3pPr marL="514350" indent="0">
              <a:buNone/>
              <a:defRPr sz="1000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KSO_BC2"/>
          <p:cNvSpPr>
            <a:spLocks noGrp="1"/>
          </p:cNvSpPr>
          <p:nvPr>
            <p:ph sz="quarter" idx="4"/>
          </p:nvPr>
        </p:nvSpPr>
        <p:spPr>
          <a:xfrm>
            <a:off x="4823885" y="16502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7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8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082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4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767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3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798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858444" y="400052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idx="1"/>
          </p:nvPr>
        </p:nvSpPr>
        <p:spPr>
          <a:xfrm>
            <a:off x="4115992" y="797724"/>
            <a:ext cx="4629150" cy="3655219"/>
          </a:xfrm>
        </p:spPr>
        <p:txBody>
          <a:bodyPr>
            <a:normAutofit/>
          </a:bodyPr>
          <a:lstStyle>
            <a:lvl1pPr>
              <a:defRPr sz="1100"/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858444" y="1600202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800"/>
            </a:lvl2pPr>
            <a:lvl3pPr marL="514350" indent="0">
              <a:buNone/>
              <a:defRPr sz="700"/>
            </a:lvl3pPr>
            <a:lvl4pPr marL="771525" indent="0">
              <a:buNone/>
              <a:defRPr sz="600"/>
            </a:lvl4pPr>
            <a:lvl5pPr marL="1028700" indent="0">
              <a:buNone/>
              <a:defRPr sz="600"/>
            </a:lvl5pPr>
            <a:lvl6pPr marL="1285875" indent="0">
              <a:buNone/>
              <a:defRPr sz="600"/>
            </a:lvl6pPr>
            <a:lvl7pPr marL="1543050" indent="0">
              <a:buNone/>
              <a:defRPr sz="600"/>
            </a:lvl7pPr>
            <a:lvl8pPr marL="1800225" indent="0">
              <a:buNone/>
              <a:defRPr sz="600"/>
            </a:lvl8pPr>
            <a:lvl9pPr marL="205740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2485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934644" y="342900"/>
            <a:ext cx="2949178" cy="120015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 noChangeAspect="1"/>
          </p:cNvSpPr>
          <p:nvPr>
            <p:ph type="pic" idx="1"/>
          </p:nvPr>
        </p:nvSpPr>
        <p:spPr>
          <a:xfrm>
            <a:off x="4082125" y="740572"/>
            <a:ext cx="4629150" cy="3655219"/>
          </a:xfrm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600"/>
            </a:lvl2pPr>
            <a:lvl3pPr marL="514350" indent="0">
              <a:buNone/>
              <a:defRPr sz="1400"/>
            </a:lvl3pPr>
            <a:lvl4pPr marL="771525" indent="0">
              <a:buNone/>
              <a:defRPr sz="1100"/>
            </a:lvl4pPr>
            <a:lvl5pPr marL="1028700" indent="0">
              <a:buNone/>
              <a:defRPr sz="1100"/>
            </a:lvl5pPr>
            <a:lvl6pPr marL="1285875" indent="0">
              <a:buNone/>
              <a:defRPr sz="1100"/>
            </a:lvl6pPr>
            <a:lvl7pPr marL="1543050" indent="0">
              <a:buNone/>
              <a:defRPr sz="1100"/>
            </a:lvl7pPr>
            <a:lvl8pPr marL="1800225" indent="0">
              <a:buNone/>
              <a:defRPr sz="1100"/>
            </a:lvl8pPr>
            <a:lvl9pPr marL="2057400" indent="0">
              <a:buNone/>
              <a:defRPr sz="11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KSO_BC2"/>
          <p:cNvSpPr>
            <a:spLocks noGrp="1"/>
          </p:cNvSpPr>
          <p:nvPr>
            <p:ph type="body" sz="half" idx="2"/>
          </p:nvPr>
        </p:nvSpPr>
        <p:spPr>
          <a:xfrm>
            <a:off x="934644" y="1543050"/>
            <a:ext cx="2949178" cy="2858691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800"/>
            </a:lvl2pPr>
            <a:lvl3pPr marL="514350" indent="0">
              <a:buNone/>
              <a:defRPr sz="700"/>
            </a:lvl3pPr>
            <a:lvl4pPr marL="771525" indent="0">
              <a:buNone/>
              <a:defRPr sz="600"/>
            </a:lvl4pPr>
            <a:lvl5pPr marL="1028700" indent="0">
              <a:buNone/>
              <a:defRPr sz="600"/>
            </a:lvl5pPr>
            <a:lvl6pPr marL="1285875" indent="0">
              <a:buNone/>
              <a:defRPr sz="600"/>
            </a:lvl6pPr>
            <a:lvl7pPr marL="1543050" indent="0">
              <a:buNone/>
              <a:defRPr sz="600"/>
            </a:lvl7pPr>
            <a:lvl8pPr marL="1800225" indent="0">
              <a:buNone/>
              <a:defRPr sz="600"/>
            </a:lvl8pPr>
            <a:lvl9pPr marL="2057400" indent="0">
              <a:buNone/>
              <a:defRPr sz="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6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40040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067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 orient="vert"/>
          </p:nvPr>
        </p:nvSpPr>
        <p:spPr>
          <a:xfrm>
            <a:off x="7628469" y="273844"/>
            <a:ext cx="886883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KSO_BC1"/>
          <p:cNvSpPr>
            <a:spLocks noGrp="1"/>
          </p:cNvSpPr>
          <p:nvPr>
            <p:ph type="body" orient="vert" idx="1"/>
          </p:nvPr>
        </p:nvSpPr>
        <p:spPr>
          <a:xfrm>
            <a:off x="1585383" y="273844"/>
            <a:ext cx="5949952" cy="435887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KSO_FD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963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4" t="26028" r="6166" b="4484"/>
          <a:stretch/>
        </p:blipFill>
        <p:spPr>
          <a:xfrm>
            <a:off x="-2" y="1753372"/>
            <a:ext cx="5924552" cy="3390128"/>
          </a:xfrm>
          <a:prstGeom prst="rect">
            <a:avLst/>
          </a:prstGeom>
        </p:spPr>
      </p:pic>
      <p:sp>
        <p:nvSpPr>
          <p:cNvPr id="4" name="KSO_FD"/>
          <p:cNvSpPr>
            <a:spLocks noGrp="1"/>
          </p:cNvSpPr>
          <p:nvPr>
            <p:ph type="dt" sz="half" idx="2"/>
          </p:nvPr>
        </p:nvSpPr>
        <p:spPr>
          <a:xfrm>
            <a:off x="628650" y="483870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1FE7BD1D-B284-4506-85BF-D02BB5BA5E47}" type="datetimeFigureOut">
              <a:rPr lang="zh-CN" altLang="en-US" smtClean="0"/>
              <a:t>2024/12/2</a:t>
            </a:fld>
            <a:endParaRPr lang="zh-CN" altLang="en-US"/>
          </a:p>
        </p:txBody>
      </p:sp>
      <p:sp>
        <p:nvSpPr>
          <p:cNvPr id="5" name="KSO_FT"/>
          <p:cNvSpPr>
            <a:spLocks noGrp="1"/>
          </p:cNvSpPr>
          <p:nvPr>
            <p:ph type="ftr" sz="quarter" idx="3"/>
          </p:nvPr>
        </p:nvSpPr>
        <p:spPr>
          <a:xfrm>
            <a:off x="3028950" y="483870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KSO_FN"/>
          <p:cNvSpPr>
            <a:spLocks noGrp="1"/>
          </p:cNvSpPr>
          <p:nvPr>
            <p:ph type="sldNum" sz="quarter" idx="4"/>
          </p:nvPr>
        </p:nvSpPr>
        <p:spPr>
          <a:xfrm>
            <a:off x="6457950" y="483870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B175336B-BC74-4DD6-BD11-FD15792EF55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KSO_BC1"/>
          <p:cNvSpPr>
            <a:spLocks noGrp="1"/>
          </p:cNvSpPr>
          <p:nvPr>
            <p:ph type="body" idx="1"/>
          </p:nvPr>
        </p:nvSpPr>
        <p:spPr>
          <a:xfrm>
            <a:off x="854015" y="850107"/>
            <a:ext cx="7866654" cy="3825107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504826" y="160440"/>
            <a:ext cx="8215844" cy="597008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0674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4" r:id="rId1"/>
    <p:sldLayoutId id="2147484095" r:id="rId2"/>
    <p:sldLayoutId id="2147484096" r:id="rId3"/>
    <p:sldLayoutId id="2147484097" r:id="rId4"/>
    <p:sldLayoutId id="2147484098" r:id="rId5"/>
    <p:sldLayoutId id="2147484099" r:id="rId6"/>
    <p:sldLayoutId id="2147484100" r:id="rId7"/>
    <p:sldLayoutId id="2147484101" r:id="rId8"/>
    <p:sldLayoutId id="2147484102" r:id="rId9"/>
    <p:sldLayoutId id="2147484103" r:id="rId10"/>
    <p:sldLayoutId id="2147484104" r:id="rId11"/>
  </p:sldLayoutIdLst>
  <p:txStyles>
    <p:titleStyle>
      <a:lvl1pPr algn="ctr" defTabSz="514350" rtl="0" eaLnBrk="1" latinLnBrk="0" hangingPunct="1">
        <a:lnSpc>
          <a:spcPct val="90000"/>
        </a:lnSpc>
        <a:spcBef>
          <a:spcPct val="0"/>
        </a:spcBef>
        <a:buNone/>
        <a:defRPr sz="2400" b="0" i="0" kern="1200" baseline="0">
          <a:solidFill>
            <a:schemeClr val="tx1">
              <a:lumMod val="50000"/>
            </a:schemeClr>
          </a:solidFill>
          <a:effectLst/>
          <a:latin typeface="+mj-ea"/>
          <a:ea typeface="+mj-ea"/>
          <a:cs typeface="+mj-cs"/>
        </a:defRPr>
      </a:lvl1pPr>
    </p:titleStyle>
    <p:bodyStyle>
      <a:lvl1pPr marL="271463" indent="-271463" algn="just" defTabSz="51435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accent2"/>
        </a:buClr>
        <a:buSzPct val="50000"/>
        <a:buFont typeface="Wingdings 2" panose="05020102010507070707" pitchFamily="18" charset="2"/>
        <a:buChar char=""/>
        <a:defRPr lang="zh-CN" altLang="en-US" sz="1800" b="1" kern="1200" baseline="0" dirty="0" smtClean="0">
          <a:solidFill>
            <a:schemeClr val="accent1"/>
          </a:solidFill>
          <a:latin typeface="+mn-ea"/>
          <a:ea typeface="+mn-ea"/>
          <a:cs typeface="+mn-cs"/>
        </a:defRPr>
      </a:lvl1pPr>
      <a:lvl2pPr marL="271463" indent="-271463" algn="just" defTabSz="514350" rtl="0" eaLnBrk="1" latinLnBrk="0" hangingPunct="1">
        <a:lnSpc>
          <a:spcPct val="120000"/>
        </a:lnSpc>
        <a:spcBef>
          <a:spcPts val="0"/>
        </a:spcBef>
        <a:spcAft>
          <a:spcPts val="900"/>
        </a:spcAft>
        <a:buClr>
          <a:schemeClr val="accent2">
            <a:lumMod val="60000"/>
            <a:lumOff val="40000"/>
          </a:schemeClr>
        </a:buClr>
        <a:buFont typeface="幼圆" panose="02010509060101010101" pitchFamily="49" charset="-122"/>
        <a:buChar char=" "/>
        <a:defRPr sz="1400" b="0" kern="1200" baseline="0">
          <a:solidFill>
            <a:schemeClr val="tx1"/>
          </a:solidFill>
          <a:latin typeface="+mn-ea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2.xml"/><Relationship Id="rId3" Type="http://schemas.microsoft.com/office/2007/relationships/hdphoto" Target="../media/hdphoto6.wdp"/><Relationship Id="rId7" Type="http://schemas.openxmlformats.org/officeDocument/2006/relationships/diagramColors" Target="../diagrams/colors1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2.xml"/><Relationship Id="rId5" Type="http://schemas.openxmlformats.org/officeDocument/2006/relationships/diagramLayout" Target="../diagrams/layout12.xml"/><Relationship Id="rId4" Type="http://schemas.openxmlformats.org/officeDocument/2006/relationships/diagramData" Target="../diagrams/data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510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504" y="368964"/>
            <a:ext cx="8928992" cy="5762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（九）双代号网络计划时间参数的计算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504" y="945212"/>
            <a:ext cx="8928992" cy="49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、时间参数计算的目的</a:t>
            </a:r>
          </a:p>
        </p:txBody>
      </p:sp>
      <p:graphicFrame>
        <p:nvGraphicFramePr>
          <p:cNvPr id="33" name="图示 32"/>
          <p:cNvGraphicFramePr/>
          <p:nvPr>
            <p:extLst>
              <p:ext uri="{D42A27DB-BD31-4B8C-83A1-F6EECF244321}">
                <p14:modId xmlns:p14="http://schemas.microsoft.com/office/powerpoint/2010/main" val="1541886687"/>
              </p:ext>
            </p:extLst>
          </p:nvPr>
        </p:nvGraphicFramePr>
        <p:xfrm>
          <a:off x="1043608" y="1440797"/>
          <a:ext cx="7920880" cy="36107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13146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0" grpId="0"/>
      <p:bldGraphic spid="33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368964"/>
            <a:ext cx="8928992" cy="49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、时间参数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——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“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整体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参数”</a:t>
            </a:r>
          </a:p>
        </p:txBody>
      </p:sp>
      <p:graphicFrame>
        <p:nvGraphicFramePr>
          <p:cNvPr id="2" name="图示 1"/>
          <p:cNvGraphicFramePr/>
          <p:nvPr>
            <p:extLst>
              <p:ext uri="{D42A27DB-BD31-4B8C-83A1-F6EECF244321}">
                <p14:modId xmlns:p14="http://schemas.microsoft.com/office/powerpoint/2010/main" val="2333825605"/>
              </p:ext>
            </p:extLst>
          </p:nvPr>
        </p:nvGraphicFramePr>
        <p:xfrm>
          <a:off x="1043608" y="956022"/>
          <a:ext cx="7272808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3067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Graphic spid="2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368964"/>
            <a:ext cx="89289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、时间参数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——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“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工作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参数”</a:t>
            </a:r>
          </a:p>
        </p:txBody>
      </p:sp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2663615630"/>
              </p:ext>
            </p:extLst>
          </p:nvPr>
        </p:nvGraphicFramePr>
        <p:xfrm>
          <a:off x="1043608" y="1015295"/>
          <a:ext cx="7920880" cy="39752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3445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Graphic spid="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368964"/>
            <a:ext cx="8928992" cy="49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4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、时间参数的计算方法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——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“工作计算法”（六时标注法）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864549"/>
            <a:ext cx="8928992" cy="49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（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1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）最早（开始 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/ 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完成）时间的计算</a:t>
            </a:r>
            <a:endPara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058" y="1360134"/>
            <a:ext cx="7912430" cy="3731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445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783218676"/>
              </p:ext>
            </p:extLst>
          </p:nvPr>
        </p:nvGraphicFramePr>
        <p:xfrm>
          <a:off x="1043608" y="368965"/>
          <a:ext cx="7920880" cy="46826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3445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910" y="440972"/>
            <a:ext cx="7750554" cy="4291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445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368964"/>
            <a:ext cx="89289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（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2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）最迟（完成 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/ 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开始）时间的计算</a:t>
            </a:r>
            <a:endPara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6" name="图示 5"/>
          <p:cNvGraphicFramePr/>
          <p:nvPr>
            <p:extLst>
              <p:ext uri="{D42A27DB-BD31-4B8C-83A1-F6EECF244321}">
                <p14:modId xmlns:p14="http://schemas.microsoft.com/office/powerpoint/2010/main" val="3785598082"/>
              </p:ext>
            </p:extLst>
          </p:nvPr>
        </p:nvGraphicFramePr>
        <p:xfrm>
          <a:off x="1043608" y="1015295"/>
          <a:ext cx="7920880" cy="39752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3445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Graphic spid="6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889472345"/>
              </p:ext>
            </p:extLst>
          </p:nvPr>
        </p:nvGraphicFramePr>
        <p:xfrm>
          <a:off x="1043608" y="368965"/>
          <a:ext cx="7920880" cy="46826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3445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772" y="483518"/>
            <a:ext cx="7727692" cy="4147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445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368964"/>
            <a:ext cx="89289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（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3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）计算自由时差</a:t>
            </a:r>
            <a:endPara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1057825594"/>
              </p:ext>
            </p:extLst>
          </p:nvPr>
        </p:nvGraphicFramePr>
        <p:xfrm>
          <a:off x="1043608" y="987573"/>
          <a:ext cx="7920880" cy="4064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3445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Graphic spid="5" grpId="0">
        <p:bldAsOne/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806" y="483518"/>
            <a:ext cx="7860665" cy="4320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445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368964"/>
            <a:ext cx="89289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（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4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）计算总时差</a:t>
            </a:r>
            <a:endPara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814523635"/>
              </p:ext>
            </p:extLst>
          </p:nvPr>
        </p:nvGraphicFramePr>
        <p:xfrm>
          <a:off x="1043608" y="987573"/>
          <a:ext cx="7920880" cy="40640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43445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Graphic spid="5" grpId="0">
        <p:bldAsOne/>
      </p:bldGraphic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58" y="483518"/>
            <a:ext cx="7841614" cy="421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718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368964"/>
            <a:ext cx="8928992" cy="49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（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5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）确定关键工作和关键线路</a:t>
            </a:r>
            <a:endPara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915566"/>
            <a:ext cx="7841614" cy="4219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718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2652565676"/>
              </p:ext>
            </p:extLst>
          </p:nvPr>
        </p:nvGraphicFramePr>
        <p:xfrm>
          <a:off x="1043608" y="368965"/>
          <a:ext cx="7920880" cy="46826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0718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1684297919"/>
              </p:ext>
            </p:extLst>
          </p:nvPr>
        </p:nvGraphicFramePr>
        <p:xfrm>
          <a:off x="1043608" y="368965"/>
          <a:ext cx="7920880" cy="46826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0718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3225853014"/>
              </p:ext>
            </p:extLst>
          </p:nvPr>
        </p:nvGraphicFramePr>
        <p:xfrm>
          <a:off x="1043608" y="368965"/>
          <a:ext cx="7920880" cy="46826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0718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04" y="368964"/>
            <a:ext cx="892899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  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5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、时间参数的计算方法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——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“节点计算法”（二时标注法）</a:t>
            </a:r>
          </a:p>
        </p:txBody>
      </p:sp>
      <p:pic>
        <p:nvPicPr>
          <p:cNvPr id="5" name="图片 4"/>
          <p:cNvPicPr/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994970"/>
            <a:ext cx="4536504" cy="1648788"/>
          </a:xfrm>
          <a:prstGeom prst="rect">
            <a:avLst/>
          </a:prstGeom>
        </p:spPr>
      </p:pic>
      <p:graphicFrame>
        <p:nvGraphicFramePr>
          <p:cNvPr id="6" name="图示 5"/>
          <p:cNvGraphicFramePr/>
          <p:nvPr>
            <p:extLst>
              <p:ext uri="{D42A27DB-BD31-4B8C-83A1-F6EECF244321}">
                <p14:modId xmlns:p14="http://schemas.microsoft.com/office/powerpoint/2010/main" val="280258082"/>
              </p:ext>
            </p:extLst>
          </p:nvPr>
        </p:nvGraphicFramePr>
        <p:xfrm>
          <a:off x="1043607" y="2715766"/>
          <a:ext cx="8064895" cy="2376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040718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Graphic spid="6" grpId="0">
        <p:bldAsOne/>
      </p:bldGraphic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69" y="368964"/>
            <a:ext cx="8928992" cy="40011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节点最早时间计算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——</a:t>
            </a:r>
            <a:endPara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8" name="图示 7"/>
          <p:cNvGraphicFramePr/>
          <p:nvPr>
            <p:extLst>
              <p:ext uri="{D42A27DB-BD31-4B8C-83A1-F6EECF244321}">
                <p14:modId xmlns:p14="http://schemas.microsoft.com/office/powerpoint/2010/main" val="2919217334"/>
              </p:ext>
            </p:extLst>
          </p:nvPr>
        </p:nvGraphicFramePr>
        <p:xfrm>
          <a:off x="1043608" y="843557"/>
          <a:ext cx="7920880" cy="42080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62564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Graphic spid="8" grpId="0">
        <p:bldAsOne/>
      </p:bldGraphic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369" y="368964"/>
            <a:ext cx="8928992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节点最迟时间计算</a:t>
            </a:r>
            <a:r>
              <a:rPr lang="en-US" altLang="zh-CN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——</a:t>
            </a:r>
            <a:endPara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  <p:graphicFrame>
        <p:nvGraphicFramePr>
          <p:cNvPr id="5" name="图示 4"/>
          <p:cNvGraphicFramePr/>
          <p:nvPr>
            <p:extLst>
              <p:ext uri="{D42A27DB-BD31-4B8C-83A1-F6EECF244321}">
                <p14:modId xmlns:p14="http://schemas.microsoft.com/office/powerpoint/2010/main" val="2218013501"/>
              </p:ext>
            </p:extLst>
          </p:nvPr>
        </p:nvGraphicFramePr>
        <p:xfrm>
          <a:off x="1043608" y="843557"/>
          <a:ext cx="7920880" cy="42080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6584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Graphic spid="5" grpId="0">
        <p:bldAsOne/>
      </p:bldGraphic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3">
            <a:extLst>
              <a:ext uri="{FF2B5EF4-FFF2-40B4-BE49-F238E27FC236}">
                <a16:creationId xmlns:a16="http://schemas.microsoft.com/office/drawing/2014/main" id="{D044991F-C3DD-476A-8D35-0CD3D381456F}"/>
              </a:ext>
            </a:extLst>
          </p:cNvPr>
          <p:cNvSpPr txBox="1"/>
          <p:nvPr/>
        </p:nvSpPr>
        <p:spPr>
          <a:xfrm>
            <a:off x="7194916" y="30410"/>
            <a:ext cx="19135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latin typeface="华文行楷" panose="02010800040101010101" pitchFamily="2" charset="-122"/>
                <a:ea typeface="华文行楷" panose="02010800040101010101" pitchFamily="2" charset="-122"/>
              </a:rPr>
              <a:t>如切如磋  如琢如磨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368963"/>
            <a:ext cx="7632848" cy="34269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43608" y="3795886"/>
            <a:ext cx="7992888" cy="957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        当计划工期等于计算工期时，</a:t>
            </a: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关键节点的最早时间与最迟时间必然相等</a:t>
            </a:r>
            <a:r>
              <a:rPr lang="zh-CN" altLang="en-US" sz="2000" b="1" dirty="0">
                <a:latin typeface="Times New Roman" pitchFamily="18" charset="0"/>
                <a:ea typeface="宋体" pitchFamily="2" charset="-122"/>
                <a:cs typeface="Times New Roman" pitchFamily="18" charset="0"/>
              </a:rPr>
              <a:t>；</a:t>
            </a:r>
            <a:endParaRPr lang="zh-CN" alt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宋体" pitchFamily="2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0718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LIBID_PRE" val="13076"/>
  <p:tag name="MH_CONTENTSID" val="264"/>
  <p:tag name="MH_SECTIONID" val="265,"/>
</p:tagLst>
</file>

<file path=ppt/theme/theme1.xml><?xml version="1.0" encoding="utf-8"?>
<a:theme xmlns:a="http://schemas.openxmlformats.org/drawingml/2006/main" name="A000120140530A99PPBG">
  <a:themeElements>
    <a:clrScheme name="KSO_BLUE9">
      <a:dk1>
        <a:srgbClr val="47494B"/>
      </a:dk1>
      <a:lt1>
        <a:srgbClr val="FFFFFF"/>
      </a:lt1>
      <a:dk2>
        <a:srgbClr val="454749"/>
      </a:dk2>
      <a:lt2>
        <a:srgbClr val="EAF5FC"/>
      </a:lt2>
      <a:accent1>
        <a:srgbClr val="046FB6"/>
      </a:accent1>
      <a:accent2>
        <a:srgbClr val="22B1DE"/>
      </a:accent2>
      <a:accent3>
        <a:srgbClr val="7B93D7"/>
      </a:accent3>
      <a:accent4>
        <a:srgbClr val="5D76BA"/>
      </a:accent4>
      <a:accent5>
        <a:srgbClr val="3DBFD1"/>
      </a:accent5>
      <a:accent6>
        <a:srgbClr val="FFC000"/>
      </a:accent6>
      <a:hlink>
        <a:srgbClr val="00B0F0"/>
      </a:hlink>
      <a:folHlink>
        <a:srgbClr val="AFB2B4"/>
      </a:folHlink>
    </a:clrScheme>
    <a:fontScheme name="暗香扑面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HG創英角ｺﾞｼｯｸUB"/>
        <a:font script="Hang" typeface="맑은 고딕"/>
        <a:font script="Hans" typeface="黑体"/>
        <a:font script="Hant" typeface="新細明體"/>
        <a:font script="Arab" typeface="Arial"/>
        <a:font script="Hebr" typeface="Arial"/>
        <a:font script="Thai" typeface="Cordia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lnSpc>
            <a:spcPct val="130000"/>
          </a:lnSpc>
          <a:defRPr sz="1400" dirty="0" smtClean="0">
            <a:latin typeface="Arial" panose="020B0604020202020204" pitchFamily="34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636869495982041620</Template>
  <TotalTime>3176</TotalTime>
  <Words>1415</Words>
  <Application>Microsoft Office PowerPoint</Application>
  <PresentationFormat>全屏显示(16:9)</PresentationFormat>
  <Paragraphs>96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黑体</vt:lpstr>
      <vt:lpstr>华文行楷</vt:lpstr>
      <vt:lpstr>微软雅黑</vt:lpstr>
      <vt:lpstr>幼圆</vt:lpstr>
      <vt:lpstr>Arial</vt:lpstr>
      <vt:lpstr>Calibri</vt:lpstr>
      <vt:lpstr>Franklin Gothic Book</vt:lpstr>
      <vt:lpstr>Times New Roman</vt:lpstr>
      <vt:lpstr>Wingdings 2</vt:lpstr>
      <vt:lpstr>A000120140530A99PPBG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china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Administrator</cp:lastModifiedBy>
  <cp:revision>503</cp:revision>
  <dcterms:created xsi:type="dcterms:W3CDTF">2019-02-28T02:56:41Z</dcterms:created>
  <dcterms:modified xsi:type="dcterms:W3CDTF">2024-12-02T08:19:16Z</dcterms:modified>
</cp:coreProperties>
</file>